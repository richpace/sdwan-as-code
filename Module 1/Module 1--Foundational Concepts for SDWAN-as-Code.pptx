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2" r:id="rId4"/>
  </p:sldMasterIdLst>
  <p:notesMasterIdLst>
    <p:notesMasterId r:id="rId16"/>
  </p:notesMasterIdLst>
  <p:sldIdLst>
    <p:sldId id="2147482512" r:id="rId5"/>
    <p:sldId id="2147482520" r:id="rId6"/>
    <p:sldId id="2147482521" r:id="rId7"/>
    <p:sldId id="2147482522" r:id="rId8"/>
    <p:sldId id="2147482523" r:id="rId9"/>
    <p:sldId id="2147482524" r:id="rId10"/>
    <p:sldId id="2147482525" r:id="rId11"/>
    <p:sldId id="2147482526" r:id="rId12"/>
    <p:sldId id="2147482527" r:id="rId13"/>
    <p:sldId id="2147482425" r:id="rId14"/>
    <p:sldId id="2147482421" r:id="rId15"/>
  </p:sldIdLst>
  <p:sldSz cx="12192000" cy="6858000"/>
  <p:notesSz cx="6858000" cy="9144000"/>
  <p:embeddedFontLst>
    <p:embeddedFont>
      <p:font typeface="CiscoSansTT" panose="020B0503020201020303" pitchFamily="34" charset="0"/>
      <p:regular r:id="rId17"/>
      <p:bold r:id="rId18"/>
      <p:italic r:id="rId19"/>
      <p:boldItalic r:id="rId20"/>
    </p:embeddedFont>
    <p:embeddedFont>
      <p:font typeface="CiscoSansTT ExtraLight" panose="020B0303020201020303" pitchFamily="34" charset="0"/>
      <p:regular r:id="rId21"/>
      <p:bold r:id="rId22"/>
      <p:italic r:id="rId23"/>
      <p:boldItalic r:id="rId24"/>
    </p:embeddedFont>
    <p:embeddedFont>
      <p:font typeface="CiscoSansTT Light" panose="020B0503020201020303" pitchFamily="34" charset="0"/>
      <p:regular r:id="rId25"/>
      <p:bold r:id="rId26"/>
      <p:italic r:id="rId27"/>
      <p:boldItalic r:id="rId28"/>
    </p:embeddedFont>
    <p:embeddedFont>
      <p:font typeface="CiscoSansTT Medium" panose="020B0903020201020303" pitchFamily="34" charset="0"/>
      <p:regular r:id="rId29"/>
      <p:italic r:id="rId30"/>
    </p:embeddedFont>
    <p:embeddedFont>
      <p:font typeface="MS PGothic" panose="020B0600070205080204" pitchFamily="34" charset="-128"/>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Slides" id="{6B5BE202-19CA-474B-817E-1B720625FA32}">
          <p14:sldIdLst>
            <p14:sldId id="2147482512"/>
            <p14:sldId id="2147482520"/>
            <p14:sldId id="2147482521"/>
            <p14:sldId id="2147482522"/>
            <p14:sldId id="2147482523"/>
            <p14:sldId id="2147482524"/>
            <p14:sldId id="2147482525"/>
            <p14:sldId id="2147482526"/>
            <p14:sldId id="2147482527"/>
          </p14:sldIdLst>
        </p14:section>
        <p14:section name="Closing" id="{B139BF10-315B-4780-A8A1-1F17D5CB2565}">
          <p14:sldIdLst>
            <p14:sldId id="2147482425"/>
            <p14:sldId id="2147482421"/>
          </p14:sldIdLst>
        </p14:section>
        <p14:section name="Template usage guidance" id="{9D1D5DA2-5D71-4849-9F69-D112782DB053}">
          <p14:sldIdLst/>
        </p14:section>
      </p14:sectionLst>
    </p:ext>
    <p:ext uri="{EFAFB233-063F-42B5-8137-9DF3F51BA10A}">
      <p15:sldGuideLst xmlns:p15="http://schemas.microsoft.com/office/powerpoint/2012/main">
        <p15:guide id="2" pos="3840" userDrawn="1">
          <p15:clr>
            <a:srgbClr val="F26B43"/>
          </p15:clr>
        </p15:guide>
        <p15:guide id="3" orient="horz" pos="2160" userDrawn="1">
          <p15:clr>
            <a:srgbClr val="F26B43"/>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4651"/>
    <a:srgbClr val="45991F"/>
    <a:srgbClr val="B4B9C0"/>
    <a:srgbClr val="525E6C"/>
    <a:srgbClr val="6B6B6B"/>
    <a:srgbClr val="D6D6D6"/>
    <a:srgbClr val="FF9000"/>
    <a:srgbClr val="FF007F"/>
    <a:srgbClr val="0A60FF"/>
    <a:srgbClr val="06B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91" autoAdjust="0"/>
    <p:restoredTop sz="94615" autoAdjust="0"/>
  </p:normalViewPr>
  <p:slideViewPr>
    <p:cSldViewPr snapToGrid="0" showGuides="1">
      <p:cViewPr varScale="1">
        <p:scale>
          <a:sx n="91" d="100"/>
          <a:sy n="91" d="100"/>
        </p:scale>
        <p:origin x="312" y="53"/>
      </p:cViewPr>
      <p:guideLst>
        <p:guide pos="3840"/>
        <p:guide orient="horz" pos="2160"/>
      </p:guideLst>
    </p:cSldViewPr>
  </p:slideViewPr>
  <p:outlineViewPr>
    <p:cViewPr>
      <p:scale>
        <a:sx n="33" d="100"/>
        <a:sy n="33" d="100"/>
      </p:scale>
      <p:origin x="0" y="0"/>
    </p:cViewPr>
  </p:outlineViewPr>
  <p:notesTextViewPr>
    <p:cViewPr>
      <p:scale>
        <a:sx n="3" d="2"/>
        <a:sy n="3" d="2"/>
      </p:scale>
      <p:origin x="0" y="-130"/>
    </p:cViewPr>
  </p:notesTextViewPr>
  <p:sorterViewPr>
    <p:cViewPr>
      <p:scale>
        <a:sx n="200" d="100"/>
        <a:sy n="200" d="100"/>
      </p:scale>
      <p:origin x="0" y="-7428"/>
    </p:cViewPr>
  </p:sorterViewPr>
  <p:notesViewPr>
    <p:cSldViewPr snapToGrid="0">
      <p:cViewPr varScale="1">
        <p:scale>
          <a:sx n="73" d="100"/>
          <a:sy n="73" d="100"/>
        </p:scale>
        <p:origin x="2981" y="29"/>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customXml" Target="../customXml/item3.xml"/><Relationship Id="rId21" Type="http://schemas.openxmlformats.org/officeDocument/2006/relationships/font" Target="fonts/font5.fntdata"/><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8.fntdata"/><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7.fntdata"/><Relationship Id="rId28" Type="http://schemas.openxmlformats.org/officeDocument/2006/relationships/font" Target="fonts/font12.fntdata"/><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tableStyles" Target="tableStyle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1600" b="1">
                <a:solidFill>
                  <a:srgbClr val="FFFFFF"/>
                </a:solidFill>
                <a:latin typeface="CiscoSansTT Medium"/>
              </a:defRPr>
            </a:pPr>
            <a:r>
              <a:rPr lang="en-US"/>
              <a:t>Professional Development Factors</a:t>
            </a:r>
          </a:p>
        </c:rich>
      </c:tx>
      <c:overlay val="0"/>
    </c:title>
    <c:autoTitleDeleted val="0"/>
    <c:plotArea>
      <c:layout/>
      <c:pieChart>
        <c:varyColors val="1"/>
        <c:ser>
          <c:idx val="0"/>
          <c:order val="0"/>
          <c:tx>
            <c:strRef>
              <c:f>Sheet1!$B$1</c:f>
              <c:strCache>
                <c:ptCount val="1"/>
                <c:pt idx="0">
                  <c:v>Values</c:v>
                </c:pt>
              </c:strCache>
            </c:strRef>
          </c:tx>
          <c:dLbls>
            <c:numFmt formatCode="0%" sourceLinked="0"/>
            <c:spPr>
              <a:noFill/>
              <a:ln>
                <a:noFill/>
              </a:ln>
              <a:effectLst/>
            </c:spPr>
            <c:txPr>
              <a:bodyPr/>
              <a:lstStyle/>
              <a:p>
                <a:pPr>
                  <a:defRPr sz="1000" b="0">
                    <a:solidFill>
                      <a:srgbClr val="FFFFFF"/>
                    </a:solidFill>
                    <a:latin typeface="CiscoSansTT"/>
                  </a:defRPr>
                </a:pPr>
                <a:endParaRPr lang="en-US"/>
              </a:p>
            </c:txPr>
            <c:dLblPos val="inEnd"/>
            <c:showLegendKey val="0"/>
            <c:showVal val="0"/>
            <c:showCatName val="1"/>
            <c:showSerName val="0"/>
            <c:showPercent val="1"/>
            <c:showBubbleSize val="0"/>
            <c:showLeaderLines val="1"/>
            <c:extLst>
              <c:ext xmlns:c15="http://schemas.microsoft.com/office/drawing/2012/chart" uri="{CE6537A1-D6FC-4f65-9D91-7224C49458BB}"/>
            </c:extLst>
          </c:dLbls>
          <c:cat>
            <c:strRef>
              <c:f>Sheet1!$A$2:$A$4</c:f>
              <c:strCache>
                <c:ptCount val="3"/>
                <c:pt idx="0">
                  <c:v>Education</c:v>
                </c:pt>
                <c:pt idx="1">
                  <c:v>Exposure</c:v>
                </c:pt>
                <c:pt idx="2">
                  <c:v>Experience</c:v>
                </c:pt>
              </c:strCache>
            </c:strRef>
          </c:cat>
          <c:val>
            <c:numRef>
              <c:f>Sheet1!$B$2:$B$4</c:f>
              <c:numCache>
                <c:formatCode>General</c:formatCode>
                <c:ptCount val="3"/>
                <c:pt idx="0">
                  <c:v>10</c:v>
                </c:pt>
                <c:pt idx="1">
                  <c:v>20</c:v>
                </c:pt>
                <c:pt idx="2">
                  <c:v>70</c:v>
                </c:pt>
              </c:numCache>
            </c:numRef>
          </c:val>
          <c:extLst>
            <c:ext xmlns:c16="http://schemas.microsoft.com/office/drawing/2014/chart" uri="{C3380CC4-5D6E-409C-BE32-E72D297353CC}">
              <c16:uniqueId val="{00000000-7109-48B0-8DF4-D4CFA21FCECE}"/>
            </c:ext>
          </c:extLst>
        </c:ser>
        <c:dLbls>
          <c:dLblPos val="inEnd"/>
          <c:showLegendKey val="0"/>
          <c:showVal val="0"/>
          <c:showCatName val="1"/>
          <c:showSerName val="0"/>
          <c:showPercent val="1"/>
          <c:showBubbleSize val="0"/>
          <c:showLeaderLines val="1"/>
        </c:dLbls>
        <c:firstSliceAng val="0"/>
      </c:pieChart>
    </c:plotArea>
    <c:legend>
      <c:legendPos val="b"/>
      <c:overlay val="0"/>
      <c:txPr>
        <a:bodyPr/>
        <a:lstStyle/>
        <a:p>
          <a:pPr>
            <a:defRPr sz="1200" b="0">
              <a:solidFill>
                <a:srgbClr val="FFFFFF"/>
              </a:solidFill>
              <a:latin typeface="CiscoSansTT"/>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4_1#1">
  <dgm:title val=""/>
  <dgm:desc val=""/>
  <dgm:catLst>
    <dgm:cat type="accent4" pri="11100"/>
  </dgm:catLst>
  <dgm:styleLbl name="node0">
    <dgm:fillClrLst meth="repeat">
      <a:schemeClr val="lt1"/>
    </dgm:fillClrLst>
    <dgm:linClrLst meth="repeat">
      <a:srgbClr val="02C8FF">
        <a:shade val="80000"/>
      </a:srgbClr>
    </dgm:linClrLst>
    <dgm:effectClrLst/>
    <dgm:txLinClrLst/>
    <dgm:txFillClrLst meth="repeat">
      <a:srgbClr val="FFFFFF"/>
    </dgm:txFillClrLst>
    <dgm:txEffectClrLst/>
  </dgm:styleLbl>
  <dgm:styleLbl name="node1">
    <dgm:fillClrLst meth="repeat">
      <a:schemeClr val="lt1"/>
    </dgm:fillClrLst>
    <dgm:linClrLst meth="repeat">
      <a:srgbClr val="02C8FF">
        <a:shade val="80000"/>
      </a:srgbClr>
    </dgm:linClrLst>
    <dgm:effectClrLst/>
    <dgm:txLinClrLst/>
    <dgm:txFillClrLst meth="repeat">
      <a:srgbClr val="FFFFFF"/>
    </dgm:txFillClrLst>
    <dgm:txEffectClrLst/>
  </dgm:styleLbl>
  <dgm:styleLbl name="alignNode1">
    <dgm:fillClrLst meth="repeat">
      <a:schemeClr val="lt1"/>
    </dgm:fillClrLst>
    <dgm:linClrLst meth="repeat">
      <a:srgbClr val="02C8FF">
        <a:shade val="80000"/>
      </a:srgbClr>
    </dgm:linClrLst>
    <dgm:effectClrLst/>
    <dgm:txLinClrLst/>
    <dgm:txFillClrLst meth="repeat">
      <a:srgbClr val="FFFFFF"/>
    </dgm:txFillClrLst>
    <dgm:txEffectClrLst/>
  </dgm:styleLbl>
  <dgm:styleLbl name="lnNode1">
    <dgm:fillClrLst meth="repeat">
      <a:schemeClr val="lt1"/>
    </dgm:fillClrLst>
    <dgm:linClrLst meth="repeat">
      <a:srgbClr val="02C8FF">
        <a:shade val="80000"/>
      </a:srgbClr>
    </dgm:linClrLst>
    <dgm:effectClrLst/>
    <dgm:txLinClrLst/>
    <dgm:txFillClrLst meth="repeat">
      <a:srgbClr val="FFFFFF"/>
    </dgm:txFillClrLst>
    <dgm:txEffectClrLst/>
  </dgm:styleLbl>
  <dgm:styleLbl name="vennNode1">
    <dgm:fillClrLst meth="repeat">
      <a:schemeClr val="lt1">
        <a:alpha val="50000"/>
      </a:schemeClr>
    </dgm:fillClrLst>
    <dgm:linClrLst meth="repeat">
      <a:srgbClr val="02C8FF">
        <a:shade val="80000"/>
      </a:srgbClr>
    </dgm:linClrLst>
    <dgm:effectClrLst/>
    <dgm:txLinClrLst/>
    <dgm:txFillClrLst/>
    <dgm:txEffectClrLst/>
  </dgm:styleLbl>
  <dgm:styleLbl name="node2">
    <dgm:fillClrLst meth="repeat">
      <a:schemeClr val="lt1"/>
    </dgm:fillClrLst>
    <dgm:linClrLst meth="repeat">
      <a:srgbClr val="02C8FF">
        <a:shade val="80000"/>
      </a:srgbClr>
    </dgm:linClrLst>
    <dgm:effectClrLst/>
    <dgm:txLinClrLst/>
    <dgm:txFillClrLst meth="repeat">
      <a:srgbClr val="FFFFFF"/>
    </dgm:txFillClrLst>
    <dgm:txEffectClrLst/>
  </dgm:styleLbl>
  <dgm:styleLbl name="node3">
    <dgm:fillClrLst meth="repeat">
      <a:schemeClr val="lt1"/>
    </dgm:fillClrLst>
    <dgm:linClrLst meth="repeat">
      <a:srgbClr val="02C8FF">
        <a:shade val="80000"/>
      </a:srgbClr>
    </dgm:linClrLst>
    <dgm:effectClrLst/>
    <dgm:txLinClrLst/>
    <dgm:txFillClrLst meth="repeat">
      <a:srgbClr val="FFFFFF"/>
    </dgm:txFillClrLst>
    <dgm:txEffectClrLst/>
  </dgm:styleLbl>
  <dgm:styleLbl name="node4">
    <dgm:fillClrLst meth="repeat">
      <a:schemeClr val="lt1"/>
    </dgm:fillClrLst>
    <dgm:linClrLst meth="repeat">
      <a:srgbClr val="02C8FF">
        <a:shade val="80000"/>
      </a:srgbClr>
    </dgm:linClrLst>
    <dgm:effectClrLst/>
    <dgm:txLinClrLst/>
    <dgm:txFillClrLst meth="repeat">
      <a:srgbClr val="FFFFFF"/>
    </dgm:txFillClrLst>
    <dgm:txEffectClrLst/>
  </dgm:styleLbl>
  <dgm:styleLbl name="fgImgPlace1">
    <dgm:fillClrLst meth="repeat">
      <a:srgbClr val="02C8FF">
        <a:tint val="40000"/>
      </a:srgbClr>
    </dgm:fillClrLst>
    <dgm:linClrLst meth="repeat">
      <a:srgbClr val="02C8FF">
        <a:shade val="80000"/>
      </a:srgbClr>
    </dgm:linClrLst>
    <dgm:effectClrLst/>
    <dgm:txLinClrLst/>
    <dgm:txFillClrLst meth="repeat">
      <a:srgbClr val="FFFFFF"/>
    </dgm:txFillClrLst>
    <dgm:txEffectClrLst/>
  </dgm:styleLbl>
  <dgm:styleLbl name="alignImgPlace1">
    <dgm:fillClrLst meth="repeat">
      <a:srgbClr val="02C8FF">
        <a:tint val="40000"/>
      </a:srgbClr>
    </dgm:fillClrLst>
    <dgm:linClrLst meth="repeat">
      <a:srgbClr val="02C8FF">
        <a:shade val="80000"/>
      </a:srgbClr>
    </dgm:linClrLst>
    <dgm:effectClrLst/>
    <dgm:txLinClrLst/>
    <dgm:txFillClrLst meth="repeat">
      <a:srgbClr val="FFFFFF"/>
    </dgm:txFillClrLst>
    <dgm:txEffectClrLst/>
  </dgm:styleLbl>
  <dgm:styleLbl name="bgImgPlace1">
    <dgm:fillClrLst meth="repeat">
      <a:srgbClr val="02C8FF">
        <a:tint val="40000"/>
      </a:srgbClr>
    </dgm:fillClrLst>
    <dgm:linClrLst meth="repeat">
      <a:srgbClr val="02C8FF">
        <a:shade val="80000"/>
      </a:srgbClr>
    </dgm:linClrLst>
    <dgm:effectClrLst/>
    <dgm:txLinClrLst/>
    <dgm:txFillClrLst meth="repeat">
      <a:srgbClr val="FFFFFF"/>
    </dgm:txFillClrLst>
    <dgm:txEffectClrLst/>
  </dgm:styleLbl>
  <dgm:styleLbl name="sibTrans2D1">
    <dgm:fillClrLst meth="repeat">
      <a:srgbClr val="02C8FF">
        <a:tint val="60000"/>
      </a:srgbClr>
    </dgm:fillClrLst>
    <dgm:linClrLst meth="repeat">
      <a:srgbClr val="02C8FF">
        <a:tint val="60000"/>
      </a:srgbClr>
    </dgm:linClrLst>
    <dgm:effectClrLst/>
    <dgm:txLinClrLst/>
    <dgm:txFillClrLst meth="repeat">
      <a:srgbClr val="FFFFFF"/>
    </dgm:txFillClrLst>
    <dgm:txEffectClrLst/>
  </dgm:styleLbl>
  <dgm:styleLbl name="fgSibTrans2D1">
    <dgm:fillClrLst meth="repeat">
      <a:srgbClr val="02C8FF">
        <a:tint val="60000"/>
      </a:srgbClr>
    </dgm:fillClrLst>
    <dgm:linClrLst meth="repeat">
      <a:srgbClr val="02C8FF">
        <a:tint val="60000"/>
      </a:srgbClr>
    </dgm:linClrLst>
    <dgm:effectClrLst/>
    <dgm:txLinClrLst/>
    <dgm:txFillClrLst meth="repeat">
      <a:srgbClr val="FFFFFF"/>
    </dgm:txFillClrLst>
    <dgm:txEffectClrLst/>
  </dgm:styleLbl>
  <dgm:styleLbl name="bgSibTrans2D1">
    <dgm:fillClrLst meth="repeat">
      <a:srgbClr val="02C8FF">
        <a:tint val="60000"/>
      </a:srgbClr>
    </dgm:fillClrLst>
    <dgm:linClrLst meth="repeat">
      <a:srgbClr val="02C8FF">
        <a:tint val="60000"/>
      </a:srgbClr>
    </dgm:linClrLst>
    <dgm:effectClrLst/>
    <dgm:txLinClrLst/>
    <dgm:txFillClrLst meth="repeat">
      <a:srgbClr val="FFFFFF"/>
    </dgm:txFillClrLst>
    <dgm:txEffectClrLst/>
  </dgm:styleLbl>
  <dgm:styleLbl name="sibTrans1D1">
    <dgm:fillClrLst meth="repeat">
      <a:srgbClr val="02C8FF"/>
    </dgm:fillClrLst>
    <dgm:linClrLst meth="repeat">
      <a:srgbClr val="02C8FF"/>
    </dgm:linClrLst>
    <dgm:effectClrLst/>
    <dgm:txLinClrLst/>
    <dgm:txFillClrLst meth="repeat">
      <a:srgbClr val="FFFFFF"/>
    </dgm:txFillClrLst>
    <dgm:txEffectClrLst/>
  </dgm:styleLbl>
  <dgm:styleLbl name="callout">
    <dgm:fillClrLst meth="repeat">
      <a:srgbClr val="02C8FF"/>
    </dgm:fillClrLst>
    <dgm:linClrLst meth="repeat">
      <a:srgbClr val="02C8FF"/>
    </dgm:linClrLst>
    <dgm:effectClrLst/>
    <dgm:txLinClrLst/>
    <dgm:txFillClrLst meth="repeat">
      <a:srgbClr val="FFFFFF"/>
    </dgm:txFillClrLst>
    <dgm:txEffectClrLst/>
  </dgm:styleLbl>
  <dgm:styleLbl name="asst0">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1">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2">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3">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4">
    <dgm:fillClrLst meth="repeat">
      <a:schemeClr val="lt1"/>
    </dgm:fillClrLst>
    <dgm:linClrLst meth="repeat">
      <a:srgbClr val="02C8FF">
        <a:shade val="80000"/>
      </a:srgbClr>
    </dgm:linClrLst>
    <dgm:effectClrLst/>
    <dgm:txLinClrLst/>
    <dgm:txFillClrLst meth="repeat">
      <a:srgbClr val="FFFFFF"/>
    </dgm:txFillClrLst>
    <dgm:txEffectClrLst/>
  </dgm:styleLbl>
  <dgm:styleLbl name="parChTrans2D1">
    <dgm:fillClrLst meth="repeat">
      <a:srgbClr val="02C8FF">
        <a:tint val="60000"/>
      </a:srgbClr>
    </dgm:fillClrLst>
    <dgm:linClrLst meth="repeat">
      <a:srgbClr val="02C8FF">
        <a:tint val="60000"/>
      </a:srgbClr>
    </dgm:linClrLst>
    <dgm:effectClrLst/>
    <dgm:txLinClrLst/>
    <dgm:txFillClrLst/>
    <dgm:txEffectClrLst/>
  </dgm:styleLbl>
  <dgm:styleLbl name="parChTrans2D2">
    <dgm:fillClrLst meth="repeat">
      <a:srgbClr val="02C8FF"/>
    </dgm:fillClrLst>
    <dgm:linClrLst meth="repeat">
      <a:srgbClr val="02C8FF"/>
    </dgm:linClrLst>
    <dgm:effectClrLst/>
    <dgm:txLinClrLst/>
    <dgm:txFillClrLst/>
    <dgm:txEffectClrLst/>
  </dgm:styleLbl>
  <dgm:styleLbl name="parChTrans2D3">
    <dgm:fillClrLst meth="repeat">
      <a:srgbClr val="02C8FF"/>
    </dgm:fillClrLst>
    <dgm:linClrLst meth="repeat">
      <a:srgbClr val="02C8FF"/>
    </dgm:linClrLst>
    <dgm:effectClrLst/>
    <dgm:txLinClrLst/>
    <dgm:txFillClrLst/>
    <dgm:txEffectClrLst/>
  </dgm:styleLbl>
  <dgm:styleLbl name="parChTrans2D4">
    <dgm:fillClrLst meth="repeat">
      <a:srgbClr val="02C8FF"/>
    </dgm:fillClrLst>
    <dgm:linClrLst meth="repeat">
      <a:srgbClr val="02C8FF"/>
    </dgm:linClrLst>
    <dgm:effectClrLst/>
    <dgm:txLinClrLst/>
    <dgm:txFillClrLst meth="repeat">
      <a:srgbClr val="FFFFFF"/>
    </dgm:txFillClrLst>
    <dgm:txEffectClrLst/>
  </dgm:styleLbl>
  <dgm:styleLbl name="parChTrans1D1">
    <dgm:fillClrLst meth="repeat">
      <a:srgbClr val="02C8FF"/>
    </dgm:fillClrLst>
    <dgm:linClrLst meth="repeat">
      <a:srgbClr val="02C8FF">
        <a:shade val="60000"/>
      </a:srgbClr>
    </dgm:linClrLst>
    <dgm:effectClrLst/>
    <dgm:txLinClrLst/>
    <dgm:txFillClrLst meth="repeat">
      <a:srgbClr val="FFFFFF"/>
    </dgm:txFillClrLst>
    <dgm:txEffectClrLst/>
  </dgm:styleLbl>
  <dgm:styleLbl name="parChTrans1D2">
    <dgm:fillClrLst meth="repeat">
      <a:srgbClr val="02C8FF"/>
    </dgm:fillClrLst>
    <dgm:linClrLst meth="repeat">
      <a:srgbClr val="02C8FF">
        <a:shade val="60000"/>
      </a:srgbClr>
    </dgm:linClrLst>
    <dgm:effectClrLst/>
    <dgm:txLinClrLst/>
    <dgm:txFillClrLst meth="repeat">
      <a:srgbClr val="FFFFFF"/>
    </dgm:txFillClrLst>
    <dgm:txEffectClrLst/>
  </dgm:styleLbl>
  <dgm:styleLbl name="parChTrans1D3">
    <dgm:fillClrLst meth="repeat">
      <a:srgbClr val="02C8FF"/>
    </dgm:fillClrLst>
    <dgm:linClrLst meth="repeat">
      <a:srgbClr val="02C8FF">
        <a:shade val="80000"/>
      </a:srgbClr>
    </dgm:linClrLst>
    <dgm:effectClrLst/>
    <dgm:txLinClrLst/>
    <dgm:txFillClrLst meth="repeat">
      <a:srgbClr val="FFFFFF"/>
    </dgm:txFillClrLst>
    <dgm:txEffectClrLst/>
  </dgm:styleLbl>
  <dgm:styleLbl name="parChTrans1D4">
    <dgm:fillClrLst meth="repeat">
      <a:srgbClr val="02C8FF"/>
    </dgm:fillClrLst>
    <dgm:linClrLst meth="repeat">
      <a:srgbClr val="02C8FF">
        <a:shade val="80000"/>
      </a:srgbClr>
    </dgm:linClrLst>
    <dgm:effectClrLst/>
    <dgm:txLinClrLst/>
    <dgm:txFillClrLst meth="repeat">
      <a:srgbClr val="FFFFFF"/>
    </dgm:txFillClrLst>
    <dgm:txEffectClrLst/>
  </dgm:styleLbl>
  <dgm:styleLbl name="fg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conFg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align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trAlignAcc1">
    <dgm:fillClrLst meth="repeat">
      <a:srgbClr val="02C8FF">
        <a:alpha val="40000"/>
        <a:tint val="40000"/>
      </a:srgbClr>
    </dgm:fillClrLst>
    <dgm:linClrLst meth="repeat">
      <a:srgbClr val="02C8FF"/>
    </dgm:linClrLst>
    <dgm:effectClrLst/>
    <dgm:txLinClrLst/>
    <dgm:txFillClrLst meth="repeat">
      <a:srgbClr val="FFFFFF"/>
    </dgm:txFillClrLst>
    <dgm:txEffectClrLst/>
  </dgm:styleLbl>
  <dgm:styleLbl name="bg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solidFgAcc1">
    <dgm:fillClrLst meth="repeat">
      <a:schemeClr val="lt1"/>
    </dgm:fillClrLst>
    <dgm:linClrLst meth="repeat">
      <a:srgbClr val="02C8FF"/>
    </dgm:linClrLst>
    <dgm:effectClrLst/>
    <dgm:txLinClrLst/>
    <dgm:txFillClrLst meth="repeat">
      <a:srgbClr val="FFFFFF"/>
    </dgm:txFillClrLst>
    <dgm:txEffectClrLst/>
  </dgm:styleLbl>
  <dgm:styleLbl name="solidAlignAcc1">
    <dgm:fillClrLst meth="repeat">
      <a:schemeClr val="lt1"/>
    </dgm:fillClrLst>
    <dgm:linClrLst meth="repeat">
      <a:srgbClr val="02C8FF"/>
    </dgm:linClrLst>
    <dgm:effectClrLst/>
    <dgm:txLinClrLst/>
    <dgm:txFillClrLst meth="repeat">
      <a:srgbClr val="FFFFFF"/>
    </dgm:txFillClrLst>
    <dgm:txEffectClrLst/>
  </dgm:styleLbl>
  <dgm:styleLbl name="solidBgAcc1">
    <dgm:fillClrLst meth="repeat">
      <a:schemeClr val="lt1"/>
    </dgm:fillClrLst>
    <dgm:linClrLst meth="repeat">
      <a:srgbClr val="02C8FF"/>
    </dgm:linClrLst>
    <dgm:effectClrLst/>
    <dgm:txLinClrLst/>
    <dgm:txFillClrLst meth="repeat">
      <a:srgbClr val="FFFFFF"/>
    </dgm:txFillClrLst>
    <dgm:txEffectClrLst/>
  </dgm:styleLbl>
  <dgm:styleLbl name="fgAccFollowNode1">
    <dgm:fillClrLst meth="repeat">
      <a:schemeClr val="lt1">
        <a:alpha val="90000"/>
        <a:tint val="40000"/>
      </a:schemeClr>
    </dgm:fillClrLst>
    <dgm:linClrLst meth="repeat">
      <a:srgbClr val="02C8FF">
        <a:alpha val="90000"/>
      </a:srgbClr>
    </dgm:linClrLst>
    <dgm:effectClrLst/>
    <dgm:txLinClrLst/>
    <dgm:txFillClrLst meth="repeat">
      <a:srgbClr val="FFFFFF"/>
    </dgm:txFillClrLst>
    <dgm:txEffectClrLst/>
  </dgm:styleLbl>
  <dgm:styleLbl name="alignAccFollowNode1">
    <dgm:fillClrLst meth="repeat">
      <a:schemeClr val="lt1">
        <a:alpha val="90000"/>
        <a:tint val="40000"/>
      </a:schemeClr>
    </dgm:fillClrLst>
    <dgm:linClrLst meth="repeat">
      <a:srgbClr val="02C8FF">
        <a:alpha val="90000"/>
      </a:srgbClr>
    </dgm:linClrLst>
    <dgm:effectClrLst/>
    <dgm:txLinClrLst/>
    <dgm:txFillClrLst meth="repeat">
      <a:srgbClr val="FFFFFF"/>
    </dgm:txFillClrLst>
    <dgm:txEffectClrLst/>
  </dgm:styleLbl>
  <dgm:styleLbl name="bgAccFollowNode1">
    <dgm:fillClrLst meth="repeat">
      <a:schemeClr val="lt1">
        <a:alpha val="90000"/>
        <a:tint val="40000"/>
      </a:schemeClr>
    </dgm:fillClrLst>
    <dgm:linClrLst meth="repeat">
      <a:srgbClr val="02C8FF">
        <a:alpha val="90000"/>
      </a:srgbClr>
    </dgm:linClrLst>
    <dgm:effectClrLst/>
    <dgm:txLinClrLst/>
    <dgm:txFillClrLst meth="repeat">
      <a:srgbClr val="FFFFFF"/>
    </dgm:txFillClrLst>
    <dgm:txEffectClrLst/>
  </dgm:styleLbl>
  <dgm:styleLbl name="fgAcc0">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fgAcc2">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fgAcc3">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fgAcc4">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bgShp">
    <dgm:fillClrLst meth="repeat">
      <a:srgbClr val="02C8FF">
        <a:tint val="40000"/>
      </a:srgbClr>
    </dgm:fillClrLst>
    <dgm:linClrLst meth="repeat">
      <a:srgbClr val="02C8FF"/>
    </dgm:linClrLst>
    <dgm:effectClrLst/>
    <dgm:txLinClrLst/>
    <dgm:txFillClrLst meth="repeat">
      <a:srgbClr val="FFFFFF"/>
    </dgm:txFillClrLst>
    <dgm:txEffectClrLst/>
  </dgm:styleLbl>
  <dgm:styleLbl name="dkBgShp">
    <dgm:fillClrLst meth="repeat">
      <a:srgbClr val="02C8FF">
        <a:shade val="80000"/>
      </a:srgbClr>
    </dgm:fillClrLst>
    <dgm:linClrLst meth="repeat">
      <a:srgbClr val="02C8FF"/>
    </dgm:linClrLst>
    <dgm:effectClrLst/>
    <dgm:txLinClrLst/>
    <dgm:txFillClrLst meth="repeat">
      <a:srgbClr val="FFFFFF"/>
    </dgm:txFillClrLst>
    <dgm:txEffectClrLst/>
  </dgm:styleLbl>
  <dgm:styleLbl name="trBgShp">
    <dgm:fillClrLst meth="repeat">
      <a:srgbClr val="02C8FF">
        <a:tint val="50000"/>
        <a:alpha val="40000"/>
      </a:srgbClr>
    </dgm:fillClrLst>
    <dgm:linClrLst meth="repeat">
      <a:srgbClr val="02C8FF"/>
    </dgm:linClrLst>
    <dgm:effectClrLst/>
    <dgm:txLinClrLst/>
    <dgm:txFillClrLst meth="repeat">
      <a:srgbClr val="FFFFFF"/>
    </dgm:txFillClrLst>
    <dgm:txEffectClrLst/>
  </dgm:styleLbl>
  <dgm:styleLbl name="fgShp">
    <dgm:fillClrLst meth="repeat">
      <a:srgbClr val="02C8FF">
        <a:tint val="60000"/>
      </a:srgbClr>
    </dgm:fillClrLst>
    <dgm:linClrLst meth="repeat">
      <a:schemeClr val="lt1"/>
    </dgm:linClrLst>
    <dgm:effectClrLst/>
    <dgm:txLinClrLst/>
    <dgm:txFillClrLst meth="repeat">
      <a:srgbClr val="FFFFFF"/>
    </dgm:txFillClrLst>
    <dgm:txEffectClrLst/>
  </dgm:styleLbl>
  <dgm:styleLbl name="revTx">
    <dgm:fillClrLst meth="repeat">
      <a:schemeClr val="lt1">
        <a:alpha val="0"/>
      </a:schemeClr>
    </dgm:fillClrLst>
    <dgm:linClrLst meth="repeat">
      <a:srgbClr val="FFFFFF">
        <a:alpha val="0"/>
      </a:srgbClr>
    </dgm:linClrLst>
    <dgm:effectClrLst/>
    <dgm:txLinClrLst/>
    <dgm:txFillClrLst meth="repeat">
      <a:srgbClr val="FFFFFF"/>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1#2">
  <dgm:title val=""/>
  <dgm:desc val=""/>
  <dgm:catLst>
    <dgm:cat type="accent4" pri="11100"/>
  </dgm:catLst>
  <dgm:styleLbl name="node0">
    <dgm:fillClrLst meth="repeat">
      <a:schemeClr val="lt1"/>
    </dgm:fillClrLst>
    <dgm:linClrLst meth="repeat">
      <a:srgbClr val="02C8FF">
        <a:shade val="80000"/>
      </a:srgbClr>
    </dgm:linClrLst>
    <dgm:effectClrLst/>
    <dgm:txLinClrLst/>
    <dgm:txFillClrLst meth="repeat">
      <a:srgbClr val="FFFFFF"/>
    </dgm:txFillClrLst>
    <dgm:txEffectClrLst/>
  </dgm:styleLbl>
  <dgm:styleLbl name="node1">
    <dgm:fillClrLst meth="repeat">
      <a:schemeClr val="lt1"/>
    </dgm:fillClrLst>
    <dgm:linClrLst meth="repeat">
      <a:srgbClr val="02C8FF">
        <a:shade val="80000"/>
      </a:srgbClr>
    </dgm:linClrLst>
    <dgm:effectClrLst/>
    <dgm:txLinClrLst/>
    <dgm:txFillClrLst meth="repeat">
      <a:srgbClr val="FFFFFF"/>
    </dgm:txFillClrLst>
    <dgm:txEffectClrLst/>
  </dgm:styleLbl>
  <dgm:styleLbl name="alignNode1">
    <dgm:fillClrLst meth="repeat">
      <a:schemeClr val="lt1"/>
    </dgm:fillClrLst>
    <dgm:linClrLst meth="repeat">
      <a:srgbClr val="02C8FF">
        <a:shade val="80000"/>
      </a:srgbClr>
    </dgm:linClrLst>
    <dgm:effectClrLst/>
    <dgm:txLinClrLst/>
    <dgm:txFillClrLst meth="repeat">
      <a:srgbClr val="FFFFFF"/>
    </dgm:txFillClrLst>
    <dgm:txEffectClrLst/>
  </dgm:styleLbl>
  <dgm:styleLbl name="lnNode1">
    <dgm:fillClrLst meth="repeat">
      <a:schemeClr val="lt1"/>
    </dgm:fillClrLst>
    <dgm:linClrLst meth="repeat">
      <a:srgbClr val="02C8FF">
        <a:shade val="80000"/>
      </a:srgbClr>
    </dgm:linClrLst>
    <dgm:effectClrLst/>
    <dgm:txLinClrLst/>
    <dgm:txFillClrLst meth="repeat">
      <a:srgbClr val="FFFFFF"/>
    </dgm:txFillClrLst>
    <dgm:txEffectClrLst/>
  </dgm:styleLbl>
  <dgm:styleLbl name="vennNode1">
    <dgm:fillClrLst meth="repeat">
      <a:schemeClr val="lt1">
        <a:alpha val="50000"/>
      </a:schemeClr>
    </dgm:fillClrLst>
    <dgm:linClrLst meth="repeat">
      <a:srgbClr val="02C8FF">
        <a:shade val="80000"/>
      </a:srgbClr>
    </dgm:linClrLst>
    <dgm:effectClrLst/>
    <dgm:txLinClrLst/>
    <dgm:txFillClrLst/>
    <dgm:txEffectClrLst/>
  </dgm:styleLbl>
  <dgm:styleLbl name="node2">
    <dgm:fillClrLst meth="repeat">
      <a:schemeClr val="lt1"/>
    </dgm:fillClrLst>
    <dgm:linClrLst meth="repeat">
      <a:srgbClr val="02C8FF">
        <a:shade val="80000"/>
      </a:srgbClr>
    </dgm:linClrLst>
    <dgm:effectClrLst/>
    <dgm:txLinClrLst/>
    <dgm:txFillClrLst meth="repeat">
      <a:srgbClr val="FFFFFF"/>
    </dgm:txFillClrLst>
    <dgm:txEffectClrLst/>
  </dgm:styleLbl>
  <dgm:styleLbl name="node3">
    <dgm:fillClrLst meth="repeat">
      <a:schemeClr val="lt1"/>
    </dgm:fillClrLst>
    <dgm:linClrLst meth="repeat">
      <a:srgbClr val="02C8FF">
        <a:shade val="80000"/>
      </a:srgbClr>
    </dgm:linClrLst>
    <dgm:effectClrLst/>
    <dgm:txLinClrLst/>
    <dgm:txFillClrLst meth="repeat">
      <a:srgbClr val="FFFFFF"/>
    </dgm:txFillClrLst>
    <dgm:txEffectClrLst/>
  </dgm:styleLbl>
  <dgm:styleLbl name="node4">
    <dgm:fillClrLst meth="repeat">
      <a:schemeClr val="lt1"/>
    </dgm:fillClrLst>
    <dgm:linClrLst meth="repeat">
      <a:srgbClr val="02C8FF">
        <a:shade val="80000"/>
      </a:srgbClr>
    </dgm:linClrLst>
    <dgm:effectClrLst/>
    <dgm:txLinClrLst/>
    <dgm:txFillClrLst meth="repeat">
      <a:srgbClr val="FFFFFF"/>
    </dgm:txFillClrLst>
    <dgm:txEffectClrLst/>
  </dgm:styleLbl>
  <dgm:styleLbl name="fgImgPlace1">
    <dgm:fillClrLst meth="repeat">
      <a:srgbClr val="02C8FF">
        <a:tint val="40000"/>
      </a:srgbClr>
    </dgm:fillClrLst>
    <dgm:linClrLst meth="repeat">
      <a:srgbClr val="02C8FF">
        <a:shade val="80000"/>
      </a:srgbClr>
    </dgm:linClrLst>
    <dgm:effectClrLst/>
    <dgm:txLinClrLst/>
    <dgm:txFillClrLst meth="repeat">
      <a:srgbClr val="FFFFFF"/>
    </dgm:txFillClrLst>
    <dgm:txEffectClrLst/>
  </dgm:styleLbl>
  <dgm:styleLbl name="alignImgPlace1">
    <dgm:fillClrLst meth="repeat">
      <a:srgbClr val="02C8FF">
        <a:tint val="40000"/>
      </a:srgbClr>
    </dgm:fillClrLst>
    <dgm:linClrLst meth="repeat">
      <a:srgbClr val="02C8FF">
        <a:shade val="80000"/>
      </a:srgbClr>
    </dgm:linClrLst>
    <dgm:effectClrLst/>
    <dgm:txLinClrLst/>
    <dgm:txFillClrLst meth="repeat">
      <a:srgbClr val="FFFFFF"/>
    </dgm:txFillClrLst>
    <dgm:txEffectClrLst/>
  </dgm:styleLbl>
  <dgm:styleLbl name="bgImgPlace1">
    <dgm:fillClrLst meth="repeat">
      <a:srgbClr val="02C8FF">
        <a:tint val="40000"/>
      </a:srgbClr>
    </dgm:fillClrLst>
    <dgm:linClrLst meth="repeat">
      <a:srgbClr val="02C8FF">
        <a:shade val="80000"/>
      </a:srgbClr>
    </dgm:linClrLst>
    <dgm:effectClrLst/>
    <dgm:txLinClrLst/>
    <dgm:txFillClrLst meth="repeat">
      <a:srgbClr val="FFFFFF"/>
    </dgm:txFillClrLst>
    <dgm:txEffectClrLst/>
  </dgm:styleLbl>
  <dgm:styleLbl name="sibTrans2D1">
    <dgm:fillClrLst meth="repeat">
      <a:srgbClr val="02C8FF">
        <a:tint val="60000"/>
      </a:srgbClr>
    </dgm:fillClrLst>
    <dgm:linClrLst meth="repeat">
      <a:srgbClr val="02C8FF">
        <a:tint val="60000"/>
      </a:srgbClr>
    </dgm:linClrLst>
    <dgm:effectClrLst/>
    <dgm:txLinClrLst/>
    <dgm:txFillClrLst meth="repeat">
      <a:srgbClr val="FFFFFF"/>
    </dgm:txFillClrLst>
    <dgm:txEffectClrLst/>
  </dgm:styleLbl>
  <dgm:styleLbl name="fgSibTrans2D1">
    <dgm:fillClrLst meth="repeat">
      <a:srgbClr val="02C8FF">
        <a:tint val="60000"/>
      </a:srgbClr>
    </dgm:fillClrLst>
    <dgm:linClrLst meth="repeat">
      <a:srgbClr val="02C8FF">
        <a:tint val="60000"/>
      </a:srgbClr>
    </dgm:linClrLst>
    <dgm:effectClrLst/>
    <dgm:txLinClrLst/>
    <dgm:txFillClrLst meth="repeat">
      <a:srgbClr val="FFFFFF"/>
    </dgm:txFillClrLst>
    <dgm:txEffectClrLst/>
  </dgm:styleLbl>
  <dgm:styleLbl name="bgSibTrans2D1">
    <dgm:fillClrLst meth="repeat">
      <a:srgbClr val="02C8FF">
        <a:tint val="60000"/>
      </a:srgbClr>
    </dgm:fillClrLst>
    <dgm:linClrLst meth="repeat">
      <a:srgbClr val="02C8FF">
        <a:tint val="60000"/>
      </a:srgbClr>
    </dgm:linClrLst>
    <dgm:effectClrLst/>
    <dgm:txLinClrLst/>
    <dgm:txFillClrLst meth="repeat">
      <a:srgbClr val="FFFFFF"/>
    </dgm:txFillClrLst>
    <dgm:txEffectClrLst/>
  </dgm:styleLbl>
  <dgm:styleLbl name="sibTrans1D1">
    <dgm:fillClrLst meth="repeat">
      <a:srgbClr val="02C8FF"/>
    </dgm:fillClrLst>
    <dgm:linClrLst meth="repeat">
      <a:srgbClr val="02C8FF"/>
    </dgm:linClrLst>
    <dgm:effectClrLst/>
    <dgm:txLinClrLst/>
    <dgm:txFillClrLst meth="repeat">
      <a:srgbClr val="FFFFFF"/>
    </dgm:txFillClrLst>
    <dgm:txEffectClrLst/>
  </dgm:styleLbl>
  <dgm:styleLbl name="callout">
    <dgm:fillClrLst meth="repeat">
      <a:srgbClr val="02C8FF"/>
    </dgm:fillClrLst>
    <dgm:linClrLst meth="repeat">
      <a:srgbClr val="02C8FF"/>
    </dgm:linClrLst>
    <dgm:effectClrLst/>
    <dgm:txLinClrLst/>
    <dgm:txFillClrLst meth="repeat">
      <a:srgbClr val="FFFFFF"/>
    </dgm:txFillClrLst>
    <dgm:txEffectClrLst/>
  </dgm:styleLbl>
  <dgm:styleLbl name="asst0">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1">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2">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3">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4">
    <dgm:fillClrLst meth="repeat">
      <a:schemeClr val="lt1"/>
    </dgm:fillClrLst>
    <dgm:linClrLst meth="repeat">
      <a:srgbClr val="02C8FF">
        <a:shade val="80000"/>
      </a:srgbClr>
    </dgm:linClrLst>
    <dgm:effectClrLst/>
    <dgm:txLinClrLst/>
    <dgm:txFillClrLst meth="repeat">
      <a:srgbClr val="FFFFFF"/>
    </dgm:txFillClrLst>
    <dgm:txEffectClrLst/>
  </dgm:styleLbl>
  <dgm:styleLbl name="parChTrans2D1">
    <dgm:fillClrLst meth="repeat">
      <a:srgbClr val="02C8FF">
        <a:tint val="60000"/>
      </a:srgbClr>
    </dgm:fillClrLst>
    <dgm:linClrLst meth="repeat">
      <a:srgbClr val="02C8FF">
        <a:tint val="60000"/>
      </a:srgbClr>
    </dgm:linClrLst>
    <dgm:effectClrLst/>
    <dgm:txLinClrLst/>
    <dgm:txFillClrLst/>
    <dgm:txEffectClrLst/>
  </dgm:styleLbl>
  <dgm:styleLbl name="parChTrans2D2">
    <dgm:fillClrLst meth="repeat">
      <a:srgbClr val="02C8FF"/>
    </dgm:fillClrLst>
    <dgm:linClrLst meth="repeat">
      <a:srgbClr val="02C8FF"/>
    </dgm:linClrLst>
    <dgm:effectClrLst/>
    <dgm:txLinClrLst/>
    <dgm:txFillClrLst/>
    <dgm:txEffectClrLst/>
  </dgm:styleLbl>
  <dgm:styleLbl name="parChTrans2D3">
    <dgm:fillClrLst meth="repeat">
      <a:srgbClr val="02C8FF"/>
    </dgm:fillClrLst>
    <dgm:linClrLst meth="repeat">
      <a:srgbClr val="02C8FF"/>
    </dgm:linClrLst>
    <dgm:effectClrLst/>
    <dgm:txLinClrLst/>
    <dgm:txFillClrLst/>
    <dgm:txEffectClrLst/>
  </dgm:styleLbl>
  <dgm:styleLbl name="parChTrans2D4">
    <dgm:fillClrLst meth="repeat">
      <a:srgbClr val="02C8FF"/>
    </dgm:fillClrLst>
    <dgm:linClrLst meth="repeat">
      <a:srgbClr val="02C8FF"/>
    </dgm:linClrLst>
    <dgm:effectClrLst/>
    <dgm:txLinClrLst/>
    <dgm:txFillClrLst meth="repeat">
      <a:srgbClr val="FFFFFF"/>
    </dgm:txFillClrLst>
    <dgm:txEffectClrLst/>
  </dgm:styleLbl>
  <dgm:styleLbl name="parChTrans1D1">
    <dgm:fillClrLst meth="repeat">
      <a:srgbClr val="02C8FF"/>
    </dgm:fillClrLst>
    <dgm:linClrLst meth="repeat">
      <a:srgbClr val="02C8FF">
        <a:shade val="60000"/>
      </a:srgbClr>
    </dgm:linClrLst>
    <dgm:effectClrLst/>
    <dgm:txLinClrLst/>
    <dgm:txFillClrLst meth="repeat">
      <a:srgbClr val="FFFFFF"/>
    </dgm:txFillClrLst>
    <dgm:txEffectClrLst/>
  </dgm:styleLbl>
  <dgm:styleLbl name="parChTrans1D2">
    <dgm:fillClrLst meth="repeat">
      <a:srgbClr val="02C8FF"/>
    </dgm:fillClrLst>
    <dgm:linClrLst meth="repeat">
      <a:srgbClr val="02C8FF">
        <a:shade val="60000"/>
      </a:srgbClr>
    </dgm:linClrLst>
    <dgm:effectClrLst/>
    <dgm:txLinClrLst/>
    <dgm:txFillClrLst meth="repeat">
      <a:srgbClr val="FFFFFF"/>
    </dgm:txFillClrLst>
    <dgm:txEffectClrLst/>
  </dgm:styleLbl>
  <dgm:styleLbl name="parChTrans1D3">
    <dgm:fillClrLst meth="repeat">
      <a:srgbClr val="02C8FF"/>
    </dgm:fillClrLst>
    <dgm:linClrLst meth="repeat">
      <a:srgbClr val="02C8FF">
        <a:shade val="80000"/>
      </a:srgbClr>
    </dgm:linClrLst>
    <dgm:effectClrLst/>
    <dgm:txLinClrLst/>
    <dgm:txFillClrLst meth="repeat">
      <a:srgbClr val="FFFFFF"/>
    </dgm:txFillClrLst>
    <dgm:txEffectClrLst/>
  </dgm:styleLbl>
  <dgm:styleLbl name="parChTrans1D4">
    <dgm:fillClrLst meth="repeat">
      <a:srgbClr val="02C8FF"/>
    </dgm:fillClrLst>
    <dgm:linClrLst meth="repeat">
      <a:srgbClr val="02C8FF">
        <a:shade val="80000"/>
      </a:srgbClr>
    </dgm:linClrLst>
    <dgm:effectClrLst/>
    <dgm:txLinClrLst/>
    <dgm:txFillClrLst meth="repeat">
      <a:srgbClr val="FFFFFF"/>
    </dgm:txFillClrLst>
    <dgm:txEffectClrLst/>
  </dgm:styleLbl>
  <dgm:styleLbl name="fg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conFg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align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trAlignAcc1">
    <dgm:fillClrLst meth="repeat">
      <a:srgbClr val="02C8FF">
        <a:alpha val="40000"/>
        <a:tint val="40000"/>
      </a:srgbClr>
    </dgm:fillClrLst>
    <dgm:linClrLst meth="repeat">
      <a:srgbClr val="02C8FF"/>
    </dgm:linClrLst>
    <dgm:effectClrLst/>
    <dgm:txLinClrLst/>
    <dgm:txFillClrLst meth="repeat">
      <a:srgbClr val="FFFFFF"/>
    </dgm:txFillClrLst>
    <dgm:txEffectClrLst/>
  </dgm:styleLbl>
  <dgm:styleLbl name="bg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solidFgAcc1">
    <dgm:fillClrLst meth="repeat">
      <a:schemeClr val="lt1"/>
    </dgm:fillClrLst>
    <dgm:linClrLst meth="repeat">
      <a:srgbClr val="02C8FF"/>
    </dgm:linClrLst>
    <dgm:effectClrLst/>
    <dgm:txLinClrLst/>
    <dgm:txFillClrLst meth="repeat">
      <a:srgbClr val="FFFFFF"/>
    </dgm:txFillClrLst>
    <dgm:txEffectClrLst/>
  </dgm:styleLbl>
  <dgm:styleLbl name="solidAlignAcc1">
    <dgm:fillClrLst meth="repeat">
      <a:schemeClr val="lt1"/>
    </dgm:fillClrLst>
    <dgm:linClrLst meth="repeat">
      <a:srgbClr val="02C8FF"/>
    </dgm:linClrLst>
    <dgm:effectClrLst/>
    <dgm:txLinClrLst/>
    <dgm:txFillClrLst meth="repeat">
      <a:srgbClr val="FFFFFF"/>
    </dgm:txFillClrLst>
    <dgm:txEffectClrLst/>
  </dgm:styleLbl>
  <dgm:styleLbl name="solidBgAcc1">
    <dgm:fillClrLst meth="repeat">
      <a:schemeClr val="lt1"/>
    </dgm:fillClrLst>
    <dgm:linClrLst meth="repeat">
      <a:srgbClr val="02C8FF"/>
    </dgm:linClrLst>
    <dgm:effectClrLst/>
    <dgm:txLinClrLst/>
    <dgm:txFillClrLst meth="repeat">
      <a:srgbClr val="FFFFFF"/>
    </dgm:txFillClrLst>
    <dgm:txEffectClrLst/>
  </dgm:styleLbl>
  <dgm:styleLbl name="fgAccFollowNode1">
    <dgm:fillClrLst meth="repeat">
      <a:schemeClr val="lt1">
        <a:alpha val="90000"/>
        <a:tint val="40000"/>
      </a:schemeClr>
    </dgm:fillClrLst>
    <dgm:linClrLst meth="repeat">
      <a:srgbClr val="02C8FF">
        <a:alpha val="90000"/>
      </a:srgbClr>
    </dgm:linClrLst>
    <dgm:effectClrLst/>
    <dgm:txLinClrLst/>
    <dgm:txFillClrLst meth="repeat">
      <a:srgbClr val="FFFFFF"/>
    </dgm:txFillClrLst>
    <dgm:txEffectClrLst/>
  </dgm:styleLbl>
  <dgm:styleLbl name="alignAccFollowNode1">
    <dgm:fillClrLst meth="repeat">
      <a:schemeClr val="lt1">
        <a:alpha val="90000"/>
        <a:tint val="40000"/>
      </a:schemeClr>
    </dgm:fillClrLst>
    <dgm:linClrLst meth="repeat">
      <a:srgbClr val="02C8FF">
        <a:alpha val="90000"/>
      </a:srgbClr>
    </dgm:linClrLst>
    <dgm:effectClrLst/>
    <dgm:txLinClrLst/>
    <dgm:txFillClrLst meth="repeat">
      <a:srgbClr val="FFFFFF"/>
    </dgm:txFillClrLst>
    <dgm:txEffectClrLst/>
  </dgm:styleLbl>
  <dgm:styleLbl name="bgAccFollowNode1">
    <dgm:fillClrLst meth="repeat">
      <a:schemeClr val="lt1">
        <a:alpha val="90000"/>
        <a:tint val="40000"/>
      </a:schemeClr>
    </dgm:fillClrLst>
    <dgm:linClrLst meth="repeat">
      <a:srgbClr val="02C8FF">
        <a:alpha val="90000"/>
      </a:srgbClr>
    </dgm:linClrLst>
    <dgm:effectClrLst/>
    <dgm:txLinClrLst/>
    <dgm:txFillClrLst meth="repeat">
      <a:srgbClr val="FFFFFF"/>
    </dgm:txFillClrLst>
    <dgm:txEffectClrLst/>
  </dgm:styleLbl>
  <dgm:styleLbl name="fgAcc0">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fgAcc2">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fgAcc3">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fgAcc4">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bgShp">
    <dgm:fillClrLst meth="repeat">
      <a:srgbClr val="02C8FF">
        <a:tint val="40000"/>
      </a:srgbClr>
    </dgm:fillClrLst>
    <dgm:linClrLst meth="repeat">
      <a:srgbClr val="02C8FF"/>
    </dgm:linClrLst>
    <dgm:effectClrLst/>
    <dgm:txLinClrLst/>
    <dgm:txFillClrLst meth="repeat">
      <a:srgbClr val="FFFFFF"/>
    </dgm:txFillClrLst>
    <dgm:txEffectClrLst/>
  </dgm:styleLbl>
  <dgm:styleLbl name="dkBgShp">
    <dgm:fillClrLst meth="repeat">
      <a:srgbClr val="02C8FF">
        <a:shade val="80000"/>
      </a:srgbClr>
    </dgm:fillClrLst>
    <dgm:linClrLst meth="repeat">
      <a:srgbClr val="02C8FF"/>
    </dgm:linClrLst>
    <dgm:effectClrLst/>
    <dgm:txLinClrLst/>
    <dgm:txFillClrLst meth="repeat">
      <a:srgbClr val="FFFFFF"/>
    </dgm:txFillClrLst>
    <dgm:txEffectClrLst/>
  </dgm:styleLbl>
  <dgm:styleLbl name="trBgShp">
    <dgm:fillClrLst meth="repeat">
      <a:srgbClr val="02C8FF">
        <a:tint val="50000"/>
        <a:alpha val="40000"/>
      </a:srgbClr>
    </dgm:fillClrLst>
    <dgm:linClrLst meth="repeat">
      <a:srgbClr val="02C8FF"/>
    </dgm:linClrLst>
    <dgm:effectClrLst/>
    <dgm:txLinClrLst/>
    <dgm:txFillClrLst meth="repeat">
      <a:srgbClr val="FFFFFF"/>
    </dgm:txFillClrLst>
    <dgm:txEffectClrLst/>
  </dgm:styleLbl>
  <dgm:styleLbl name="fgShp">
    <dgm:fillClrLst meth="repeat">
      <a:srgbClr val="02C8FF">
        <a:tint val="60000"/>
      </a:srgbClr>
    </dgm:fillClrLst>
    <dgm:linClrLst meth="repeat">
      <a:schemeClr val="lt1"/>
    </dgm:linClrLst>
    <dgm:effectClrLst/>
    <dgm:txLinClrLst/>
    <dgm:txFillClrLst meth="repeat">
      <a:srgbClr val="FFFFFF"/>
    </dgm:txFillClrLst>
    <dgm:txEffectClrLst/>
  </dgm:styleLbl>
  <dgm:styleLbl name="revTx">
    <dgm:fillClrLst meth="repeat">
      <a:schemeClr val="lt1">
        <a:alpha val="0"/>
      </a:schemeClr>
    </dgm:fillClrLst>
    <dgm:linClrLst meth="repeat">
      <a:srgbClr val="FFFFFF">
        <a:alpha val="0"/>
      </a:srgbClr>
    </dgm:linClrLst>
    <dgm:effectClrLst/>
    <dgm:txLinClrLst/>
    <dgm:txFillClrLst meth="repeat">
      <a:srgbClr val="FFFFFF"/>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1#3">
  <dgm:title val=""/>
  <dgm:desc val=""/>
  <dgm:catLst>
    <dgm:cat type="accent4" pri="11100"/>
  </dgm:catLst>
  <dgm:styleLbl name="node0">
    <dgm:fillClrLst meth="repeat">
      <a:schemeClr val="lt1"/>
    </dgm:fillClrLst>
    <dgm:linClrLst meth="repeat">
      <a:srgbClr val="02C8FF">
        <a:shade val="80000"/>
      </a:srgbClr>
    </dgm:linClrLst>
    <dgm:effectClrLst/>
    <dgm:txLinClrLst/>
    <dgm:txFillClrLst meth="repeat">
      <a:srgbClr val="FFFFFF"/>
    </dgm:txFillClrLst>
    <dgm:txEffectClrLst/>
  </dgm:styleLbl>
  <dgm:styleLbl name="node1">
    <dgm:fillClrLst meth="repeat">
      <a:schemeClr val="lt1"/>
    </dgm:fillClrLst>
    <dgm:linClrLst meth="repeat">
      <a:srgbClr val="02C8FF">
        <a:shade val="80000"/>
      </a:srgbClr>
    </dgm:linClrLst>
    <dgm:effectClrLst/>
    <dgm:txLinClrLst/>
    <dgm:txFillClrLst meth="repeat">
      <a:srgbClr val="FFFFFF"/>
    </dgm:txFillClrLst>
    <dgm:txEffectClrLst/>
  </dgm:styleLbl>
  <dgm:styleLbl name="alignNode1">
    <dgm:fillClrLst meth="repeat">
      <a:schemeClr val="lt1"/>
    </dgm:fillClrLst>
    <dgm:linClrLst meth="repeat">
      <a:srgbClr val="02C8FF">
        <a:shade val="80000"/>
      </a:srgbClr>
    </dgm:linClrLst>
    <dgm:effectClrLst/>
    <dgm:txLinClrLst/>
    <dgm:txFillClrLst meth="repeat">
      <a:srgbClr val="FFFFFF"/>
    </dgm:txFillClrLst>
    <dgm:txEffectClrLst/>
  </dgm:styleLbl>
  <dgm:styleLbl name="lnNode1">
    <dgm:fillClrLst meth="repeat">
      <a:schemeClr val="lt1"/>
    </dgm:fillClrLst>
    <dgm:linClrLst meth="repeat">
      <a:srgbClr val="02C8FF">
        <a:shade val="80000"/>
      </a:srgbClr>
    </dgm:linClrLst>
    <dgm:effectClrLst/>
    <dgm:txLinClrLst/>
    <dgm:txFillClrLst meth="repeat">
      <a:srgbClr val="FFFFFF"/>
    </dgm:txFillClrLst>
    <dgm:txEffectClrLst/>
  </dgm:styleLbl>
  <dgm:styleLbl name="vennNode1">
    <dgm:fillClrLst meth="repeat">
      <a:schemeClr val="lt1">
        <a:alpha val="50000"/>
      </a:schemeClr>
    </dgm:fillClrLst>
    <dgm:linClrLst meth="repeat">
      <a:srgbClr val="02C8FF">
        <a:shade val="80000"/>
      </a:srgbClr>
    </dgm:linClrLst>
    <dgm:effectClrLst/>
    <dgm:txLinClrLst/>
    <dgm:txFillClrLst/>
    <dgm:txEffectClrLst/>
  </dgm:styleLbl>
  <dgm:styleLbl name="node2">
    <dgm:fillClrLst meth="repeat">
      <a:schemeClr val="lt1"/>
    </dgm:fillClrLst>
    <dgm:linClrLst meth="repeat">
      <a:srgbClr val="02C8FF">
        <a:shade val="80000"/>
      </a:srgbClr>
    </dgm:linClrLst>
    <dgm:effectClrLst/>
    <dgm:txLinClrLst/>
    <dgm:txFillClrLst meth="repeat">
      <a:srgbClr val="FFFFFF"/>
    </dgm:txFillClrLst>
    <dgm:txEffectClrLst/>
  </dgm:styleLbl>
  <dgm:styleLbl name="node3">
    <dgm:fillClrLst meth="repeat">
      <a:schemeClr val="lt1"/>
    </dgm:fillClrLst>
    <dgm:linClrLst meth="repeat">
      <a:srgbClr val="02C8FF">
        <a:shade val="80000"/>
      </a:srgbClr>
    </dgm:linClrLst>
    <dgm:effectClrLst/>
    <dgm:txLinClrLst/>
    <dgm:txFillClrLst meth="repeat">
      <a:srgbClr val="FFFFFF"/>
    </dgm:txFillClrLst>
    <dgm:txEffectClrLst/>
  </dgm:styleLbl>
  <dgm:styleLbl name="node4">
    <dgm:fillClrLst meth="repeat">
      <a:schemeClr val="lt1"/>
    </dgm:fillClrLst>
    <dgm:linClrLst meth="repeat">
      <a:srgbClr val="02C8FF">
        <a:shade val="80000"/>
      </a:srgbClr>
    </dgm:linClrLst>
    <dgm:effectClrLst/>
    <dgm:txLinClrLst/>
    <dgm:txFillClrLst meth="repeat">
      <a:srgbClr val="FFFFFF"/>
    </dgm:txFillClrLst>
    <dgm:txEffectClrLst/>
  </dgm:styleLbl>
  <dgm:styleLbl name="fgImgPlace1">
    <dgm:fillClrLst meth="repeat">
      <a:srgbClr val="02C8FF">
        <a:tint val="40000"/>
      </a:srgbClr>
    </dgm:fillClrLst>
    <dgm:linClrLst meth="repeat">
      <a:srgbClr val="02C8FF">
        <a:shade val="80000"/>
      </a:srgbClr>
    </dgm:linClrLst>
    <dgm:effectClrLst/>
    <dgm:txLinClrLst/>
    <dgm:txFillClrLst meth="repeat">
      <a:srgbClr val="FFFFFF"/>
    </dgm:txFillClrLst>
    <dgm:txEffectClrLst/>
  </dgm:styleLbl>
  <dgm:styleLbl name="alignImgPlace1">
    <dgm:fillClrLst meth="repeat">
      <a:srgbClr val="02C8FF">
        <a:tint val="40000"/>
      </a:srgbClr>
    </dgm:fillClrLst>
    <dgm:linClrLst meth="repeat">
      <a:srgbClr val="02C8FF">
        <a:shade val="80000"/>
      </a:srgbClr>
    </dgm:linClrLst>
    <dgm:effectClrLst/>
    <dgm:txLinClrLst/>
    <dgm:txFillClrLst meth="repeat">
      <a:srgbClr val="FFFFFF"/>
    </dgm:txFillClrLst>
    <dgm:txEffectClrLst/>
  </dgm:styleLbl>
  <dgm:styleLbl name="bgImgPlace1">
    <dgm:fillClrLst meth="repeat">
      <a:srgbClr val="02C8FF">
        <a:tint val="40000"/>
      </a:srgbClr>
    </dgm:fillClrLst>
    <dgm:linClrLst meth="repeat">
      <a:srgbClr val="02C8FF">
        <a:shade val="80000"/>
      </a:srgbClr>
    </dgm:linClrLst>
    <dgm:effectClrLst/>
    <dgm:txLinClrLst/>
    <dgm:txFillClrLst meth="repeat">
      <a:srgbClr val="FFFFFF"/>
    </dgm:txFillClrLst>
    <dgm:txEffectClrLst/>
  </dgm:styleLbl>
  <dgm:styleLbl name="sibTrans2D1">
    <dgm:fillClrLst meth="repeat">
      <a:srgbClr val="02C8FF">
        <a:tint val="60000"/>
      </a:srgbClr>
    </dgm:fillClrLst>
    <dgm:linClrLst meth="repeat">
      <a:srgbClr val="02C8FF">
        <a:tint val="60000"/>
      </a:srgbClr>
    </dgm:linClrLst>
    <dgm:effectClrLst/>
    <dgm:txLinClrLst/>
    <dgm:txFillClrLst meth="repeat">
      <a:srgbClr val="FFFFFF"/>
    </dgm:txFillClrLst>
    <dgm:txEffectClrLst/>
  </dgm:styleLbl>
  <dgm:styleLbl name="fgSibTrans2D1">
    <dgm:fillClrLst meth="repeat">
      <a:srgbClr val="02C8FF">
        <a:tint val="60000"/>
      </a:srgbClr>
    </dgm:fillClrLst>
    <dgm:linClrLst meth="repeat">
      <a:srgbClr val="02C8FF">
        <a:tint val="60000"/>
      </a:srgbClr>
    </dgm:linClrLst>
    <dgm:effectClrLst/>
    <dgm:txLinClrLst/>
    <dgm:txFillClrLst meth="repeat">
      <a:srgbClr val="FFFFFF"/>
    </dgm:txFillClrLst>
    <dgm:txEffectClrLst/>
  </dgm:styleLbl>
  <dgm:styleLbl name="bgSibTrans2D1">
    <dgm:fillClrLst meth="repeat">
      <a:srgbClr val="02C8FF">
        <a:tint val="60000"/>
      </a:srgbClr>
    </dgm:fillClrLst>
    <dgm:linClrLst meth="repeat">
      <a:srgbClr val="02C8FF">
        <a:tint val="60000"/>
      </a:srgbClr>
    </dgm:linClrLst>
    <dgm:effectClrLst/>
    <dgm:txLinClrLst/>
    <dgm:txFillClrLst meth="repeat">
      <a:srgbClr val="FFFFFF"/>
    </dgm:txFillClrLst>
    <dgm:txEffectClrLst/>
  </dgm:styleLbl>
  <dgm:styleLbl name="sibTrans1D1">
    <dgm:fillClrLst meth="repeat">
      <a:srgbClr val="02C8FF"/>
    </dgm:fillClrLst>
    <dgm:linClrLst meth="repeat">
      <a:srgbClr val="02C8FF"/>
    </dgm:linClrLst>
    <dgm:effectClrLst/>
    <dgm:txLinClrLst/>
    <dgm:txFillClrLst meth="repeat">
      <a:srgbClr val="FFFFFF"/>
    </dgm:txFillClrLst>
    <dgm:txEffectClrLst/>
  </dgm:styleLbl>
  <dgm:styleLbl name="callout">
    <dgm:fillClrLst meth="repeat">
      <a:srgbClr val="02C8FF"/>
    </dgm:fillClrLst>
    <dgm:linClrLst meth="repeat">
      <a:srgbClr val="02C8FF"/>
    </dgm:linClrLst>
    <dgm:effectClrLst/>
    <dgm:txLinClrLst/>
    <dgm:txFillClrLst meth="repeat">
      <a:srgbClr val="FFFFFF"/>
    </dgm:txFillClrLst>
    <dgm:txEffectClrLst/>
  </dgm:styleLbl>
  <dgm:styleLbl name="asst0">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1">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2">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3">
    <dgm:fillClrLst meth="repeat">
      <a:schemeClr val="lt1"/>
    </dgm:fillClrLst>
    <dgm:linClrLst meth="repeat">
      <a:srgbClr val="02C8FF">
        <a:shade val="80000"/>
      </a:srgbClr>
    </dgm:linClrLst>
    <dgm:effectClrLst/>
    <dgm:txLinClrLst/>
    <dgm:txFillClrLst meth="repeat">
      <a:srgbClr val="FFFFFF"/>
    </dgm:txFillClrLst>
    <dgm:txEffectClrLst/>
  </dgm:styleLbl>
  <dgm:styleLbl name="asst4">
    <dgm:fillClrLst meth="repeat">
      <a:schemeClr val="lt1"/>
    </dgm:fillClrLst>
    <dgm:linClrLst meth="repeat">
      <a:srgbClr val="02C8FF">
        <a:shade val="80000"/>
      </a:srgbClr>
    </dgm:linClrLst>
    <dgm:effectClrLst/>
    <dgm:txLinClrLst/>
    <dgm:txFillClrLst meth="repeat">
      <a:srgbClr val="FFFFFF"/>
    </dgm:txFillClrLst>
    <dgm:txEffectClrLst/>
  </dgm:styleLbl>
  <dgm:styleLbl name="parChTrans2D1">
    <dgm:fillClrLst meth="repeat">
      <a:srgbClr val="02C8FF">
        <a:tint val="60000"/>
      </a:srgbClr>
    </dgm:fillClrLst>
    <dgm:linClrLst meth="repeat">
      <a:srgbClr val="02C8FF">
        <a:tint val="60000"/>
      </a:srgbClr>
    </dgm:linClrLst>
    <dgm:effectClrLst/>
    <dgm:txLinClrLst/>
    <dgm:txFillClrLst/>
    <dgm:txEffectClrLst/>
  </dgm:styleLbl>
  <dgm:styleLbl name="parChTrans2D2">
    <dgm:fillClrLst meth="repeat">
      <a:srgbClr val="02C8FF"/>
    </dgm:fillClrLst>
    <dgm:linClrLst meth="repeat">
      <a:srgbClr val="02C8FF"/>
    </dgm:linClrLst>
    <dgm:effectClrLst/>
    <dgm:txLinClrLst/>
    <dgm:txFillClrLst/>
    <dgm:txEffectClrLst/>
  </dgm:styleLbl>
  <dgm:styleLbl name="parChTrans2D3">
    <dgm:fillClrLst meth="repeat">
      <a:srgbClr val="02C8FF"/>
    </dgm:fillClrLst>
    <dgm:linClrLst meth="repeat">
      <a:srgbClr val="02C8FF"/>
    </dgm:linClrLst>
    <dgm:effectClrLst/>
    <dgm:txLinClrLst/>
    <dgm:txFillClrLst/>
    <dgm:txEffectClrLst/>
  </dgm:styleLbl>
  <dgm:styleLbl name="parChTrans2D4">
    <dgm:fillClrLst meth="repeat">
      <a:srgbClr val="02C8FF"/>
    </dgm:fillClrLst>
    <dgm:linClrLst meth="repeat">
      <a:srgbClr val="02C8FF"/>
    </dgm:linClrLst>
    <dgm:effectClrLst/>
    <dgm:txLinClrLst/>
    <dgm:txFillClrLst meth="repeat">
      <a:srgbClr val="FFFFFF"/>
    </dgm:txFillClrLst>
    <dgm:txEffectClrLst/>
  </dgm:styleLbl>
  <dgm:styleLbl name="parChTrans1D1">
    <dgm:fillClrLst meth="repeat">
      <a:srgbClr val="02C8FF"/>
    </dgm:fillClrLst>
    <dgm:linClrLst meth="repeat">
      <a:srgbClr val="02C8FF">
        <a:shade val="60000"/>
      </a:srgbClr>
    </dgm:linClrLst>
    <dgm:effectClrLst/>
    <dgm:txLinClrLst/>
    <dgm:txFillClrLst meth="repeat">
      <a:srgbClr val="FFFFFF"/>
    </dgm:txFillClrLst>
    <dgm:txEffectClrLst/>
  </dgm:styleLbl>
  <dgm:styleLbl name="parChTrans1D2">
    <dgm:fillClrLst meth="repeat">
      <a:srgbClr val="02C8FF"/>
    </dgm:fillClrLst>
    <dgm:linClrLst meth="repeat">
      <a:srgbClr val="02C8FF">
        <a:shade val="60000"/>
      </a:srgbClr>
    </dgm:linClrLst>
    <dgm:effectClrLst/>
    <dgm:txLinClrLst/>
    <dgm:txFillClrLst meth="repeat">
      <a:srgbClr val="FFFFFF"/>
    </dgm:txFillClrLst>
    <dgm:txEffectClrLst/>
  </dgm:styleLbl>
  <dgm:styleLbl name="parChTrans1D3">
    <dgm:fillClrLst meth="repeat">
      <a:srgbClr val="02C8FF"/>
    </dgm:fillClrLst>
    <dgm:linClrLst meth="repeat">
      <a:srgbClr val="02C8FF">
        <a:shade val="80000"/>
      </a:srgbClr>
    </dgm:linClrLst>
    <dgm:effectClrLst/>
    <dgm:txLinClrLst/>
    <dgm:txFillClrLst meth="repeat">
      <a:srgbClr val="FFFFFF"/>
    </dgm:txFillClrLst>
    <dgm:txEffectClrLst/>
  </dgm:styleLbl>
  <dgm:styleLbl name="parChTrans1D4">
    <dgm:fillClrLst meth="repeat">
      <a:srgbClr val="02C8FF"/>
    </dgm:fillClrLst>
    <dgm:linClrLst meth="repeat">
      <a:srgbClr val="02C8FF">
        <a:shade val="80000"/>
      </a:srgbClr>
    </dgm:linClrLst>
    <dgm:effectClrLst/>
    <dgm:txLinClrLst/>
    <dgm:txFillClrLst meth="repeat">
      <a:srgbClr val="FFFFFF"/>
    </dgm:txFillClrLst>
    <dgm:txEffectClrLst/>
  </dgm:styleLbl>
  <dgm:styleLbl name="fg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conFg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align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trAlignAcc1">
    <dgm:fillClrLst meth="repeat">
      <a:srgbClr val="02C8FF">
        <a:alpha val="40000"/>
        <a:tint val="40000"/>
      </a:srgbClr>
    </dgm:fillClrLst>
    <dgm:linClrLst meth="repeat">
      <a:srgbClr val="02C8FF"/>
    </dgm:linClrLst>
    <dgm:effectClrLst/>
    <dgm:txLinClrLst/>
    <dgm:txFillClrLst meth="repeat">
      <a:srgbClr val="FFFFFF"/>
    </dgm:txFillClrLst>
    <dgm:txEffectClrLst/>
  </dgm:styleLbl>
  <dgm:styleLbl name="bgAcc1">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solidFgAcc1">
    <dgm:fillClrLst meth="repeat">
      <a:schemeClr val="lt1"/>
    </dgm:fillClrLst>
    <dgm:linClrLst meth="repeat">
      <a:srgbClr val="02C8FF"/>
    </dgm:linClrLst>
    <dgm:effectClrLst/>
    <dgm:txLinClrLst/>
    <dgm:txFillClrLst meth="repeat">
      <a:srgbClr val="FFFFFF"/>
    </dgm:txFillClrLst>
    <dgm:txEffectClrLst/>
  </dgm:styleLbl>
  <dgm:styleLbl name="solidAlignAcc1">
    <dgm:fillClrLst meth="repeat">
      <a:schemeClr val="lt1"/>
    </dgm:fillClrLst>
    <dgm:linClrLst meth="repeat">
      <a:srgbClr val="02C8FF"/>
    </dgm:linClrLst>
    <dgm:effectClrLst/>
    <dgm:txLinClrLst/>
    <dgm:txFillClrLst meth="repeat">
      <a:srgbClr val="FFFFFF"/>
    </dgm:txFillClrLst>
    <dgm:txEffectClrLst/>
  </dgm:styleLbl>
  <dgm:styleLbl name="solidBgAcc1">
    <dgm:fillClrLst meth="repeat">
      <a:schemeClr val="lt1"/>
    </dgm:fillClrLst>
    <dgm:linClrLst meth="repeat">
      <a:srgbClr val="02C8FF"/>
    </dgm:linClrLst>
    <dgm:effectClrLst/>
    <dgm:txLinClrLst/>
    <dgm:txFillClrLst meth="repeat">
      <a:srgbClr val="FFFFFF"/>
    </dgm:txFillClrLst>
    <dgm:txEffectClrLst/>
  </dgm:styleLbl>
  <dgm:styleLbl name="fgAccFollowNode1">
    <dgm:fillClrLst meth="repeat">
      <a:schemeClr val="lt1">
        <a:alpha val="90000"/>
        <a:tint val="40000"/>
      </a:schemeClr>
    </dgm:fillClrLst>
    <dgm:linClrLst meth="repeat">
      <a:srgbClr val="02C8FF">
        <a:alpha val="90000"/>
      </a:srgbClr>
    </dgm:linClrLst>
    <dgm:effectClrLst/>
    <dgm:txLinClrLst/>
    <dgm:txFillClrLst meth="repeat">
      <a:srgbClr val="FFFFFF"/>
    </dgm:txFillClrLst>
    <dgm:txEffectClrLst/>
  </dgm:styleLbl>
  <dgm:styleLbl name="alignAccFollowNode1">
    <dgm:fillClrLst meth="repeat">
      <a:schemeClr val="lt1">
        <a:alpha val="90000"/>
        <a:tint val="40000"/>
      </a:schemeClr>
    </dgm:fillClrLst>
    <dgm:linClrLst meth="repeat">
      <a:srgbClr val="02C8FF">
        <a:alpha val="90000"/>
      </a:srgbClr>
    </dgm:linClrLst>
    <dgm:effectClrLst/>
    <dgm:txLinClrLst/>
    <dgm:txFillClrLst meth="repeat">
      <a:srgbClr val="FFFFFF"/>
    </dgm:txFillClrLst>
    <dgm:txEffectClrLst/>
  </dgm:styleLbl>
  <dgm:styleLbl name="bgAccFollowNode1">
    <dgm:fillClrLst meth="repeat">
      <a:schemeClr val="lt1">
        <a:alpha val="90000"/>
        <a:tint val="40000"/>
      </a:schemeClr>
    </dgm:fillClrLst>
    <dgm:linClrLst meth="repeat">
      <a:srgbClr val="02C8FF">
        <a:alpha val="90000"/>
      </a:srgbClr>
    </dgm:linClrLst>
    <dgm:effectClrLst/>
    <dgm:txLinClrLst/>
    <dgm:txFillClrLst meth="repeat">
      <a:srgbClr val="FFFFFF"/>
    </dgm:txFillClrLst>
    <dgm:txEffectClrLst/>
  </dgm:styleLbl>
  <dgm:styleLbl name="fgAcc0">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fgAcc2">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fgAcc3">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fgAcc4">
    <dgm:fillClrLst meth="repeat">
      <a:srgbClr val="02C8FF">
        <a:alpha val="90000"/>
        <a:tint val="40000"/>
      </a:srgbClr>
    </dgm:fillClrLst>
    <dgm:linClrLst meth="repeat">
      <a:srgbClr val="02C8FF"/>
    </dgm:linClrLst>
    <dgm:effectClrLst/>
    <dgm:txLinClrLst/>
    <dgm:txFillClrLst meth="repeat">
      <a:srgbClr val="FFFFFF"/>
    </dgm:txFillClrLst>
    <dgm:txEffectClrLst/>
  </dgm:styleLbl>
  <dgm:styleLbl name="bgShp">
    <dgm:fillClrLst meth="repeat">
      <a:srgbClr val="02C8FF">
        <a:tint val="40000"/>
      </a:srgbClr>
    </dgm:fillClrLst>
    <dgm:linClrLst meth="repeat">
      <a:srgbClr val="02C8FF"/>
    </dgm:linClrLst>
    <dgm:effectClrLst/>
    <dgm:txLinClrLst/>
    <dgm:txFillClrLst meth="repeat">
      <a:srgbClr val="FFFFFF"/>
    </dgm:txFillClrLst>
    <dgm:txEffectClrLst/>
  </dgm:styleLbl>
  <dgm:styleLbl name="dkBgShp">
    <dgm:fillClrLst meth="repeat">
      <a:srgbClr val="02C8FF">
        <a:shade val="80000"/>
      </a:srgbClr>
    </dgm:fillClrLst>
    <dgm:linClrLst meth="repeat">
      <a:srgbClr val="02C8FF"/>
    </dgm:linClrLst>
    <dgm:effectClrLst/>
    <dgm:txLinClrLst/>
    <dgm:txFillClrLst meth="repeat">
      <a:srgbClr val="FFFFFF"/>
    </dgm:txFillClrLst>
    <dgm:txEffectClrLst/>
  </dgm:styleLbl>
  <dgm:styleLbl name="trBgShp">
    <dgm:fillClrLst meth="repeat">
      <a:srgbClr val="02C8FF">
        <a:tint val="50000"/>
        <a:alpha val="40000"/>
      </a:srgbClr>
    </dgm:fillClrLst>
    <dgm:linClrLst meth="repeat">
      <a:srgbClr val="02C8FF"/>
    </dgm:linClrLst>
    <dgm:effectClrLst/>
    <dgm:txLinClrLst/>
    <dgm:txFillClrLst meth="repeat">
      <a:srgbClr val="FFFFFF"/>
    </dgm:txFillClrLst>
    <dgm:txEffectClrLst/>
  </dgm:styleLbl>
  <dgm:styleLbl name="fgShp">
    <dgm:fillClrLst meth="repeat">
      <a:srgbClr val="02C8FF">
        <a:tint val="60000"/>
      </a:srgbClr>
    </dgm:fillClrLst>
    <dgm:linClrLst meth="repeat">
      <a:schemeClr val="lt1"/>
    </dgm:linClrLst>
    <dgm:effectClrLst/>
    <dgm:txLinClrLst/>
    <dgm:txFillClrLst meth="repeat">
      <a:srgbClr val="FFFFFF"/>
    </dgm:txFillClrLst>
    <dgm:txEffectClrLst/>
  </dgm:styleLbl>
  <dgm:styleLbl name="revTx">
    <dgm:fillClrLst meth="repeat">
      <a:schemeClr val="lt1">
        <a:alpha val="0"/>
      </a:schemeClr>
    </dgm:fillClrLst>
    <dgm:linClrLst meth="repeat">
      <a:srgbClr val="FFFFFF">
        <a:alpha val="0"/>
      </a:srgbClr>
    </dgm:linClrLst>
    <dgm:effectClrLst/>
    <dgm:txLinClrLst/>
    <dgm:txFillClrLst meth="repeat">
      <a:srgbClr val="FFFFFF"/>
    </dgm:txFillClrLst>
    <dgm:txEffectClrLst/>
  </dgm:styleLbl>
</dgm:colorsDef>
</file>

<file path=ppt/diagrams/data1.xml><?xml version="1.0" encoding="utf-8"?>
<dgm:dataModel xmlns:dgm="http://schemas.openxmlformats.org/drawingml/2006/diagram" xmlns:a="http://schemas.openxmlformats.org/drawingml/2006/main">
  <dgm:ptLst>
    <dgm:pt modelId="{FBFE66E2-5558-49FA-9847-9A97597B989D}" type="doc">
      <dgm:prSet loTypeId="urn:microsoft.com/office/officeart/2005/8/layout/gear1" loCatId="" qsTypeId="urn:microsoft.com/office/officeart/2005/8/quickstyle/simple1#1" qsCatId="simple" csTypeId="urn:microsoft.com/office/officeart/2005/8/colors/accent4_1#1" csCatId="accent4" phldr="1"/>
      <dgm:spPr/>
    </dgm:pt>
    <dgm:pt modelId="{08CEADFD-50AF-41F3-B0CB-D71595BE758B}">
      <dgm:prSet phldrT="[Text]" phldr="0" custT="1"/>
      <dgm:spPr/>
      <dgm:t>
        <a:bodyPr/>
        <a:lstStyle/>
        <a:p>
          <a:r>
            <a:rPr lang="en-US" sz="1600" dirty="0">
              <a:latin typeface="CiscoSansTT"/>
              <a:cs typeface="CiscoSansTT"/>
            </a:rPr>
            <a:t>History</a:t>
          </a:r>
        </a:p>
      </dgm:t>
    </dgm:pt>
    <dgm:pt modelId="{AEE8D8D5-491C-4C60-8C8A-27D082185A6C}" type="parTrans" cxnId="{9AAC2514-CB15-4CEE-B4F3-D5E4BF037F2F}">
      <dgm:prSet/>
      <dgm:spPr/>
      <dgm:t>
        <a:bodyPr/>
        <a:lstStyle/>
        <a:p>
          <a:endParaRPr lang="en-US">
            <a:solidFill>
              <a:srgbClr val="FFFFFF"/>
            </a:solidFill>
          </a:endParaRPr>
        </a:p>
      </dgm:t>
    </dgm:pt>
    <dgm:pt modelId="{0F8D1EF3-2613-4A21-99AF-7BC28A3E974D}" type="sibTrans" cxnId="{9AAC2514-CB15-4CEE-B4F3-D5E4BF037F2F}">
      <dgm:prSet/>
      <dgm:spPr/>
      <dgm:t>
        <a:bodyPr/>
        <a:lstStyle/>
        <a:p>
          <a:endParaRPr lang="en-US">
            <a:solidFill>
              <a:srgbClr val="FFFFFF"/>
            </a:solidFill>
          </a:endParaRPr>
        </a:p>
      </dgm:t>
    </dgm:pt>
    <dgm:pt modelId="{4E996D67-2331-4369-A2DC-7D9629CB86FB}">
      <dgm:prSet phldrT="[Text]" phldr="0" custT="1"/>
      <dgm:spPr/>
      <dgm:t>
        <a:bodyPr/>
        <a:lstStyle/>
        <a:p>
          <a:r>
            <a:rPr lang="en-US" sz="1600">
              <a:latin typeface="CiscoSansTT"/>
              <a:cs typeface="CiscoSansTT"/>
            </a:rPr>
            <a:t>Reality</a:t>
          </a:r>
        </a:p>
      </dgm:t>
    </dgm:pt>
    <dgm:pt modelId="{D0DB6D08-26DA-43EE-BA09-E0CD66EE0A55}" type="parTrans" cxnId="{4B8643AD-323D-483C-B8D2-89F7894B4774}">
      <dgm:prSet/>
      <dgm:spPr/>
      <dgm:t>
        <a:bodyPr/>
        <a:lstStyle/>
        <a:p>
          <a:endParaRPr lang="en-US">
            <a:solidFill>
              <a:srgbClr val="FFFFFF"/>
            </a:solidFill>
          </a:endParaRPr>
        </a:p>
      </dgm:t>
    </dgm:pt>
    <dgm:pt modelId="{B65930AD-9E20-4323-823F-09EB27B16425}" type="sibTrans" cxnId="{4B8643AD-323D-483C-B8D2-89F7894B4774}">
      <dgm:prSet/>
      <dgm:spPr/>
      <dgm:t>
        <a:bodyPr/>
        <a:lstStyle/>
        <a:p>
          <a:endParaRPr lang="en-US">
            <a:solidFill>
              <a:srgbClr val="FFFFFF"/>
            </a:solidFill>
          </a:endParaRPr>
        </a:p>
      </dgm:t>
    </dgm:pt>
    <dgm:pt modelId="{9E42AEFA-0D32-41A0-8D3C-260F838D5C65}">
      <dgm:prSet phldrT="[Text]" phldr="0" custT="1"/>
      <dgm:spPr/>
      <dgm:t>
        <a:bodyPr/>
        <a:lstStyle/>
        <a:p>
          <a:r>
            <a:rPr lang="en-US" sz="1600" dirty="0">
              <a:latin typeface="CiscoSansTT"/>
              <a:cs typeface="CiscoSansTT"/>
            </a:rPr>
            <a:t>Goal</a:t>
          </a:r>
        </a:p>
      </dgm:t>
    </dgm:pt>
    <dgm:pt modelId="{65150B14-692D-4F51-80F8-B5B3E4920BCE}" type="parTrans" cxnId="{6874BE44-92AB-46A2-B094-7004ABFE3859}">
      <dgm:prSet/>
      <dgm:spPr/>
      <dgm:t>
        <a:bodyPr/>
        <a:lstStyle/>
        <a:p>
          <a:endParaRPr lang="en-US">
            <a:solidFill>
              <a:srgbClr val="FFFFFF"/>
            </a:solidFill>
          </a:endParaRPr>
        </a:p>
      </dgm:t>
    </dgm:pt>
    <dgm:pt modelId="{B656C315-413F-4E6C-BED9-EA9ED68A1238}" type="sibTrans" cxnId="{6874BE44-92AB-46A2-B094-7004ABFE3859}">
      <dgm:prSet/>
      <dgm:spPr/>
      <dgm:t>
        <a:bodyPr/>
        <a:lstStyle/>
        <a:p>
          <a:endParaRPr lang="en-US">
            <a:solidFill>
              <a:srgbClr val="FFFFFF"/>
            </a:solidFill>
          </a:endParaRPr>
        </a:p>
      </dgm:t>
    </dgm:pt>
    <dgm:pt modelId="{4550431E-BE95-6E47-A9BE-B7A9F35B9D89}" type="pres">
      <dgm:prSet presAssocID="{FBFE66E2-5558-49FA-9847-9A97597B989D}" presName="composite" presStyleCnt="0">
        <dgm:presLayoutVars>
          <dgm:chMax val="3"/>
          <dgm:animLvl val="lvl"/>
          <dgm:resizeHandles val="exact"/>
        </dgm:presLayoutVars>
      </dgm:prSet>
      <dgm:spPr/>
    </dgm:pt>
    <dgm:pt modelId="{44F35F21-0E7D-7548-8052-4EB131825475}" type="pres">
      <dgm:prSet presAssocID="{08CEADFD-50AF-41F3-B0CB-D71595BE758B}" presName="gear1" presStyleLbl="node1" presStyleIdx="0" presStyleCnt="3">
        <dgm:presLayoutVars>
          <dgm:chMax val="1"/>
          <dgm:bulletEnabled val="1"/>
        </dgm:presLayoutVars>
      </dgm:prSet>
      <dgm:spPr/>
    </dgm:pt>
    <dgm:pt modelId="{2A8DCDD0-B67F-354D-BA05-C6663CFCC8FB}" type="pres">
      <dgm:prSet presAssocID="{08CEADFD-50AF-41F3-B0CB-D71595BE758B}" presName="gear1srcNode" presStyleLbl="node1" presStyleIdx="0" presStyleCnt="3"/>
      <dgm:spPr/>
    </dgm:pt>
    <dgm:pt modelId="{3BF09A57-8F12-0243-BDE2-3FA0C84A6808}" type="pres">
      <dgm:prSet presAssocID="{08CEADFD-50AF-41F3-B0CB-D71595BE758B}" presName="gear1dstNode" presStyleLbl="node1" presStyleIdx="0" presStyleCnt="3"/>
      <dgm:spPr/>
    </dgm:pt>
    <dgm:pt modelId="{D1CF9AA4-CD08-724A-8715-09706DA938DA}" type="pres">
      <dgm:prSet presAssocID="{4E996D67-2331-4369-A2DC-7D9629CB86FB}" presName="gear2" presStyleLbl="node1" presStyleIdx="1" presStyleCnt="3">
        <dgm:presLayoutVars>
          <dgm:chMax val="1"/>
          <dgm:bulletEnabled val="1"/>
        </dgm:presLayoutVars>
      </dgm:prSet>
      <dgm:spPr/>
    </dgm:pt>
    <dgm:pt modelId="{A388F57D-5BC1-1C44-A574-D7E52EF1BF8D}" type="pres">
      <dgm:prSet presAssocID="{4E996D67-2331-4369-A2DC-7D9629CB86FB}" presName="gear2srcNode" presStyleLbl="node1" presStyleIdx="1" presStyleCnt="3"/>
      <dgm:spPr/>
    </dgm:pt>
    <dgm:pt modelId="{0B03E73B-E040-214E-AA9D-ADA5D2F79706}" type="pres">
      <dgm:prSet presAssocID="{4E996D67-2331-4369-A2DC-7D9629CB86FB}" presName="gear2dstNode" presStyleLbl="node1" presStyleIdx="1" presStyleCnt="3"/>
      <dgm:spPr/>
    </dgm:pt>
    <dgm:pt modelId="{34FAA1A2-B9A1-9A4A-B000-7D89A11A94C8}" type="pres">
      <dgm:prSet presAssocID="{9E42AEFA-0D32-41A0-8D3C-260F838D5C65}" presName="gear3" presStyleLbl="node1" presStyleIdx="2" presStyleCnt="3"/>
      <dgm:spPr/>
    </dgm:pt>
    <dgm:pt modelId="{976D17B6-20CA-E446-B81C-26E7781605DA}" type="pres">
      <dgm:prSet presAssocID="{9E42AEFA-0D32-41A0-8D3C-260F838D5C65}" presName="gear3tx" presStyleLbl="node1" presStyleIdx="2" presStyleCnt="3">
        <dgm:presLayoutVars>
          <dgm:chMax val="1"/>
          <dgm:bulletEnabled val="1"/>
        </dgm:presLayoutVars>
      </dgm:prSet>
      <dgm:spPr/>
    </dgm:pt>
    <dgm:pt modelId="{65877B7C-B9F2-5940-A33E-8ADF6D86B25C}" type="pres">
      <dgm:prSet presAssocID="{9E42AEFA-0D32-41A0-8D3C-260F838D5C65}" presName="gear3srcNode" presStyleLbl="node1" presStyleIdx="2" presStyleCnt="3"/>
      <dgm:spPr/>
    </dgm:pt>
    <dgm:pt modelId="{EFB0E830-E793-DB45-85E8-44C368BA74F1}" type="pres">
      <dgm:prSet presAssocID="{9E42AEFA-0D32-41A0-8D3C-260F838D5C65}" presName="gear3dstNode" presStyleLbl="node1" presStyleIdx="2" presStyleCnt="3"/>
      <dgm:spPr/>
    </dgm:pt>
    <dgm:pt modelId="{DA7A7C65-2B9D-D44E-9C85-386E451E2E51}" type="pres">
      <dgm:prSet presAssocID="{0F8D1EF3-2613-4A21-99AF-7BC28A3E974D}" presName="connector1" presStyleLbl="sibTrans2D1" presStyleIdx="0" presStyleCnt="3"/>
      <dgm:spPr/>
    </dgm:pt>
    <dgm:pt modelId="{05517C49-2757-774F-8119-B1055EC3CECD}" type="pres">
      <dgm:prSet presAssocID="{B65930AD-9E20-4323-823F-09EB27B16425}" presName="connector2" presStyleLbl="sibTrans2D1" presStyleIdx="1" presStyleCnt="3"/>
      <dgm:spPr/>
    </dgm:pt>
    <dgm:pt modelId="{8CF765E8-259C-D040-A3B2-DB386C5ABBAD}" type="pres">
      <dgm:prSet presAssocID="{B656C315-413F-4E6C-BED9-EA9ED68A1238}" presName="connector3" presStyleLbl="sibTrans2D1" presStyleIdx="2" presStyleCnt="3"/>
      <dgm:spPr/>
    </dgm:pt>
  </dgm:ptLst>
  <dgm:cxnLst>
    <dgm:cxn modelId="{DAA66505-FF88-684A-B510-042256AD4C4A}" type="presOf" srcId="{9E42AEFA-0D32-41A0-8D3C-260F838D5C65}" destId="{976D17B6-20CA-E446-B81C-26E7781605DA}" srcOrd="1" destOrd="0" presId="urn:microsoft.com/office/officeart/2005/8/layout/gear1"/>
    <dgm:cxn modelId="{9AAC2514-CB15-4CEE-B4F3-D5E4BF037F2F}" srcId="{FBFE66E2-5558-49FA-9847-9A97597B989D}" destId="{08CEADFD-50AF-41F3-B0CB-D71595BE758B}" srcOrd="0" destOrd="0" parTransId="{AEE8D8D5-491C-4C60-8C8A-27D082185A6C}" sibTransId="{0F8D1EF3-2613-4A21-99AF-7BC28A3E974D}"/>
    <dgm:cxn modelId="{FEAB791D-DB3E-9A4D-9CC9-C21CAAD532C9}" type="presOf" srcId="{0F8D1EF3-2613-4A21-99AF-7BC28A3E974D}" destId="{DA7A7C65-2B9D-D44E-9C85-386E451E2E51}" srcOrd="0" destOrd="0" presId="urn:microsoft.com/office/officeart/2005/8/layout/gear1"/>
    <dgm:cxn modelId="{1EB95220-1B6C-194A-B40A-5AB399D46514}" type="presOf" srcId="{B65930AD-9E20-4323-823F-09EB27B16425}" destId="{05517C49-2757-774F-8119-B1055EC3CECD}" srcOrd="0" destOrd="0" presId="urn:microsoft.com/office/officeart/2005/8/layout/gear1"/>
    <dgm:cxn modelId="{B50A3722-DA82-DA44-9EE4-6C66E18549C2}" type="presOf" srcId="{4E996D67-2331-4369-A2DC-7D9629CB86FB}" destId="{0B03E73B-E040-214E-AA9D-ADA5D2F79706}" srcOrd="2" destOrd="0" presId="urn:microsoft.com/office/officeart/2005/8/layout/gear1"/>
    <dgm:cxn modelId="{66A3162D-9028-8946-B833-08A62FFD29D8}" type="presOf" srcId="{4E996D67-2331-4369-A2DC-7D9629CB86FB}" destId="{A388F57D-5BC1-1C44-A574-D7E52EF1BF8D}" srcOrd="1" destOrd="0" presId="urn:microsoft.com/office/officeart/2005/8/layout/gear1"/>
    <dgm:cxn modelId="{6874BE44-92AB-46A2-B094-7004ABFE3859}" srcId="{FBFE66E2-5558-49FA-9847-9A97597B989D}" destId="{9E42AEFA-0D32-41A0-8D3C-260F838D5C65}" srcOrd="2" destOrd="0" parTransId="{65150B14-692D-4F51-80F8-B5B3E4920BCE}" sibTransId="{B656C315-413F-4E6C-BED9-EA9ED68A1238}"/>
    <dgm:cxn modelId="{305B2271-DE1E-DA4E-81AF-1D656A789189}" type="presOf" srcId="{9E42AEFA-0D32-41A0-8D3C-260F838D5C65}" destId="{65877B7C-B9F2-5940-A33E-8ADF6D86B25C}" srcOrd="2" destOrd="0" presId="urn:microsoft.com/office/officeart/2005/8/layout/gear1"/>
    <dgm:cxn modelId="{822A4955-31AC-CF4B-A290-FE45AE171315}" type="presOf" srcId="{08CEADFD-50AF-41F3-B0CB-D71595BE758B}" destId="{2A8DCDD0-B67F-354D-BA05-C6663CFCC8FB}" srcOrd="1" destOrd="0" presId="urn:microsoft.com/office/officeart/2005/8/layout/gear1"/>
    <dgm:cxn modelId="{0F14807F-CE6C-6A4D-9042-1C9E5D03759A}" type="presOf" srcId="{9E42AEFA-0D32-41A0-8D3C-260F838D5C65}" destId="{EFB0E830-E793-DB45-85E8-44C368BA74F1}" srcOrd="3" destOrd="0" presId="urn:microsoft.com/office/officeart/2005/8/layout/gear1"/>
    <dgm:cxn modelId="{92833AA4-571D-2E46-BFC3-77B83A599751}" type="presOf" srcId="{FBFE66E2-5558-49FA-9847-9A97597B989D}" destId="{4550431E-BE95-6E47-A9BE-B7A9F35B9D89}" srcOrd="0" destOrd="0" presId="urn:microsoft.com/office/officeart/2005/8/layout/gear1"/>
    <dgm:cxn modelId="{3A6643A6-BC75-BF46-8FFA-2AB409D6844D}" type="presOf" srcId="{4E996D67-2331-4369-A2DC-7D9629CB86FB}" destId="{D1CF9AA4-CD08-724A-8715-09706DA938DA}" srcOrd="0" destOrd="0" presId="urn:microsoft.com/office/officeart/2005/8/layout/gear1"/>
    <dgm:cxn modelId="{73DAB9AA-263D-BF49-90EF-2D91EC10026A}" type="presOf" srcId="{B656C315-413F-4E6C-BED9-EA9ED68A1238}" destId="{8CF765E8-259C-D040-A3B2-DB386C5ABBAD}" srcOrd="0" destOrd="0" presId="urn:microsoft.com/office/officeart/2005/8/layout/gear1"/>
    <dgm:cxn modelId="{4B8643AD-323D-483C-B8D2-89F7894B4774}" srcId="{FBFE66E2-5558-49FA-9847-9A97597B989D}" destId="{4E996D67-2331-4369-A2DC-7D9629CB86FB}" srcOrd="1" destOrd="0" parTransId="{D0DB6D08-26DA-43EE-BA09-E0CD66EE0A55}" sibTransId="{B65930AD-9E20-4323-823F-09EB27B16425}"/>
    <dgm:cxn modelId="{16BEE6C2-56A9-7145-9BA7-2C39BA31DC65}" type="presOf" srcId="{08CEADFD-50AF-41F3-B0CB-D71595BE758B}" destId="{3BF09A57-8F12-0243-BDE2-3FA0C84A6808}" srcOrd="2" destOrd="0" presId="urn:microsoft.com/office/officeart/2005/8/layout/gear1"/>
    <dgm:cxn modelId="{7FF100C7-C587-F746-AB67-F4B824EB4778}" type="presOf" srcId="{9E42AEFA-0D32-41A0-8D3C-260F838D5C65}" destId="{34FAA1A2-B9A1-9A4A-B000-7D89A11A94C8}" srcOrd="0" destOrd="0" presId="urn:microsoft.com/office/officeart/2005/8/layout/gear1"/>
    <dgm:cxn modelId="{BFD933EC-E707-E84D-BE0F-E73937CF4420}" type="presOf" srcId="{08CEADFD-50AF-41F3-B0CB-D71595BE758B}" destId="{44F35F21-0E7D-7548-8052-4EB131825475}" srcOrd="0" destOrd="0" presId="urn:microsoft.com/office/officeart/2005/8/layout/gear1"/>
    <dgm:cxn modelId="{D7DDCFA8-4E1E-4C4A-B571-605F8716D8F9}" type="presParOf" srcId="{4550431E-BE95-6E47-A9BE-B7A9F35B9D89}" destId="{44F35F21-0E7D-7548-8052-4EB131825475}" srcOrd="0" destOrd="0" presId="urn:microsoft.com/office/officeart/2005/8/layout/gear1"/>
    <dgm:cxn modelId="{75EC0078-F3AC-E845-9E83-F89DBFEF59F2}" type="presParOf" srcId="{4550431E-BE95-6E47-A9BE-B7A9F35B9D89}" destId="{2A8DCDD0-B67F-354D-BA05-C6663CFCC8FB}" srcOrd="1" destOrd="0" presId="urn:microsoft.com/office/officeart/2005/8/layout/gear1"/>
    <dgm:cxn modelId="{7476F99C-E97A-514F-9503-ABEA7E0EBF31}" type="presParOf" srcId="{4550431E-BE95-6E47-A9BE-B7A9F35B9D89}" destId="{3BF09A57-8F12-0243-BDE2-3FA0C84A6808}" srcOrd="2" destOrd="0" presId="urn:microsoft.com/office/officeart/2005/8/layout/gear1"/>
    <dgm:cxn modelId="{1B49000B-7DFE-0C45-956B-308B814CBB71}" type="presParOf" srcId="{4550431E-BE95-6E47-A9BE-B7A9F35B9D89}" destId="{D1CF9AA4-CD08-724A-8715-09706DA938DA}" srcOrd="3" destOrd="0" presId="urn:microsoft.com/office/officeart/2005/8/layout/gear1"/>
    <dgm:cxn modelId="{FDE654A1-1879-8C41-A281-39C56AF6081C}" type="presParOf" srcId="{4550431E-BE95-6E47-A9BE-B7A9F35B9D89}" destId="{A388F57D-5BC1-1C44-A574-D7E52EF1BF8D}" srcOrd="4" destOrd="0" presId="urn:microsoft.com/office/officeart/2005/8/layout/gear1"/>
    <dgm:cxn modelId="{F7CED122-3EC3-2941-BC8A-5D2A7A0B4D9D}" type="presParOf" srcId="{4550431E-BE95-6E47-A9BE-B7A9F35B9D89}" destId="{0B03E73B-E040-214E-AA9D-ADA5D2F79706}" srcOrd="5" destOrd="0" presId="urn:microsoft.com/office/officeart/2005/8/layout/gear1"/>
    <dgm:cxn modelId="{A95ADC39-3D18-7B4D-BDD7-27FB43C70412}" type="presParOf" srcId="{4550431E-BE95-6E47-A9BE-B7A9F35B9D89}" destId="{34FAA1A2-B9A1-9A4A-B000-7D89A11A94C8}" srcOrd="6" destOrd="0" presId="urn:microsoft.com/office/officeart/2005/8/layout/gear1"/>
    <dgm:cxn modelId="{A49DAAC3-12E5-DF4B-BCED-B6B327916D22}" type="presParOf" srcId="{4550431E-BE95-6E47-A9BE-B7A9F35B9D89}" destId="{976D17B6-20CA-E446-B81C-26E7781605DA}" srcOrd="7" destOrd="0" presId="urn:microsoft.com/office/officeart/2005/8/layout/gear1"/>
    <dgm:cxn modelId="{83662D39-61DB-864D-A29C-B3A1AE540CC1}" type="presParOf" srcId="{4550431E-BE95-6E47-A9BE-B7A9F35B9D89}" destId="{65877B7C-B9F2-5940-A33E-8ADF6D86B25C}" srcOrd="8" destOrd="0" presId="urn:microsoft.com/office/officeart/2005/8/layout/gear1"/>
    <dgm:cxn modelId="{2501FD55-2D47-6446-9D8E-A57F8363BA57}" type="presParOf" srcId="{4550431E-BE95-6E47-A9BE-B7A9F35B9D89}" destId="{EFB0E830-E793-DB45-85E8-44C368BA74F1}" srcOrd="9" destOrd="0" presId="urn:microsoft.com/office/officeart/2005/8/layout/gear1"/>
    <dgm:cxn modelId="{7263A424-3881-8446-A57F-EE7270C8E397}" type="presParOf" srcId="{4550431E-BE95-6E47-A9BE-B7A9F35B9D89}" destId="{DA7A7C65-2B9D-D44E-9C85-386E451E2E51}" srcOrd="10" destOrd="0" presId="urn:microsoft.com/office/officeart/2005/8/layout/gear1"/>
    <dgm:cxn modelId="{784E14DF-4596-514C-A996-6B53604A0EE4}" type="presParOf" srcId="{4550431E-BE95-6E47-A9BE-B7A9F35B9D89}" destId="{05517C49-2757-774F-8119-B1055EC3CECD}" srcOrd="11" destOrd="0" presId="urn:microsoft.com/office/officeart/2005/8/layout/gear1"/>
    <dgm:cxn modelId="{FF6CE8DA-6D41-F74A-ABED-AF49321B5E4D}" type="presParOf" srcId="{4550431E-BE95-6E47-A9BE-B7A9F35B9D89}" destId="{8CF765E8-259C-D040-A3B2-DB386C5ABBAD}"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B97B44-004F-4746-88A3-F6737570C061}" type="doc">
      <dgm:prSet loTypeId="urn:microsoft.com/office/officeart/2005/8/layout/process2" loCatId="" qsTypeId="urn:microsoft.com/office/officeart/2005/8/quickstyle/simple2#1" qsCatId="simple" csTypeId="urn:microsoft.com/office/officeart/2005/8/colors/accent4_1#2" csCatId="accent4" phldr="1"/>
      <dgm:spPr/>
    </dgm:pt>
    <dgm:pt modelId="{AB870F38-80C7-D642-A8DE-3AEF71384D43}">
      <dgm:prSet phldrT="[Text]" custT="1"/>
      <dgm:spPr/>
      <dgm:t>
        <a:bodyPr/>
        <a:lstStyle/>
        <a:p>
          <a:r>
            <a:rPr lang="en-US" sz="1600" dirty="0">
              <a:latin typeface="CiscoSansTT"/>
              <a:cs typeface="CiscoSansTT"/>
            </a:rPr>
            <a:t>DevOps Origins</a:t>
          </a:r>
        </a:p>
      </dgm:t>
    </dgm:pt>
    <dgm:pt modelId="{1BC9945B-688E-824C-81D6-261EE5749C61}" type="parTrans" cxnId="{EFD2588E-432A-1A43-B690-235054A39041}">
      <dgm:prSet/>
      <dgm:spPr/>
      <dgm:t>
        <a:bodyPr/>
        <a:lstStyle/>
        <a:p>
          <a:endParaRPr lang="en-US">
            <a:solidFill>
              <a:srgbClr val="FFFFFF"/>
            </a:solidFill>
          </a:endParaRPr>
        </a:p>
      </dgm:t>
    </dgm:pt>
    <dgm:pt modelId="{D5FC5456-444F-D244-8855-EFB34D5F8756}" type="sibTrans" cxnId="{EFD2588E-432A-1A43-B690-235054A39041}">
      <dgm:prSet/>
      <dgm:spPr/>
      <dgm:t>
        <a:bodyPr/>
        <a:lstStyle/>
        <a:p>
          <a:endParaRPr lang="en-US">
            <a:solidFill>
              <a:srgbClr val="FFFFFF"/>
            </a:solidFill>
          </a:endParaRPr>
        </a:p>
      </dgm:t>
    </dgm:pt>
    <dgm:pt modelId="{E6EEEE91-4A69-2B47-AD34-DD91BE322CAD}">
      <dgm:prSet phldrT="[Text]" custT="1"/>
      <dgm:spPr/>
      <dgm:t>
        <a:bodyPr/>
        <a:lstStyle/>
        <a:p>
          <a:r>
            <a:rPr lang="en-US" sz="1600" dirty="0">
              <a:latin typeface="CiscoSansTT"/>
              <a:cs typeface="CiscoSansTT"/>
            </a:rPr>
            <a:t>The Reality</a:t>
          </a:r>
        </a:p>
      </dgm:t>
    </dgm:pt>
    <dgm:pt modelId="{404AD584-3A4C-FA48-A93A-7B61C77C2EC5}" type="parTrans" cxnId="{CABFFC37-A7E6-8042-9E5F-634AE2D1CFBB}">
      <dgm:prSet/>
      <dgm:spPr/>
      <dgm:t>
        <a:bodyPr/>
        <a:lstStyle/>
        <a:p>
          <a:endParaRPr lang="en-US">
            <a:solidFill>
              <a:srgbClr val="FFFFFF"/>
            </a:solidFill>
          </a:endParaRPr>
        </a:p>
      </dgm:t>
    </dgm:pt>
    <dgm:pt modelId="{15A45389-3AF7-3E44-A2BF-8ADD05D9E10D}" type="sibTrans" cxnId="{CABFFC37-A7E6-8042-9E5F-634AE2D1CFBB}">
      <dgm:prSet/>
      <dgm:spPr/>
      <dgm:t>
        <a:bodyPr/>
        <a:lstStyle/>
        <a:p>
          <a:endParaRPr lang="en-US">
            <a:solidFill>
              <a:srgbClr val="FFFFFF"/>
            </a:solidFill>
          </a:endParaRPr>
        </a:p>
      </dgm:t>
    </dgm:pt>
    <dgm:pt modelId="{F54067C5-4704-284D-A429-8DF08B88F71A}">
      <dgm:prSet phldrT="[Text]" custT="1"/>
      <dgm:spPr/>
      <dgm:t>
        <a:bodyPr/>
        <a:lstStyle/>
        <a:p>
          <a:r>
            <a:rPr lang="en-US" sz="1600" dirty="0">
              <a:latin typeface="CiscoSansTT"/>
              <a:cs typeface="CiscoSansTT"/>
            </a:rPr>
            <a:t>The Wedge</a:t>
          </a:r>
        </a:p>
      </dgm:t>
    </dgm:pt>
    <dgm:pt modelId="{2E959378-9F25-ED42-A64B-1DE2FED23EE2}" type="parTrans" cxnId="{E3D5DDAC-6906-1C45-A108-C151944FE1D5}">
      <dgm:prSet/>
      <dgm:spPr/>
      <dgm:t>
        <a:bodyPr/>
        <a:lstStyle/>
        <a:p>
          <a:endParaRPr lang="en-US">
            <a:solidFill>
              <a:srgbClr val="FFFFFF"/>
            </a:solidFill>
          </a:endParaRPr>
        </a:p>
      </dgm:t>
    </dgm:pt>
    <dgm:pt modelId="{50381F0C-FC24-2E44-A360-C1BA274055DB}" type="sibTrans" cxnId="{E3D5DDAC-6906-1C45-A108-C151944FE1D5}">
      <dgm:prSet/>
      <dgm:spPr/>
      <dgm:t>
        <a:bodyPr/>
        <a:lstStyle/>
        <a:p>
          <a:endParaRPr lang="en-US">
            <a:solidFill>
              <a:srgbClr val="FFFFFF"/>
            </a:solidFill>
          </a:endParaRPr>
        </a:p>
      </dgm:t>
    </dgm:pt>
    <dgm:pt modelId="{8EFE5866-034F-F049-99B9-4C655CAFC371}">
      <dgm:prSet phldrT="[Text]" custT="1"/>
      <dgm:spPr/>
      <dgm:t>
        <a:bodyPr/>
        <a:lstStyle/>
        <a:p>
          <a:r>
            <a:rPr lang="en-US" sz="1600" dirty="0">
              <a:latin typeface="CiscoSansTT"/>
              <a:cs typeface="CiscoSansTT"/>
            </a:rPr>
            <a:t>Accept Gaps</a:t>
          </a:r>
        </a:p>
      </dgm:t>
    </dgm:pt>
    <dgm:pt modelId="{88AEF7A5-F927-2342-B32C-71DE6A5A1DB4}" type="parTrans" cxnId="{EA0C855E-645F-564C-9B8C-C145407EA7D8}">
      <dgm:prSet/>
      <dgm:spPr/>
      <dgm:t>
        <a:bodyPr/>
        <a:lstStyle/>
        <a:p>
          <a:endParaRPr lang="en-US">
            <a:solidFill>
              <a:srgbClr val="FFFFFF"/>
            </a:solidFill>
          </a:endParaRPr>
        </a:p>
      </dgm:t>
    </dgm:pt>
    <dgm:pt modelId="{E7F3AC08-DB12-0F46-BE83-BE0B8E82477D}" type="sibTrans" cxnId="{EA0C855E-645F-564C-9B8C-C145407EA7D8}">
      <dgm:prSet/>
      <dgm:spPr/>
      <dgm:t>
        <a:bodyPr/>
        <a:lstStyle/>
        <a:p>
          <a:endParaRPr lang="en-US">
            <a:solidFill>
              <a:srgbClr val="FFFFFF"/>
            </a:solidFill>
          </a:endParaRPr>
        </a:p>
      </dgm:t>
    </dgm:pt>
    <dgm:pt modelId="{A80B5B50-C8C1-2E49-8F07-7D8FD7A6745E}" type="pres">
      <dgm:prSet presAssocID="{06B97B44-004F-4746-88A3-F6737570C061}" presName="linearFlow" presStyleCnt="0">
        <dgm:presLayoutVars>
          <dgm:resizeHandles val="exact"/>
        </dgm:presLayoutVars>
      </dgm:prSet>
      <dgm:spPr/>
    </dgm:pt>
    <dgm:pt modelId="{4E04048A-401D-114C-BBEF-BBDF6A06DC4C}" type="pres">
      <dgm:prSet presAssocID="{AB870F38-80C7-D642-A8DE-3AEF71384D43}" presName="node" presStyleLbl="node1" presStyleIdx="0" presStyleCnt="4">
        <dgm:presLayoutVars>
          <dgm:bulletEnabled val="1"/>
        </dgm:presLayoutVars>
      </dgm:prSet>
      <dgm:spPr>
        <a:prstGeom prst="can">
          <a:avLst/>
        </a:prstGeom>
      </dgm:spPr>
    </dgm:pt>
    <dgm:pt modelId="{89B348A1-5AE7-7449-B4AB-3D289D69BA18}" type="pres">
      <dgm:prSet presAssocID="{D5FC5456-444F-D244-8855-EFB34D5F8756}" presName="sibTrans" presStyleLbl="sibTrans2D1" presStyleIdx="0" presStyleCnt="3"/>
      <dgm:spPr/>
    </dgm:pt>
    <dgm:pt modelId="{B7463346-1961-E244-9D86-3D341ACFB25D}" type="pres">
      <dgm:prSet presAssocID="{D5FC5456-444F-D244-8855-EFB34D5F8756}" presName="connectorText" presStyleLbl="sibTrans2D1" presStyleIdx="0" presStyleCnt="3"/>
      <dgm:spPr/>
    </dgm:pt>
    <dgm:pt modelId="{03B68BAE-BECB-D943-B9A4-C56A4BCBB80E}" type="pres">
      <dgm:prSet presAssocID="{E6EEEE91-4A69-2B47-AD34-DD91BE322CAD}" presName="node" presStyleLbl="node1" presStyleIdx="1" presStyleCnt="4">
        <dgm:presLayoutVars>
          <dgm:bulletEnabled val="1"/>
        </dgm:presLayoutVars>
      </dgm:prSet>
      <dgm:spPr>
        <a:prstGeom prst="can">
          <a:avLst/>
        </a:prstGeom>
      </dgm:spPr>
    </dgm:pt>
    <dgm:pt modelId="{3BA30F46-0717-1540-995F-863BB442DE1A}" type="pres">
      <dgm:prSet presAssocID="{15A45389-3AF7-3E44-A2BF-8ADD05D9E10D}" presName="sibTrans" presStyleLbl="sibTrans2D1" presStyleIdx="1" presStyleCnt="3"/>
      <dgm:spPr/>
    </dgm:pt>
    <dgm:pt modelId="{20810F7B-73E5-C941-9FD6-F31A3192088F}" type="pres">
      <dgm:prSet presAssocID="{15A45389-3AF7-3E44-A2BF-8ADD05D9E10D}" presName="connectorText" presStyleLbl="sibTrans2D1" presStyleIdx="1" presStyleCnt="3"/>
      <dgm:spPr/>
    </dgm:pt>
    <dgm:pt modelId="{9DFA9C34-CD9A-BD42-BAA7-130EDA4EB4F5}" type="pres">
      <dgm:prSet presAssocID="{F54067C5-4704-284D-A429-8DF08B88F71A}" presName="node" presStyleLbl="node1" presStyleIdx="2" presStyleCnt="4">
        <dgm:presLayoutVars>
          <dgm:bulletEnabled val="1"/>
        </dgm:presLayoutVars>
      </dgm:prSet>
      <dgm:spPr>
        <a:prstGeom prst="can">
          <a:avLst/>
        </a:prstGeom>
      </dgm:spPr>
    </dgm:pt>
    <dgm:pt modelId="{DDB24056-AA7F-2043-9E6D-7934449F2748}" type="pres">
      <dgm:prSet presAssocID="{50381F0C-FC24-2E44-A360-C1BA274055DB}" presName="sibTrans" presStyleLbl="sibTrans2D1" presStyleIdx="2" presStyleCnt="3"/>
      <dgm:spPr/>
    </dgm:pt>
    <dgm:pt modelId="{86F84490-9841-3244-A0DF-DD1C42777AE2}" type="pres">
      <dgm:prSet presAssocID="{50381F0C-FC24-2E44-A360-C1BA274055DB}" presName="connectorText" presStyleLbl="sibTrans2D1" presStyleIdx="2" presStyleCnt="3"/>
      <dgm:spPr/>
    </dgm:pt>
    <dgm:pt modelId="{C4C1E71D-C3A6-9748-987F-1DDC2BDEC36A}" type="pres">
      <dgm:prSet presAssocID="{8EFE5866-034F-F049-99B9-4C655CAFC371}" presName="node" presStyleLbl="node1" presStyleIdx="3" presStyleCnt="4">
        <dgm:presLayoutVars>
          <dgm:bulletEnabled val="1"/>
        </dgm:presLayoutVars>
      </dgm:prSet>
      <dgm:spPr>
        <a:prstGeom prst="can">
          <a:avLst/>
        </a:prstGeom>
      </dgm:spPr>
    </dgm:pt>
  </dgm:ptLst>
  <dgm:cxnLst>
    <dgm:cxn modelId="{7CE5470B-D5AB-1E4D-B666-9A59F531DDD4}" type="presOf" srcId="{E6EEEE91-4A69-2B47-AD34-DD91BE322CAD}" destId="{03B68BAE-BECB-D943-B9A4-C56A4BCBB80E}" srcOrd="0" destOrd="0" presId="urn:microsoft.com/office/officeart/2005/8/layout/process2"/>
    <dgm:cxn modelId="{9512201A-1463-8945-BB88-B9355C1F2A4D}" type="presOf" srcId="{D5FC5456-444F-D244-8855-EFB34D5F8756}" destId="{89B348A1-5AE7-7449-B4AB-3D289D69BA18}" srcOrd="0" destOrd="0" presId="urn:microsoft.com/office/officeart/2005/8/layout/process2"/>
    <dgm:cxn modelId="{CABFFC37-A7E6-8042-9E5F-634AE2D1CFBB}" srcId="{06B97B44-004F-4746-88A3-F6737570C061}" destId="{E6EEEE91-4A69-2B47-AD34-DD91BE322CAD}" srcOrd="1" destOrd="0" parTransId="{404AD584-3A4C-FA48-A93A-7B61C77C2EC5}" sibTransId="{15A45389-3AF7-3E44-A2BF-8ADD05D9E10D}"/>
    <dgm:cxn modelId="{E061943A-D312-FA47-B8F0-96C1E11A52DF}" type="presOf" srcId="{50381F0C-FC24-2E44-A360-C1BA274055DB}" destId="{86F84490-9841-3244-A0DF-DD1C42777AE2}" srcOrd="1" destOrd="0" presId="urn:microsoft.com/office/officeart/2005/8/layout/process2"/>
    <dgm:cxn modelId="{EA0C855E-645F-564C-9B8C-C145407EA7D8}" srcId="{06B97B44-004F-4746-88A3-F6737570C061}" destId="{8EFE5866-034F-F049-99B9-4C655CAFC371}" srcOrd="3" destOrd="0" parTransId="{88AEF7A5-F927-2342-B32C-71DE6A5A1DB4}" sibTransId="{E7F3AC08-DB12-0F46-BE83-BE0B8E82477D}"/>
    <dgm:cxn modelId="{CD0FFE41-DCB1-394D-B13D-E8FB6D8D4865}" type="presOf" srcId="{50381F0C-FC24-2E44-A360-C1BA274055DB}" destId="{DDB24056-AA7F-2043-9E6D-7934449F2748}" srcOrd="0" destOrd="0" presId="urn:microsoft.com/office/officeart/2005/8/layout/process2"/>
    <dgm:cxn modelId="{4029AD74-9D5F-E345-A791-D4E788D18C66}" type="presOf" srcId="{AB870F38-80C7-D642-A8DE-3AEF71384D43}" destId="{4E04048A-401D-114C-BBEF-BBDF6A06DC4C}" srcOrd="0" destOrd="0" presId="urn:microsoft.com/office/officeart/2005/8/layout/process2"/>
    <dgm:cxn modelId="{18C6EA84-99B4-4D4D-9DF8-56A7C1877450}" type="presOf" srcId="{F54067C5-4704-284D-A429-8DF08B88F71A}" destId="{9DFA9C34-CD9A-BD42-BAA7-130EDA4EB4F5}" srcOrd="0" destOrd="0" presId="urn:microsoft.com/office/officeart/2005/8/layout/process2"/>
    <dgm:cxn modelId="{EFD2588E-432A-1A43-B690-235054A39041}" srcId="{06B97B44-004F-4746-88A3-F6737570C061}" destId="{AB870F38-80C7-D642-A8DE-3AEF71384D43}" srcOrd="0" destOrd="0" parTransId="{1BC9945B-688E-824C-81D6-261EE5749C61}" sibTransId="{D5FC5456-444F-D244-8855-EFB34D5F8756}"/>
    <dgm:cxn modelId="{59A09795-0A38-964C-973B-12DF0540FCC5}" type="presOf" srcId="{D5FC5456-444F-D244-8855-EFB34D5F8756}" destId="{B7463346-1961-E244-9D86-3D341ACFB25D}" srcOrd="1" destOrd="0" presId="urn:microsoft.com/office/officeart/2005/8/layout/process2"/>
    <dgm:cxn modelId="{E3D5DDAC-6906-1C45-A108-C151944FE1D5}" srcId="{06B97B44-004F-4746-88A3-F6737570C061}" destId="{F54067C5-4704-284D-A429-8DF08B88F71A}" srcOrd="2" destOrd="0" parTransId="{2E959378-9F25-ED42-A64B-1DE2FED23EE2}" sibTransId="{50381F0C-FC24-2E44-A360-C1BA274055DB}"/>
    <dgm:cxn modelId="{8AC0F6B9-44CC-8048-B151-0A91DC83A499}" type="presOf" srcId="{15A45389-3AF7-3E44-A2BF-8ADD05D9E10D}" destId="{20810F7B-73E5-C941-9FD6-F31A3192088F}" srcOrd="1" destOrd="0" presId="urn:microsoft.com/office/officeart/2005/8/layout/process2"/>
    <dgm:cxn modelId="{447347D6-AE97-7C41-B84B-5816E8B409F1}" type="presOf" srcId="{8EFE5866-034F-F049-99B9-4C655CAFC371}" destId="{C4C1E71D-C3A6-9748-987F-1DDC2BDEC36A}" srcOrd="0" destOrd="0" presId="urn:microsoft.com/office/officeart/2005/8/layout/process2"/>
    <dgm:cxn modelId="{BD2ECED7-5CDD-364D-93D0-5CB8474B6F9F}" type="presOf" srcId="{15A45389-3AF7-3E44-A2BF-8ADD05D9E10D}" destId="{3BA30F46-0717-1540-995F-863BB442DE1A}" srcOrd="0" destOrd="0" presId="urn:microsoft.com/office/officeart/2005/8/layout/process2"/>
    <dgm:cxn modelId="{D7E229F3-FCC7-FE4E-AC53-86D5C461D50C}" type="presOf" srcId="{06B97B44-004F-4746-88A3-F6737570C061}" destId="{A80B5B50-C8C1-2E49-8F07-7D8FD7A6745E}" srcOrd="0" destOrd="0" presId="urn:microsoft.com/office/officeart/2005/8/layout/process2"/>
    <dgm:cxn modelId="{A78FFA5B-6CC7-CC4A-9BDB-A065759A7D07}" type="presParOf" srcId="{A80B5B50-C8C1-2E49-8F07-7D8FD7A6745E}" destId="{4E04048A-401D-114C-BBEF-BBDF6A06DC4C}" srcOrd="0" destOrd="0" presId="urn:microsoft.com/office/officeart/2005/8/layout/process2"/>
    <dgm:cxn modelId="{6888579A-FACC-0742-B406-3FB08BAC4DDD}" type="presParOf" srcId="{A80B5B50-C8C1-2E49-8F07-7D8FD7A6745E}" destId="{89B348A1-5AE7-7449-B4AB-3D289D69BA18}" srcOrd="1" destOrd="0" presId="urn:microsoft.com/office/officeart/2005/8/layout/process2"/>
    <dgm:cxn modelId="{97AFC34F-8D4E-854F-A217-BFF5DAFC26E2}" type="presParOf" srcId="{89B348A1-5AE7-7449-B4AB-3D289D69BA18}" destId="{B7463346-1961-E244-9D86-3D341ACFB25D}" srcOrd="0" destOrd="0" presId="urn:microsoft.com/office/officeart/2005/8/layout/process2"/>
    <dgm:cxn modelId="{B947E47B-038B-3B4B-9935-D278326FDC80}" type="presParOf" srcId="{A80B5B50-C8C1-2E49-8F07-7D8FD7A6745E}" destId="{03B68BAE-BECB-D943-B9A4-C56A4BCBB80E}" srcOrd="2" destOrd="0" presId="urn:microsoft.com/office/officeart/2005/8/layout/process2"/>
    <dgm:cxn modelId="{DF85723D-195B-9747-B043-1907D5540DE8}" type="presParOf" srcId="{A80B5B50-C8C1-2E49-8F07-7D8FD7A6745E}" destId="{3BA30F46-0717-1540-995F-863BB442DE1A}" srcOrd="3" destOrd="0" presId="urn:microsoft.com/office/officeart/2005/8/layout/process2"/>
    <dgm:cxn modelId="{FE125A12-7CA0-EA4A-94D1-8CE3C4AA8A9A}" type="presParOf" srcId="{3BA30F46-0717-1540-995F-863BB442DE1A}" destId="{20810F7B-73E5-C941-9FD6-F31A3192088F}" srcOrd="0" destOrd="0" presId="urn:microsoft.com/office/officeart/2005/8/layout/process2"/>
    <dgm:cxn modelId="{C754DB6D-3232-1E40-939C-BC9F3BC9F935}" type="presParOf" srcId="{A80B5B50-C8C1-2E49-8F07-7D8FD7A6745E}" destId="{9DFA9C34-CD9A-BD42-BAA7-130EDA4EB4F5}" srcOrd="4" destOrd="0" presId="urn:microsoft.com/office/officeart/2005/8/layout/process2"/>
    <dgm:cxn modelId="{2DD90895-E038-3F48-8F63-7FE7EE0AA8AC}" type="presParOf" srcId="{A80B5B50-C8C1-2E49-8F07-7D8FD7A6745E}" destId="{DDB24056-AA7F-2043-9E6D-7934449F2748}" srcOrd="5" destOrd="0" presId="urn:microsoft.com/office/officeart/2005/8/layout/process2"/>
    <dgm:cxn modelId="{221AA6A7-EBBA-3840-8564-B40554DAFF7E}" type="presParOf" srcId="{DDB24056-AA7F-2043-9E6D-7934449F2748}" destId="{86F84490-9841-3244-A0DF-DD1C42777AE2}" srcOrd="0" destOrd="0" presId="urn:microsoft.com/office/officeart/2005/8/layout/process2"/>
    <dgm:cxn modelId="{7166EF55-95B5-E24E-8B27-45B2A9B08478}" type="presParOf" srcId="{A80B5B50-C8C1-2E49-8F07-7D8FD7A6745E}" destId="{C4C1E71D-C3A6-9748-987F-1DDC2BDEC36A}"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26DFB7D1-8CE3-BF45-BC28-8D86699BE218}" type="doc">
      <dgm:prSet loTypeId="urn:microsoft.com/office/officeart/2005/8/layout/hChevron3" loCatId="" qsTypeId="urn:microsoft.com/office/officeart/2005/8/quickstyle/simple1#2" qsCatId="simple" csTypeId="urn:microsoft.com/office/officeart/2005/8/colors/accent4_1#3" csCatId="accent4" phldr="1"/>
      <dgm:spPr/>
      <dgm:t>
        <a:bodyPr/>
        <a:lstStyle/>
        <a:p>
          <a:endParaRPr lang="en-US">
            <a:solidFill>
              <a:srgbClr val="FFFFFF"/>
            </a:solidFill>
          </a:endParaRPr>
        </a:p>
      </dgm:t>
    </dgm:pt>
    <dgm:pt modelId="{F7137005-9920-9548-831A-E5831AE925DB}">
      <dgm:prSet phldrT="[Text]" custT="1"/>
      <dgm:spPr/>
      <dgm:t>
        <a:bodyPr/>
        <a:lstStyle/>
        <a:p>
          <a:r>
            <a:rPr lang="en-US" sz="1600" dirty="0">
              <a:latin typeface="CiscoSansTT"/>
              <a:cs typeface="CiscoSansTT"/>
            </a:rPr>
            <a:t>IDE Setup</a:t>
          </a:r>
        </a:p>
      </dgm:t>
    </dgm:pt>
    <dgm:pt modelId="{8AEB702E-E439-134E-900C-243F3DE9CB12}" type="parTrans" cxnId="{E2FDD13B-9FC7-7144-A4D9-DD5703B52433}">
      <dgm:prSet/>
      <dgm:spPr/>
      <dgm:t>
        <a:bodyPr/>
        <a:lstStyle/>
        <a:p>
          <a:endParaRPr lang="en-US">
            <a:solidFill>
              <a:srgbClr val="FFFFFF"/>
            </a:solidFill>
          </a:endParaRPr>
        </a:p>
      </dgm:t>
    </dgm:pt>
    <dgm:pt modelId="{32CEE8C4-7CD0-FB46-899A-804100469349}" type="sibTrans" cxnId="{E2FDD13B-9FC7-7144-A4D9-DD5703B52433}">
      <dgm:prSet/>
      <dgm:spPr/>
      <dgm:t>
        <a:bodyPr/>
        <a:lstStyle/>
        <a:p>
          <a:endParaRPr lang="en-US">
            <a:solidFill>
              <a:srgbClr val="FFFFFF"/>
            </a:solidFill>
          </a:endParaRPr>
        </a:p>
      </dgm:t>
    </dgm:pt>
    <dgm:pt modelId="{046D0163-D5F2-6F49-ACC9-2EE7F984AD18}">
      <dgm:prSet phldrT="[Text]" custT="1"/>
      <dgm:spPr/>
      <dgm:t>
        <a:bodyPr/>
        <a:lstStyle/>
        <a:p>
          <a:r>
            <a:rPr lang="en-US" sz="1600" dirty="0">
              <a:latin typeface="CiscoSansTT"/>
              <a:cs typeface="CiscoSansTT"/>
            </a:rPr>
            <a:t>Code Documentation</a:t>
          </a:r>
        </a:p>
      </dgm:t>
    </dgm:pt>
    <dgm:pt modelId="{BD8E1B16-1251-FE46-A6A2-861997CB3799}" type="parTrans" cxnId="{EE70B60C-4243-5D40-A3C6-C96CBA04F462}">
      <dgm:prSet/>
      <dgm:spPr/>
      <dgm:t>
        <a:bodyPr/>
        <a:lstStyle/>
        <a:p>
          <a:endParaRPr lang="en-US">
            <a:solidFill>
              <a:srgbClr val="FFFFFF"/>
            </a:solidFill>
          </a:endParaRPr>
        </a:p>
      </dgm:t>
    </dgm:pt>
    <dgm:pt modelId="{2782163B-4B15-3A43-897E-D5500E64B71F}" type="sibTrans" cxnId="{EE70B60C-4243-5D40-A3C6-C96CBA04F462}">
      <dgm:prSet/>
      <dgm:spPr/>
      <dgm:t>
        <a:bodyPr/>
        <a:lstStyle/>
        <a:p>
          <a:endParaRPr lang="en-US">
            <a:solidFill>
              <a:srgbClr val="FFFFFF"/>
            </a:solidFill>
          </a:endParaRPr>
        </a:p>
      </dgm:t>
    </dgm:pt>
    <dgm:pt modelId="{26EBD50C-1676-0E41-945F-FA73CF896C8B}">
      <dgm:prSet phldrT="[Text]" custT="1"/>
      <dgm:spPr/>
      <dgm:t>
        <a:bodyPr/>
        <a:lstStyle/>
        <a:p>
          <a:r>
            <a:rPr lang="en-US" sz="1600" dirty="0">
              <a:latin typeface="CiscoSansTT"/>
              <a:cs typeface="CiscoSansTT"/>
            </a:rPr>
            <a:t>Version Control</a:t>
          </a:r>
        </a:p>
      </dgm:t>
    </dgm:pt>
    <dgm:pt modelId="{5CBBC269-31FC-5C47-B532-8F3656B9FF22}" type="parTrans" cxnId="{CE9D3731-F161-7743-8FE8-AF62DA41E389}">
      <dgm:prSet/>
      <dgm:spPr/>
      <dgm:t>
        <a:bodyPr/>
        <a:lstStyle/>
        <a:p>
          <a:endParaRPr lang="en-US">
            <a:solidFill>
              <a:srgbClr val="FFFFFF"/>
            </a:solidFill>
          </a:endParaRPr>
        </a:p>
      </dgm:t>
    </dgm:pt>
    <dgm:pt modelId="{6F366E15-9DA7-7D40-8580-69EA9A9915B2}" type="sibTrans" cxnId="{CE9D3731-F161-7743-8FE8-AF62DA41E389}">
      <dgm:prSet/>
      <dgm:spPr/>
      <dgm:t>
        <a:bodyPr/>
        <a:lstStyle/>
        <a:p>
          <a:endParaRPr lang="en-US">
            <a:solidFill>
              <a:srgbClr val="FFFFFF"/>
            </a:solidFill>
          </a:endParaRPr>
        </a:p>
      </dgm:t>
    </dgm:pt>
    <dgm:pt modelId="{9C5348C0-E337-BA4A-B87E-2006E8588DB7}">
      <dgm:prSet phldrT="[Text]" custT="1"/>
      <dgm:spPr/>
      <dgm:t>
        <a:bodyPr/>
        <a:lstStyle/>
        <a:p>
          <a:r>
            <a:rPr lang="en-US" sz="1600" dirty="0">
              <a:latin typeface="CiscoSansTT"/>
              <a:cs typeface="CiscoSansTT"/>
            </a:rPr>
            <a:t>Instant Diffs</a:t>
          </a:r>
        </a:p>
      </dgm:t>
    </dgm:pt>
    <dgm:pt modelId="{1346B5E0-02C4-4142-B56D-5AB5E027EFC0}" type="parTrans" cxnId="{F5C68324-EF41-934D-B574-DAB29A03FEBC}">
      <dgm:prSet/>
      <dgm:spPr/>
      <dgm:t>
        <a:bodyPr/>
        <a:lstStyle/>
        <a:p>
          <a:endParaRPr lang="en-US">
            <a:solidFill>
              <a:srgbClr val="FFFFFF"/>
            </a:solidFill>
          </a:endParaRPr>
        </a:p>
      </dgm:t>
    </dgm:pt>
    <dgm:pt modelId="{CC947570-A692-7744-A5CA-A785E995FF86}" type="sibTrans" cxnId="{F5C68324-EF41-934D-B574-DAB29A03FEBC}">
      <dgm:prSet/>
      <dgm:spPr/>
      <dgm:t>
        <a:bodyPr/>
        <a:lstStyle/>
        <a:p>
          <a:endParaRPr lang="en-US">
            <a:solidFill>
              <a:srgbClr val="FFFFFF"/>
            </a:solidFill>
          </a:endParaRPr>
        </a:p>
      </dgm:t>
    </dgm:pt>
    <dgm:pt modelId="{2725211F-3895-574B-A915-7F45807D895B}">
      <dgm:prSet phldrT="[Text]" custT="1"/>
      <dgm:spPr/>
      <dgm:t>
        <a:bodyPr/>
        <a:lstStyle/>
        <a:p>
          <a:r>
            <a:rPr lang="en-US" sz="1600" dirty="0">
              <a:latin typeface="CiscoSansTT"/>
              <a:cs typeface="CiscoSansTT"/>
            </a:rPr>
            <a:t>Instant Rollbacks</a:t>
          </a:r>
        </a:p>
      </dgm:t>
    </dgm:pt>
    <dgm:pt modelId="{239E6E4F-A62E-2444-9414-31FF37084616}" type="parTrans" cxnId="{F9460BC3-E146-0440-A473-F20BDD7F16B8}">
      <dgm:prSet/>
      <dgm:spPr/>
      <dgm:t>
        <a:bodyPr/>
        <a:lstStyle/>
        <a:p>
          <a:endParaRPr lang="en-US">
            <a:solidFill>
              <a:srgbClr val="FFFFFF"/>
            </a:solidFill>
          </a:endParaRPr>
        </a:p>
      </dgm:t>
    </dgm:pt>
    <dgm:pt modelId="{565D3281-D18C-DC48-A5AB-ED9F6F45AA4D}" type="sibTrans" cxnId="{F9460BC3-E146-0440-A473-F20BDD7F16B8}">
      <dgm:prSet/>
      <dgm:spPr/>
      <dgm:t>
        <a:bodyPr/>
        <a:lstStyle/>
        <a:p>
          <a:endParaRPr lang="en-US">
            <a:solidFill>
              <a:srgbClr val="FFFFFF"/>
            </a:solidFill>
          </a:endParaRPr>
        </a:p>
      </dgm:t>
    </dgm:pt>
    <dgm:pt modelId="{09136E39-DAD9-CB40-91E9-A0FD620BC691}" type="pres">
      <dgm:prSet presAssocID="{26DFB7D1-8CE3-BF45-BC28-8D86699BE218}" presName="Name0" presStyleCnt="0">
        <dgm:presLayoutVars>
          <dgm:dir/>
          <dgm:resizeHandles val="exact"/>
        </dgm:presLayoutVars>
      </dgm:prSet>
      <dgm:spPr/>
    </dgm:pt>
    <dgm:pt modelId="{CB27F872-258E-F74E-91D2-76CEB086506D}" type="pres">
      <dgm:prSet presAssocID="{F7137005-9920-9548-831A-E5831AE925DB}" presName="parTxOnly" presStyleLbl="node1" presStyleIdx="0" presStyleCnt="5">
        <dgm:presLayoutVars>
          <dgm:bulletEnabled val="1"/>
        </dgm:presLayoutVars>
      </dgm:prSet>
      <dgm:spPr/>
    </dgm:pt>
    <dgm:pt modelId="{D8161282-D3FC-D046-AFF6-2A555348A5CF}" type="pres">
      <dgm:prSet presAssocID="{32CEE8C4-7CD0-FB46-899A-804100469349}" presName="parSpace" presStyleCnt="0"/>
      <dgm:spPr/>
    </dgm:pt>
    <dgm:pt modelId="{10776ACD-8B0E-6C4E-890A-ACE0AF2614FC}" type="pres">
      <dgm:prSet presAssocID="{046D0163-D5F2-6F49-ACC9-2EE7F984AD18}" presName="parTxOnly" presStyleLbl="node1" presStyleIdx="1" presStyleCnt="5">
        <dgm:presLayoutVars>
          <dgm:bulletEnabled val="1"/>
        </dgm:presLayoutVars>
      </dgm:prSet>
      <dgm:spPr/>
    </dgm:pt>
    <dgm:pt modelId="{D7471E6B-78D4-BD4E-8336-A137B86BFFD2}" type="pres">
      <dgm:prSet presAssocID="{2782163B-4B15-3A43-897E-D5500E64B71F}" presName="parSpace" presStyleCnt="0"/>
      <dgm:spPr/>
    </dgm:pt>
    <dgm:pt modelId="{85B9C026-5106-114A-BAB4-A03A0FAD9652}" type="pres">
      <dgm:prSet presAssocID="{26EBD50C-1676-0E41-945F-FA73CF896C8B}" presName="parTxOnly" presStyleLbl="node1" presStyleIdx="2" presStyleCnt="5">
        <dgm:presLayoutVars>
          <dgm:bulletEnabled val="1"/>
        </dgm:presLayoutVars>
      </dgm:prSet>
      <dgm:spPr/>
    </dgm:pt>
    <dgm:pt modelId="{E7F7FC45-A94C-F740-9197-2CFB57D7AB84}" type="pres">
      <dgm:prSet presAssocID="{6F366E15-9DA7-7D40-8580-69EA9A9915B2}" presName="parSpace" presStyleCnt="0"/>
      <dgm:spPr/>
    </dgm:pt>
    <dgm:pt modelId="{9396A69D-593D-2345-88C1-6A5B251CC93D}" type="pres">
      <dgm:prSet presAssocID="{9C5348C0-E337-BA4A-B87E-2006E8588DB7}" presName="parTxOnly" presStyleLbl="node1" presStyleIdx="3" presStyleCnt="5">
        <dgm:presLayoutVars>
          <dgm:bulletEnabled val="1"/>
        </dgm:presLayoutVars>
      </dgm:prSet>
      <dgm:spPr/>
    </dgm:pt>
    <dgm:pt modelId="{1068CA86-A554-6544-A38B-F4B3DD0761DF}" type="pres">
      <dgm:prSet presAssocID="{CC947570-A692-7744-A5CA-A785E995FF86}" presName="parSpace" presStyleCnt="0"/>
      <dgm:spPr/>
    </dgm:pt>
    <dgm:pt modelId="{184C0129-7B62-A14F-8650-CB29131DB08C}" type="pres">
      <dgm:prSet presAssocID="{2725211F-3895-574B-A915-7F45807D895B}" presName="parTxOnly" presStyleLbl="node1" presStyleIdx="4" presStyleCnt="5">
        <dgm:presLayoutVars>
          <dgm:bulletEnabled val="1"/>
        </dgm:presLayoutVars>
      </dgm:prSet>
      <dgm:spPr/>
    </dgm:pt>
  </dgm:ptLst>
  <dgm:cxnLst>
    <dgm:cxn modelId="{EE70B60C-4243-5D40-A3C6-C96CBA04F462}" srcId="{26DFB7D1-8CE3-BF45-BC28-8D86699BE218}" destId="{046D0163-D5F2-6F49-ACC9-2EE7F984AD18}" srcOrd="1" destOrd="0" parTransId="{BD8E1B16-1251-FE46-A6A2-861997CB3799}" sibTransId="{2782163B-4B15-3A43-897E-D5500E64B71F}"/>
    <dgm:cxn modelId="{7B799021-1EED-BD45-AC63-EDB6F2DA47E4}" type="presOf" srcId="{046D0163-D5F2-6F49-ACC9-2EE7F984AD18}" destId="{10776ACD-8B0E-6C4E-890A-ACE0AF2614FC}" srcOrd="0" destOrd="0" presId="urn:microsoft.com/office/officeart/2005/8/layout/hChevron3"/>
    <dgm:cxn modelId="{F5C68324-EF41-934D-B574-DAB29A03FEBC}" srcId="{26DFB7D1-8CE3-BF45-BC28-8D86699BE218}" destId="{9C5348C0-E337-BA4A-B87E-2006E8588DB7}" srcOrd="3" destOrd="0" parTransId="{1346B5E0-02C4-4142-B56D-5AB5E027EFC0}" sibTransId="{CC947570-A692-7744-A5CA-A785E995FF86}"/>
    <dgm:cxn modelId="{CE9D3731-F161-7743-8FE8-AF62DA41E389}" srcId="{26DFB7D1-8CE3-BF45-BC28-8D86699BE218}" destId="{26EBD50C-1676-0E41-945F-FA73CF896C8B}" srcOrd="2" destOrd="0" parTransId="{5CBBC269-31FC-5C47-B532-8F3656B9FF22}" sibTransId="{6F366E15-9DA7-7D40-8580-69EA9A9915B2}"/>
    <dgm:cxn modelId="{7F5BAC36-3F26-0842-A7BB-0C26EA891F95}" type="presOf" srcId="{F7137005-9920-9548-831A-E5831AE925DB}" destId="{CB27F872-258E-F74E-91D2-76CEB086506D}" srcOrd="0" destOrd="0" presId="urn:microsoft.com/office/officeart/2005/8/layout/hChevron3"/>
    <dgm:cxn modelId="{E2FDD13B-9FC7-7144-A4D9-DD5703B52433}" srcId="{26DFB7D1-8CE3-BF45-BC28-8D86699BE218}" destId="{F7137005-9920-9548-831A-E5831AE925DB}" srcOrd="0" destOrd="0" parTransId="{8AEB702E-E439-134E-900C-243F3DE9CB12}" sibTransId="{32CEE8C4-7CD0-FB46-899A-804100469349}"/>
    <dgm:cxn modelId="{6CFEBF6F-B7E3-4A4C-8D7C-C9970023EC42}" type="presOf" srcId="{9C5348C0-E337-BA4A-B87E-2006E8588DB7}" destId="{9396A69D-593D-2345-88C1-6A5B251CC93D}" srcOrd="0" destOrd="0" presId="urn:microsoft.com/office/officeart/2005/8/layout/hChevron3"/>
    <dgm:cxn modelId="{048CE0A8-28DA-A34B-B5CD-8E87EE78EB43}" type="presOf" srcId="{26DFB7D1-8CE3-BF45-BC28-8D86699BE218}" destId="{09136E39-DAD9-CB40-91E9-A0FD620BC691}" srcOrd="0" destOrd="0" presId="urn:microsoft.com/office/officeart/2005/8/layout/hChevron3"/>
    <dgm:cxn modelId="{1DD799AA-CCE6-4743-99F1-310E0E2CB6EF}" type="presOf" srcId="{26EBD50C-1676-0E41-945F-FA73CF896C8B}" destId="{85B9C026-5106-114A-BAB4-A03A0FAD9652}" srcOrd="0" destOrd="0" presId="urn:microsoft.com/office/officeart/2005/8/layout/hChevron3"/>
    <dgm:cxn modelId="{F9460BC3-E146-0440-A473-F20BDD7F16B8}" srcId="{26DFB7D1-8CE3-BF45-BC28-8D86699BE218}" destId="{2725211F-3895-574B-A915-7F45807D895B}" srcOrd="4" destOrd="0" parTransId="{239E6E4F-A62E-2444-9414-31FF37084616}" sibTransId="{565D3281-D18C-DC48-A5AB-ED9F6F45AA4D}"/>
    <dgm:cxn modelId="{BAB684F5-09A6-5E48-928B-3A11BB766047}" type="presOf" srcId="{2725211F-3895-574B-A915-7F45807D895B}" destId="{184C0129-7B62-A14F-8650-CB29131DB08C}" srcOrd="0" destOrd="0" presId="urn:microsoft.com/office/officeart/2005/8/layout/hChevron3"/>
    <dgm:cxn modelId="{1DE5A2B9-EB7F-014D-90FB-CC82F4111983}" type="presParOf" srcId="{09136E39-DAD9-CB40-91E9-A0FD620BC691}" destId="{CB27F872-258E-F74E-91D2-76CEB086506D}" srcOrd="0" destOrd="0" presId="urn:microsoft.com/office/officeart/2005/8/layout/hChevron3"/>
    <dgm:cxn modelId="{819E1FE6-6A6D-E445-A124-1BA6C3F4F9B4}" type="presParOf" srcId="{09136E39-DAD9-CB40-91E9-A0FD620BC691}" destId="{D8161282-D3FC-D046-AFF6-2A555348A5CF}" srcOrd="1" destOrd="0" presId="urn:microsoft.com/office/officeart/2005/8/layout/hChevron3"/>
    <dgm:cxn modelId="{4D9311AA-91A9-5843-B6D8-DE519EDFA7B9}" type="presParOf" srcId="{09136E39-DAD9-CB40-91E9-A0FD620BC691}" destId="{10776ACD-8B0E-6C4E-890A-ACE0AF2614FC}" srcOrd="2" destOrd="0" presId="urn:microsoft.com/office/officeart/2005/8/layout/hChevron3"/>
    <dgm:cxn modelId="{8C2C926E-276E-3E46-81B1-DA024D174BB9}" type="presParOf" srcId="{09136E39-DAD9-CB40-91E9-A0FD620BC691}" destId="{D7471E6B-78D4-BD4E-8336-A137B86BFFD2}" srcOrd="3" destOrd="0" presId="urn:microsoft.com/office/officeart/2005/8/layout/hChevron3"/>
    <dgm:cxn modelId="{FA04427A-DA0C-064B-9F06-6F929B8A20AD}" type="presParOf" srcId="{09136E39-DAD9-CB40-91E9-A0FD620BC691}" destId="{85B9C026-5106-114A-BAB4-A03A0FAD9652}" srcOrd="4" destOrd="0" presId="urn:microsoft.com/office/officeart/2005/8/layout/hChevron3"/>
    <dgm:cxn modelId="{6DADA8BE-E38F-BE4E-B54D-E1B00041ED5F}" type="presParOf" srcId="{09136E39-DAD9-CB40-91E9-A0FD620BC691}" destId="{E7F7FC45-A94C-F740-9197-2CFB57D7AB84}" srcOrd="5" destOrd="0" presId="urn:microsoft.com/office/officeart/2005/8/layout/hChevron3"/>
    <dgm:cxn modelId="{E77831E6-3C9E-204A-9098-BB58389EC3FD}" type="presParOf" srcId="{09136E39-DAD9-CB40-91E9-A0FD620BC691}" destId="{9396A69D-593D-2345-88C1-6A5B251CC93D}" srcOrd="6" destOrd="0" presId="urn:microsoft.com/office/officeart/2005/8/layout/hChevron3"/>
    <dgm:cxn modelId="{CB03FF40-B46D-2D46-B25B-7F7307F85EC2}" type="presParOf" srcId="{09136E39-DAD9-CB40-91E9-A0FD620BC691}" destId="{1068CA86-A554-6544-A38B-F4B3DD0761DF}" srcOrd="7" destOrd="0" presId="urn:microsoft.com/office/officeart/2005/8/layout/hChevron3"/>
    <dgm:cxn modelId="{94BADF24-549D-E645-A4E1-68EC3E22EB28}" type="presParOf" srcId="{09136E39-DAD9-CB40-91E9-A0FD620BC691}" destId="{184C0129-7B62-A14F-8650-CB29131DB08C}"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F35F21-0E7D-7548-8052-4EB131825475}">
      <dsp:nvSpPr>
        <dsp:cNvPr id="0" name=""/>
        <dsp:cNvSpPr/>
      </dsp:nvSpPr>
      <dsp:spPr>
        <a:xfrm>
          <a:off x="2542667" y="2359152"/>
          <a:ext cx="2883408" cy="2883408"/>
        </a:xfrm>
        <a:prstGeom prst="gear9">
          <a:avLst/>
        </a:prstGeom>
        <a:solidFill>
          <a:schemeClr val="lt1">
            <a:hueOff val="0"/>
            <a:satOff val="0"/>
            <a:lumOff val="0"/>
            <a:alphaOff val="0"/>
          </a:schemeClr>
        </a:solidFill>
        <a:ln w="25400" cap="flat" cmpd="sng" algn="ctr">
          <a:solidFill>
            <a:srgbClr val="02C8FF">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History</a:t>
          </a:r>
        </a:p>
      </dsp:txBody>
      <dsp:txXfrm>
        <a:off x="3122360" y="3034577"/>
        <a:ext cx="1724022" cy="1482131"/>
      </dsp:txXfrm>
    </dsp:sp>
    <dsp:sp modelId="{D1CF9AA4-CD08-724A-8715-09706DA938DA}">
      <dsp:nvSpPr>
        <dsp:cNvPr id="0" name=""/>
        <dsp:cNvSpPr/>
      </dsp:nvSpPr>
      <dsp:spPr>
        <a:xfrm>
          <a:off x="865047" y="1677619"/>
          <a:ext cx="2097024" cy="2097024"/>
        </a:xfrm>
        <a:prstGeom prst="gear6">
          <a:avLst/>
        </a:prstGeom>
        <a:solidFill>
          <a:schemeClr val="lt1">
            <a:hueOff val="0"/>
            <a:satOff val="0"/>
            <a:lumOff val="0"/>
            <a:alphaOff val="0"/>
          </a:schemeClr>
        </a:solidFill>
        <a:ln w="25400" cap="flat" cmpd="sng" algn="ctr">
          <a:solidFill>
            <a:srgbClr val="02C8FF">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CiscoSansTT"/>
              <a:cs typeface="CiscoSansTT"/>
            </a:rPr>
            <a:t>Reality</a:t>
          </a:r>
        </a:p>
      </dsp:txBody>
      <dsp:txXfrm>
        <a:off x="1392979" y="2208742"/>
        <a:ext cx="1041160" cy="1034778"/>
      </dsp:txXfrm>
    </dsp:sp>
    <dsp:sp modelId="{34FAA1A2-B9A1-9A4A-B000-7D89A11A94C8}">
      <dsp:nvSpPr>
        <dsp:cNvPr id="0" name=""/>
        <dsp:cNvSpPr/>
      </dsp:nvSpPr>
      <dsp:spPr>
        <a:xfrm rot="20700000">
          <a:off x="2039595" y="230886"/>
          <a:ext cx="2054655" cy="2054655"/>
        </a:xfrm>
        <a:prstGeom prst="gear6">
          <a:avLst/>
        </a:prstGeom>
        <a:solidFill>
          <a:schemeClr val="lt1">
            <a:hueOff val="0"/>
            <a:satOff val="0"/>
            <a:lumOff val="0"/>
            <a:alphaOff val="0"/>
          </a:schemeClr>
        </a:solidFill>
        <a:ln w="25400" cap="flat" cmpd="sng" algn="ctr">
          <a:solidFill>
            <a:srgbClr val="02C8FF">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Goal</a:t>
          </a:r>
        </a:p>
      </dsp:txBody>
      <dsp:txXfrm rot="-20700000">
        <a:off x="2490241" y="681532"/>
        <a:ext cx="1153363" cy="1153363"/>
      </dsp:txXfrm>
    </dsp:sp>
    <dsp:sp modelId="{DA7A7C65-2B9D-D44E-9C85-386E451E2E51}">
      <dsp:nvSpPr>
        <dsp:cNvPr id="0" name=""/>
        <dsp:cNvSpPr/>
      </dsp:nvSpPr>
      <dsp:spPr>
        <a:xfrm>
          <a:off x="2332631" y="1917376"/>
          <a:ext cx="3690762" cy="3690762"/>
        </a:xfrm>
        <a:prstGeom prst="circularArrow">
          <a:avLst>
            <a:gd name="adj1" fmla="val 4687"/>
            <a:gd name="adj2" fmla="val 299029"/>
            <a:gd name="adj3" fmla="val 2536573"/>
            <a:gd name="adj4" fmla="val 15817996"/>
            <a:gd name="adj5" fmla="val 5469"/>
          </a:avLst>
        </a:prstGeom>
        <a:solidFill>
          <a:srgbClr val="02C8FF">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05517C49-2757-774F-8119-B1055EC3CECD}">
      <dsp:nvSpPr>
        <dsp:cNvPr id="0" name=""/>
        <dsp:cNvSpPr/>
      </dsp:nvSpPr>
      <dsp:spPr>
        <a:xfrm>
          <a:off x="493668" y="1209128"/>
          <a:ext cx="2681569" cy="2681569"/>
        </a:xfrm>
        <a:prstGeom prst="leftCircularArrow">
          <a:avLst>
            <a:gd name="adj1" fmla="val 6452"/>
            <a:gd name="adj2" fmla="val 429999"/>
            <a:gd name="adj3" fmla="val 10489124"/>
            <a:gd name="adj4" fmla="val 14837806"/>
            <a:gd name="adj5" fmla="val 7527"/>
          </a:avLst>
        </a:prstGeom>
        <a:solidFill>
          <a:srgbClr val="02C8FF">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8CF765E8-259C-D040-A3B2-DB386C5ABBAD}">
      <dsp:nvSpPr>
        <dsp:cNvPr id="0" name=""/>
        <dsp:cNvSpPr/>
      </dsp:nvSpPr>
      <dsp:spPr>
        <a:xfrm>
          <a:off x="1564332" y="-223658"/>
          <a:ext cx="2891271" cy="2891271"/>
        </a:xfrm>
        <a:prstGeom prst="circularArrow">
          <a:avLst>
            <a:gd name="adj1" fmla="val 5984"/>
            <a:gd name="adj2" fmla="val 394124"/>
            <a:gd name="adj3" fmla="val 13313824"/>
            <a:gd name="adj4" fmla="val 10508221"/>
            <a:gd name="adj5" fmla="val 6981"/>
          </a:avLst>
        </a:prstGeom>
        <a:solidFill>
          <a:srgbClr val="02C8FF">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04048A-401D-114C-BBEF-BBDF6A06DC4C}">
      <dsp:nvSpPr>
        <dsp:cNvPr id="0" name=""/>
        <dsp:cNvSpPr/>
      </dsp:nvSpPr>
      <dsp:spPr>
        <a:xfrm>
          <a:off x="1274558" y="2673"/>
          <a:ext cx="1790473" cy="994707"/>
        </a:xfrm>
        <a:prstGeom prst="can">
          <a:avLst/>
        </a:prstGeom>
        <a:solidFill>
          <a:schemeClr val="lt1">
            <a:hueOff val="0"/>
            <a:satOff val="0"/>
            <a:lumOff val="0"/>
            <a:alphaOff val="0"/>
          </a:schemeClr>
        </a:solidFill>
        <a:ln w="38100" cap="flat" cmpd="sng" algn="ctr">
          <a:solidFill>
            <a:srgbClr val="02C8FF">
              <a:shade val="80000"/>
              <a:hueOff val="0"/>
              <a:satOff val="0"/>
              <a:lumOff val="0"/>
              <a:alphaOff val="0"/>
            </a:srgb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DevOps Origins</a:t>
          </a:r>
        </a:p>
      </dsp:txBody>
      <dsp:txXfrm>
        <a:off x="1274558" y="251350"/>
        <a:ext cx="1790473" cy="621692"/>
      </dsp:txXfrm>
    </dsp:sp>
    <dsp:sp modelId="{89B348A1-5AE7-7449-B4AB-3D289D69BA18}">
      <dsp:nvSpPr>
        <dsp:cNvPr id="0" name=""/>
        <dsp:cNvSpPr/>
      </dsp:nvSpPr>
      <dsp:spPr>
        <a:xfrm rot="5400000">
          <a:off x="1983287" y="1022249"/>
          <a:ext cx="373015" cy="447618"/>
        </a:xfrm>
        <a:prstGeom prst="rightArrow">
          <a:avLst>
            <a:gd name="adj1" fmla="val 60000"/>
            <a:gd name="adj2" fmla="val 50000"/>
          </a:avLst>
        </a:prstGeom>
        <a:solidFill>
          <a:srgbClr val="02C8FF">
            <a:tint val="60000"/>
            <a:hueOff val="0"/>
            <a:satOff val="0"/>
            <a:lumOff val="0"/>
            <a:alphaOff val="0"/>
          </a:srgb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solidFill>
              <a:srgbClr val="FFFFFF"/>
            </a:solidFill>
          </a:endParaRPr>
        </a:p>
      </dsp:txBody>
      <dsp:txXfrm rot="-5400000">
        <a:off x="2035510" y="1059550"/>
        <a:ext cx="268570" cy="261111"/>
      </dsp:txXfrm>
    </dsp:sp>
    <dsp:sp modelId="{03B68BAE-BECB-D943-B9A4-C56A4BCBB80E}">
      <dsp:nvSpPr>
        <dsp:cNvPr id="0" name=""/>
        <dsp:cNvSpPr/>
      </dsp:nvSpPr>
      <dsp:spPr>
        <a:xfrm>
          <a:off x="1274558" y="1494735"/>
          <a:ext cx="1790473" cy="994707"/>
        </a:xfrm>
        <a:prstGeom prst="can">
          <a:avLst/>
        </a:prstGeom>
        <a:solidFill>
          <a:schemeClr val="lt1">
            <a:hueOff val="0"/>
            <a:satOff val="0"/>
            <a:lumOff val="0"/>
            <a:alphaOff val="0"/>
          </a:schemeClr>
        </a:solidFill>
        <a:ln w="38100" cap="flat" cmpd="sng" algn="ctr">
          <a:solidFill>
            <a:srgbClr val="02C8FF">
              <a:shade val="80000"/>
              <a:hueOff val="0"/>
              <a:satOff val="0"/>
              <a:lumOff val="0"/>
              <a:alphaOff val="0"/>
            </a:srgb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The Reality</a:t>
          </a:r>
        </a:p>
      </dsp:txBody>
      <dsp:txXfrm>
        <a:off x="1274558" y="1743412"/>
        <a:ext cx="1790473" cy="621692"/>
      </dsp:txXfrm>
    </dsp:sp>
    <dsp:sp modelId="{3BA30F46-0717-1540-995F-863BB442DE1A}">
      <dsp:nvSpPr>
        <dsp:cNvPr id="0" name=""/>
        <dsp:cNvSpPr/>
      </dsp:nvSpPr>
      <dsp:spPr>
        <a:xfrm rot="5400000">
          <a:off x="1983287" y="2514310"/>
          <a:ext cx="373015" cy="447618"/>
        </a:xfrm>
        <a:prstGeom prst="rightArrow">
          <a:avLst>
            <a:gd name="adj1" fmla="val 60000"/>
            <a:gd name="adj2" fmla="val 50000"/>
          </a:avLst>
        </a:prstGeom>
        <a:solidFill>
          <a:srgbClr val="02C8FF">
            <a:tint val="60000"/>
            <a:hueOff val="0"/>
            <a:satOff val="0"/>
            <a:lumOff val="0"/>
            <a:alphaOff val="0"/>
          </a:srgb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solidFill>
              <a:srgbClr val="FFFFFF"/>
            </a:solidFill>
          </a:endParaRPr>
        </a:p>
      </dsp:txBody>
      <dsp:txXfrm rot="-5400000">
        <a:off x="2035510" y="2551611"/>
        <a:ext cx="268570" cy="261111"/>
      </dsp:txXfrm>
    </dsp:sp>
    <dsp:sp modelId="{9DFA9C34-CD9A-BD42-BAA7-130EDA4EB4F5}">
      <dsp:nvSpPr>
        <dsp:cNvPr id="0" name=""/>
        <dsp:cNvSpPr/>
      </dsp:nvSpPr>
      <dsp:spPr>
        <a:xfrm>
          <a:off x="1274558" y="2986796"/>
          <a:ext cx="1790473" cy="994707"/>
        </a:xfrm>
        <a:prstGeom prst="can">
          <a:avLst/>
        </a:prstGeom>
        <a:solidFill>
          <a:schemeClr val="lt1">
            <a:hueOff val="0"/>
            <a:satOff val="0"/>
            <a:lumOff val="0"/>
            <a:alphaOff val="0"/>
          </a:schemeClr>
        </a:solidFill>
        <a:ln w="38100" cap="flat" cmpd="sng" algn="ctr">
          <a:solidFill>
            <a:srgbClr val="02C8FF">
              <a:shade val="80000"/>
              <a:hueOff val="0"/>
              <a:satOff val="0"/>
              <a:lumOff val="0"/>
              <a:alphaOff val="0"/>
            </a:srgb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The Wedge</a:t>
          </a:r>
        </a:p>
      </dsp:txBody>
      <dsp:txXfrm>
        <a:off x="1274558" y="3235473"/>
        <a:ext cx="1790473" cy="621692"/>
      </dsp:txXfrm>
    </dsp:sp>
    <dsp:sp modelId="{DDB24056-AA7F-2043-9E6D-7934449F2748}">
      <dsp:nvSpPr>
        <dsp:cNvPr id="0" name=""/>
        <dsp:cNvSpPr/>
      </dsp:nvSpPr>
      <dsp:spPr>
        <a:xfrm rot="5400000">
          <a:off x="1983287" y="4006372"/>
          <a:ext cx="373015" cy="447618"/>
        </a:xfrm>
        <a:prstGeom prst="rightArrow">
          <a:avLst>
            <a:gd name="adj1" fmla="val 60000"/>
            <a:gd name="adj2" fmla="val 50000"/>
          </a:avLst>
        </a:prstGeom>
        <a:solidFill>
          <a:srgbClr val="02C8FF">
            <a:tint val="60000"/>
            <a:hueOff val="0"/>
            <a:satOff val="0"/>
            <a:lumOff val="0"/>
            <a:alphaOff val="0"/>
          </a:srgb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solidFill>
              <a:srgbClr val="FFFFFF"/>
            </a:solidFill>
          </a:endParaRPr>
        </a:p>
      </dsp:txBody>
      <dsp:txXfrm rot="-5400000">
        <a:off x="2035510" y="4043673"/>
        <a:ext cx="268570" cy="261111"/>
      </dsp:txXfrm>
    </dsp:sp>
    <dsp:sp modelId="{C4C1E71D-C3A6-9748-987F-1DDC2BDEC36A}">
      <dsp:nvSpPr>
        <dsp:cNvPr id="0" name=""/>
        <dsp:cNvSpPr/>
      </dsp:nvSpPr>
      <dsp:spPr>
        <a:xfrm>
          <a:off x="1274558" y="4478858"/>
          <a:ext cx="1790473" cy="994707"/>
        </a:xfrm>
        <a:prstGeom prst="can">
          <a:avLst/>
        </a:prstGeom>
        <a:solidFill>
          <a:schemeClr val="lt1">
            <a:hueOff val="0"/>
            <a:satOff val="0"/>
            <a:lumOff val="0"/>
            <a:alphaOff val="0"/>
          </a:schemeClr>
        </a:solidFill>
        <a:ln w="38100" cap="flat" cmpd="sng" algn="ctr">
          <a:solidFill>
            <a:srgbClr val="02C8FF">
              <a:shade val="80000"/>
              <a:hueOff val="0"/>
              <a:satOff val="0"/>
              <a:lumOff val="0"/>
              <a:alphaOff val="0"/>
            </a:srgb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Accept Gaps</a:t>
          </a:r>
        </a:p>
      </dsp:txBody>
      <dsp:txXfrm>
        <a:off x="1274558" y="4727535"/>
        <a:ext cx="1790473" cy="6216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7F872-258E-F74E-91D2-76CEB086506D}">
      <dsp:nvSpPr>
        <dsp:cNvPr id="0" name=""/>
        <dsp:cNvSpPr/>
      </dsp:nvSpPr>
      <dsp:spPr>
        <a:xfrm>
          <a:off x="1409" y="872188"/>
          <a:ext cx="2747971" cy="1099188"/>
        </a:xfrm>
        <a:prstGeom prst="homePlate">
          <a:avLst/>
        </a:prstGeom>
        <a:solidFill>
          <a:schemeClr val="lt1">
            <a:hueOff val="0"/>
            <a:satOff val="0"/>
            <a:lumOff val="0"/>
            <a:alphaOff val="0"/>
          </a:schemeClr>
        </a:solidFill>
        <a:ln w="25400" cap="flat" cmpd="sng" algn="ctr">
          <a:solidFill>
            <a:srgbClr val="02C8FF">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IDE Setup</a:t>
          </a:r>
        </a:p>
      </dsp:txBody>
      <dsp:txXfrm>
        <a:off x="1409" y="872188"/>
        <a:ext cx="2473174" cy="1099188"/>
      </dsp:txXfrm>
    </dsp:sp>
    <dsp:sp modelId="{10776ACD-8B0E-6C4E-890A-ACE0AF2614FC}">
      <dsp:nvSpPr>
        <dsp:cNvPr id="0" name=""/>
        <dsp:cNvSpPr/>
      </dsp:nvSpPr>
      <dsp:spPr>
        <a:xfrm>
          <a:off x="2199786" y="872188"/>
          <a:ext cx="2747971" cy="1099188"/>
        </a:xfrm>
        <a:prstGeom prst="chevron">
          <a:avLst/>
        </a:prstGeom>
        <a:solidFill>
          <a:schemeClr val="lt1">
            <a:hueOff val="0"/>
            <a:satOff val="0"/>
            <a:lumOff val="0"/>
            <a:alphaOff val="0"/>
          </a:schemeClr>
        </a:solidFill>
        <a:ln w="25400" cap="flat" cmpd="sng" algn="ctr">
          <a:solidFill>
            <a:srgbClr val="02C8FF">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Code Documentation</a:t>
          </a:r>
        </a:p>
      </dsp:txBody>
      <dsp:txXfrm>
        <a:off x="2749380" y="872188"/>
        <a:ext cx="1648783" cy="1099188"/>
      </dsp:txXfrm>
    </dsp:sp>
    <dsp:sp modelId="{85B9C026-5106-114A-BAB4-A03A0FAD9652}">
      <dsp:nvSpPr>
        <dsp:cNvPr id="0" name=""/>
        <dsp:cNvSpPr/>
      </dsp:nvSpPr>
      <dsp:spPr>
        <a:xfrm>
          <a:off x="4398164" y="872188"/>
          <a:ext cx="2747971" cy="1099188"/>
        </a:xfrm>
        <a:prstGeom prst="chevron">
          <a:avLst/>
        </a:prstGeom>
        <a:solidFill>
          <a:schemeClr val="lt1">
            <a:hueOff val="0"/>
            <a:satOff val="0"/>
            <a:lumOff val="0"/>
            <a:alphaOff val="0"/>
          </a:schemeClr>
        </a:solidFill>
        <a:ln w="25400" cap="flat" cmpd="sng" algn="ctr">
          <a:solidFill>
            <a:srgbClr val="02C8FF">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Version Control</a:t>
          </a:r>
        </a:p>
      </dsp:txBody>
      <dsp:txXfrm>
        <a:off x="4947758" y="872188"/>
        <a:ext cx="1648783" cy="1099188"/>
      </dsp:txXfrm>
    </dsp:sp>
    <dsp:sp modelId="{9396A69D-593D-2345-88C1-6A5B251CC93D}">
      <dsp:nvSpPr>
        <dsp:cNvPr id="0" name=""/>
        <dsp:cNvSpPr/>
      </dsp:nvSpPr>
      <dsp:spPr>
        <a:xfrm>
          <a:off x="6596541" y="872188"/>
          <a:ext cx="2747971" cy="1099188"/>
        </a:xfrm>
        <a:prstGeom prst="chevron">
          <a:avLst/>
        </a:prstGeom>
        <a:solidFill>
          <a:schemeClr val="lt1">
            <a:hueOff val="0"/>
            <a:satOff val="0"/>
            <a:lumOff val="0"/>
            <a:alphaOff val="0"/>
          </a:schemeClr>
        </a:solidFill>
        <a:ln w="25400" cap="flat" cmpd="sng" algn="ctr">
          <a:solidFill>
            <a:srgbClr val="02C8FF">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Instant Diffs</a:t>
          </a:r>
        </a:p>
      </dsp:txBody>
      <dsp:txXfrm>
        <a:off x="7146135" y="872188"/>
        <a:ext cx="1648783" cy="1099188"/>
      </dsp:txXfrm>
    </dsp:sp>
    <dsp:sp modelId="{184C0129-7B62-A14F-8650-CB29131DB08C}">
      <dsp:nvSpPr>
        <dsp:cNvPr id="0" name=""/>
        <dsp:cNvSpPr/>
      </dsp:nvSpPr>
      <dsp:spPr>
        <a:xfrm>
          <a:off x="8794918" y="872188"/>
          <a:ext cx="2747971" cy="1099188"/>
        </a:xfrm>
        <a:prstGeom prst="chevron">
          <a:avLst/>
        </a:prstGeom>
        <a:solidFill>
          <a:schemeClr val="lt1">
            <a:hueOff val="0"/>
            <a:satOff val="0"/>
            <a:lumOff val="0"/>
            <a:alphaOff val="0"/>
          </a:schemeClr>
        </a:solidFill>
        <a:ln w="25400" cap="flat" cmpd="sng" algn="ctr">
          <a:solidFill>
            <a:srgbClr val="02C8FF">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iscoSansTT"/>
              <a:cs typeface="CiscoSansTT"/>
            </a:rPr>
            <a:t>Instant Rollbacks</a:t>
          </a:r>
        </a:p>
      </dsp:txBody>
      <dsp:txXfrm>
        <a:off x="9344512" y="872188"/>
        <a:ext cx="1648783" cy="1099188"/>
      </dsp:txXfrm>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rgbClr val="FFFFFF"/>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rgbClr val="FFFFFF"/>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rgbClr val="FFFFFF"/>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72104B-A22A-485F-8181-8B2CD5833538}"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B4990-0A23-4A10-BE7D-7E64CAB85BE3}" type="slidenum">
              <a:rPr lang="en-US" smtClean="0"/>
              <a:t>‹#›</a:t>
            </a:fld>
            <a:endParaRPr lang="en-US"/>
          </a:p>
        </p:txBody>
      </p:sp>
    </p:spTree>
    <p:extLst>
      <p:ext uri="{BB962C8B-B14F-4D97-AF65-F5344CB8AC3E}">
        <p14:creationId xmlns:p14="http://schemas.microsoft.com/office/powerpoint/2010/main" val="6282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CiscoSansTT" panose="020B0503020201020303" pitchFamily="34" charset="0"/>
      </a:defRPr>
    </a:lvl1pPr>
    <a:lvl2pPr marL="457200" algn="l" defTabSz="914400" rtl="0" eaLnBrk="1" latinLnBrk="0" hangingPunct="1">
      <a:defRPr sz="1200" kern="1200">
        <a:solidFill>
          <a:schemeClr val="tx1"/>
        </a:solidFill>
        <a:latin typeface="+mn-lt"/>
        <a:ea typeface="+mn-ea"/>
        <a:cs typeface="CiscoSansTT" panose="020B0503020201020303" pitchFamily="34" charset="0"/>
      </a:defRPr>
    </a:lvl2pPr>
    <a:lvl3pPr marL="914400" algn="l" defTabSz="914400" rtl="0" eaLnBrk="1" latinLnBrk="0" hangingPunct="1">
      <a:defRPr sz="1200" kern="1200">
        <a:solidFill>
          <a:schemeClr val="tx1"/>
        </a:solidFill>
        <a:latin typeface="+mn-lt"/>
        <a:ea typeface="+mn-ea"/>
        <a:cs typeface="CiscoSansTT" panose="020B0503020201020303" pitchFamily="34" charset="0"/>
      </a:defRPr>
    </a:lvl3pPr>
    <a:lvl4pPr marL="1371600" algn="l" defTabSz="914400" rtl="0" eaLnBrk="1" latinLnBrk="0" hangingPunct="1">
      <a:defRPr sz="1200" kern="1200">
        <a:solidFill>
          <a:schemeClr val="tx1"/>
        </a:solidFill>
        <a:latin typeface="+mn-lt"/>
        <a:ea typeface="+mn-ea"/>
        <a:cs typeface="CiscoSansTT" panose="020B0503020201020303" pitchFamily="34" charset="0"/>
      </a:defRPr>
    </a:lvl4pPr>
    <a:lvl5pPr marL="1828800" algn="l" defTabSz="914400" rtl="0" eaLnBrk="1" latinLnBrk="0" hangingPunct="1">
      <a:defRPr sz="1200" kern="1200">
        <a:solidFill>
          <a:schemeClr val="tx1"/>
        </a:solidFill>
        <a:latin typeface="+mn-lt"/>
        <a:ea typeface="+mn-ea"/>
        <a:cs typeface="CiscoSansTT" panose="020B0503020201020303"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BB4990-0A23-4A10-BE7D-7E64CAB85BE3}" type="slidenum">
              <a:rPr lang="en-US" smtClean="0"/>
              <a:t>1</a:t>
            </a:fld>
            <a:endParaRPr lang="en-US"/>
          </a:p>
        </p:txBody>
      </p:sp>
    </p:spTree>
    <p:extLst>
      <p:ext uri="{BB962C8B-B14F-4D97-AF65-F5344CB8AC3E}">
        <p14:creationId xmlns:p14="http://schemas.microsoft.com/office/powerpoint/2010/main" val="2812343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CiscoSansTT" panose="020B0503020201020303" pitchFamily="34" charset="0"/>
              </a:rPr>
              <a:t>Cisco CX started this journey three years ago. We all heard the predictions, but it hasn't fully materialized yet. It is not our job to sell this, but it </a:t>
            </a:r>
            <a:r>
              <a:rPr lang="en-US" sz="1200" b="0" i="1" kern="1200" dirty="0">
                <a:solidFill>
                  <a:schemeClr val="tx1"/>
                </a:solidFill>
                <a:effectLst/>
                <a:latin typeface="+mn-lt"/>
                <a:ea typeface="+mn-ea"/>
                <a:cs typeface="CiscoSansTT" panose="020B0503020201020303" pitchFamily="34" charset="0"/>
              </a:rPr>
              <a:t>is</a:t>
            </a:r>
            <a:r>
              <a:rPr lang="en-US" sz="1200" b="0" i="0" kern="1200" dirty="0">
                <a:solidFill>
                  <a:schemeClr val="tx1"/>
                </a:solidFill>
                <a:effectLst/>
                <a:latin typeface="+mn-lt"/>
                <a:ea typeface="+mn-ea"/>
                <a:cs typeface="CiscoSansTT" panose="020B0503020201020303" pitchFamily="34" charset="0"/>
              </a:rPr>
              <a:t> our job to be ready. Looking at the broader industry, why do you think the adoption of 'As-Code' in networking has been slower to materialize than the initial hype suggested?</a:t>
            </a:r>
            <a:endParaRPr lang="en-US" dirty="0"/>
          </a:p>
        </p:txBody>
      </p:sp>
      <p:sp>
        <p:nvSpPr>
          <p:cNvPr id="4" name="Slide Number Placeholder 3"/>
          <p:cNvSpPr>
            <a:spLocks noGrp="1"/>
          </p:cNvSpPr>
          <p:nvPr>
            <p:ph type="sldNum" sz="quarter" idx="5"/>
          </p:nvPr>
        </p:nvSpPr>
        <p:spPr/>
        <p:txBody>
          <a:bodyPr/>
          <a:lstStyle/>
          <a:p>
            <a:fld id="{4DBB4990-0A23-4A10-BE7D-7E64CAB85BE3}" type="slidenum">
              <a:rPr lang="en-US" smtClean="0"/>
              <a:t>3</a:t>
            </a:fld>
            <a:endParaRPr lang="en-US"/>
          </a:p>
        </p:txBody>
      </p:sp>
    </p:spTree>
    <p:extLst>
      <p:ext uri="{BB962C8B-B14F-4D97-AF65-F5344CB8AC3E}">
        <p14:creationId xmlns:p14="http://schemas.microsoft.com/office/powerpoint/2010/main" val="1108532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CiscoSansTT" panose="020B0503020201020303" pitchFamily="34" charset="0"/>
              </a:rPr>
              <a:t>We all know there is silent internal resistance to </a:t>
            </a:r>
            <a:r>
              <a:rPr lang="en-US" sz="1200" b="0" i="0" kern="1200" dirty="0" err="1">
                <a:solidFill>
                  <a:schemeClr val="tx1"/>
                </a:solidFill>
                <a:effectLst/>
                <a:latin typeface="+mn-lt"/>
                <a:ea typeface="+mn-ea"/>
                <a:cs typeface="CiscoSansTT" panose="020B0503020201020303" pitchFamily="34" charset="0"/>
              </a:rPr>
              <a:t>IaC</a:t>
            </a:r>
            <a:r>
              <a:rPr lang="en-US" sz="1200" b="0" i="0" kern="1200" dirty="0">
                <a:solidFill>
                  <a:schemeClr val="tx1"/>
                </a:solidFill>
                <a:effectLst/>
                <a:latin typeface="+mn-lt"/>
                <a:ea typeface="+mn-ea"/>
                <a:cs typeface="CiscoSansTT" panose="020B0503020201020303" pitchFamily="34" charset="0"/>
              </a:rPr>
              <a:t>. Leadership has provided directives, but we need to understand the tools deeply enough ourselves. Without pointing fingers at specific tools, what are some of the biggest overarching doubts you've had when hearing leadership talk about 'As-Code'?</a:t>
            </a:r>
            <a:endParaRPr lang="en-US" dirty="0"/>
          </a:p>
        </p:txBody>
      </p:sp>
      <p:sp>
        <p:nvSpPr>
          <p:cNvPr id="4" name="Slide Number Placeholder 3"/>
          <p:cNvSpPr>
            <a:spLocks noGrp="1"/>
          </p:cNvSpPr>
          <p:nvPr>
            <p:ph type="sldNum" sz="quarter" idx="5"/>
          </p:nvPr>
        </p:nvSpPr>
        <p:spPr/>
        <p:txBody>
          <a:bodyPr/>
          <a:lstStyle/>
          <a:p>
            <a:fld id="{4DBB4990-0A23-4A10-BE7D-7E64CAB85BE3}" type="slidenum">
              <a:rPr lang="en-US" smtClean="0"/>
              <a:t>4</a:t>
            </a:fld>
            <a:endParaRPr lang="en-US"/>
          </a:p>
        </p:txBody>
      </p:sp>
    </p:spTree>
    <p:extLst>
      <p:ext uri="{BB962C8B-B14F-4D97-AF65-F5344CB8AC3E}">
        <p14:creationId xmlns:p14="http://schemas.microsoft.com/office/powerpoint/2010/main" val="1877993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CiscoSansTT" panose="020B0503020201020303" pitchFamily="34" charset="0"/>
              </a:rPr>
              <a:t>We are ditching the traditional training model. Everyone on this call is at a different stage in this journey, and that is perfectly fine. As we go through these sessions, what format works best for you? Watching a live teardown of a script, or looking at architectural diagrams of how the tools connect?</a:t>
            </a:r>
            <a:endParaRPr lang="en-US" dirty="0"/>
          </a:p>
        </p:txBody>
      </p:sp>
      <p:sp>
        <p:nvSpPr>
          <p:cNvPr id="4" name="Slide Number Placeholder 3"/>
          <p:cNvSpPr>
            <a:spLocks noGrp="1"/>
          </p:cNvSpPr>
          <p:nvPr>
            <p:ph type="sldNum" sz="quarter" idx="5"/>
          </p:nvPr>
        </p:nvSpPr>
        <p:spPr/>
        <p:txBody>
          <a:bodyPr/>
          <a:lstStyle/>
          <a:p>
            <a:fld id="{4DBB4990-0A23-4A10-BE7D-7E64CAB85BE3}" type="slidenum">
              <a:rPr lang="en-US" smtClean="0"/>
              <a:t>5</a:t>
            </a:fld>
            <a:endParaRPr lang="en-US"/>
          </a:p>
        </p:txBody>
      </p:sp>
    </p:spTree>
    <p:extLst>
      <p:ext uri="{BB962C8B-B14F-4D97-AF65-F5344CB8AC3E}">
        <p14:creationId xmlns:p14="http://schemas.microsoft.com/office/powerpoint/2010/main" val="2868035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CiscoSansTT" panose="020B0503020201020303" pitchFamily="34" charset="0"/>
              </a:rPr>
              <a:t>As outlined in the white paper, we are wedging tools built for software into the physical networking world. Knowing that these tools weren't built specifically for us, where do you anticipate the most 'friction' when we try to apply them to our daily SD-WAN deployments?</a:t>
            </a:r>
            <a:endParaRPr lang="en-US" dirty="0"/>
          </a:p>
        </p:txBody>
      </p:sp>
      <p:sp>
        <p:nvSpPr>
          <p:cNvPr id="4" name="Slide Number Placeholder 3"/>
          <p:cNvSpPr>
            <a:spLocks noGrp="1"/>
          </p:cNvSpPr>
          <p:nvPr>
            <p:ph type="sldNum" sz="quarter" idx="5"/>
          </p:nvPr>
        </p:nvSpPr>
        <p:spPr/>
        <p:txBody>
          <a:bodyPr/>
          <a:lstStyle/>
          <a:p>
            <a:fld id="{4DBB4990-0A23-4A10-BE7D-7E64CAB85BE3}" type="slidenum">
              <a:rPr lang="en-US" smtClean="0"/>
              <a:t>6</a:t>
            </a:fld>
            <a:endParaRPr lang="en-US"/>
          </a:p>
        </p:txBody>
      </p:sp>
    </p:spTree>
    <p:extLst>
      <p:ext uri="{BB962C8B-B14F-4D97-AF65-F5344CB8AC3E}">
        <p14:creationId xmlns:p14="http://schemas.microsoft.com/office/powerpoint/2010/main" val="1364275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CiscoSansTT" panose="020B0503020201020303" pitchFamily="34" charset="0"/>
              </a:rPr>
              <a:t>This is the core technical shift. How much time do we currently spend pre-checking device states before we run our Notepad templates, just to make sure we don't accidentally overwrite something important?</a:t>
            </a:r>
            <a:endParaRPr lang="en-US" dirty="0"/>
          </a:p>
        </p:txBody>
      </p:sp>
      <p:sp>
        <p:nvSpPr>
          <p:cNvPr id="4" name="Slide Number Placeholder 3"/>
          <p:cNvSpPr>
            <a:spLocks noGrp="1"/>
          </p:cNvSpPr>
          <p:nvPr>
            <p:ph type="sldNum" sz="quarter" idx="5"/>
          </p:nvPr>
        </p:nvSpPr>
        <p:spPr/>
        <p:txBody>
          <a:bodyPr/>
          <a:lstStyle/>
          <a:p>
            <a:fld id="{4DBB4990-0A23-4A10-BE7D-7E64CAB85BE3}" type="slidenum">
              <a:rPr lang="en-US" smtClean="0"/>
              <a:t>7</a:t>
            </a:fld>
            <a:endParaRPr lang="en-US"/>
          </a:p>
        </p:txBody>
      </p:sp>
    </p:spTree>
    <p:extLst>
      <p:ext uri="{BB962C8B-B14F-4D97-AF65-F5344CB8AC3E}">
        <p14:creationId xmlns:p14="http://schemas.microsoft.com/office/powerpoint/2010/main" val="74197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CiscoSansTT" panose="020B0503020201020303" pitchFamily="34" charset="0"/>
              </a:rPr>
              <a:t>We aren't learning this just to check a box; we are learning this to solve our biggest headaches. Of these benefits, which one would have saved you the most time on your last major troubleshooting call?</a:t>
            </a:r>
            <a:endParaRPr lang="en-US" dirty="0"/>
          </a:p>
        </p:txBody>
      </p:sp>
      <p:sp>
        <p:nvSpPr>
          <p:cNvPr id="4" name="Slide Number Placeholder 3"/>
          <p:cNvSpPr>
            <a:spLocks noGrp="1"/>
          </p:cNvSpPr>
          <p:nvPr>
            <p:ph type="sldNum" sz="quarter" idx="5"/>
          </p:nvPr>
        </p:nvSpPr>
        <p:spPr/>
        <p:txBody>
          <a:bodyPr/>
          <a:lstStyle/>
          <a:p>
            <a:fld id="{4DBB4990-0A23-4A10-BE7D-7E64CAB85BE3}" type="slidenum">
              <a:rPr lang="en-US" smtClean="0"/>
              <a:t>8</a:t>
            </a:fld>
            <a:endParaRPr lang="en-US"/>
          </a:p>
        </p:txBody>
      </p:sp>
    </p:spTree>
    <p:extLst>
      <p:ext uri="{BB962C8B-B14F-4D97-AF65-F5344CB8AC3E}">
        <p14:creationId xmlns:p14="http://schemas.microsoft.com/office/powerpoint/2010/main" val="689277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CiscoSansTT" panose="020B0503020201020303" pitchFamily="34" charset="0"/>
              </a:rPr>
              <a:t>Clicking through the </a:t>
            </a:r>
            <a:r>
              <a:rPr lang="en-US" sz="1200" b="0" i="0" kern="1200" dirty="0" err="1">
                <a:solidFill>
                  <a:schemeClr val="tx1"/>
                </a:solidFill>
                <a:effectLst/>
                <a:latin typeface="+mn-lt"/>
                <a:ea typeface="+mn-ea"/>
                <a:cs typeface="CiscoSansTT" panose="020B0503020201020303" pitchFamily="34" charset="0"/>
              </a:rPr>
              <a:t>vManage</a:t>
            </a:r>
            <a:r>
              <a:rPr lang="en-US" sz="1200" b="0" i="0" kern="1200" dirty="0">
                <a:solidFill>
                  <a:schemeClr val="tx1"/>
                </a:solidFill>
                <a:effectLst/>
                <a:latin typeface="+mn-lt"/>
                <a:ea typeface="+mn-ea"/>
                <a:cs typeface="CiscoSansTT" panose="020B0503020201020303" pitchFamily="34" charset="0"/>
              </a:rPr>
              <a:t> GUI is just as prone to human error as the CLI. We are going to fix that. Next session, we dive into Git. Come ready to share your thoughts, and bring your skepticism—we want to address the real-world gaps.</a:t>
            </a:r>
            <a:endParaRPr lang="en-US" dirty="0"/>
          </a:p>
        </p:txBody>
      </p:sp>
      <p:sp>
        <p:nvSpPr>
          <p:cNvPr id="4" name="Slide Number Placeholder 3"/>
          <p:cNvSpPr>
            <a:spLocks noGrp="1"/>
          </p:cNvSpPr>
          <p:nvPr>
            <p:ph type="sldNum" sz="quarter" idx="5"/>
          </p:nvPr>
        </p:nvSpPr>
        <p:spPr/>
        <p:txBody>
          <a:bodyPr/>
          <a:lstStyle/>
          <a:p>
            <a:fld id="{4DBB4990-0A23-4A10-BE7D-7E64CAB85BE3}" type="slidenum">
              <a:rPr lang="en-US" smtClean="0"/>
              <a:t>9</a:t>
            </a:fld>
            <a:endParaRPr lang="en-US"/>
          </a:p>
        </p:txBody>
      </p:sp>
    </p:spTree>
    <p:extLst>
      <p:ext uri="{BB962C8B-B14F-4D97-AF65-F5344CB8AC3E}">
        <p14:creationId xmlns:p14="http://schemas.microsoft.com/office/powerpoint/2010/main" val="41455860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Two Speaker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802FC628-F1D4-9A69-3935-49094FCEFE3F}"/>
              </a:ext>
            </a:extLst>
          </p:cNvPr>
          <p:cNvSpPr>
            <a:spLocks noGrp="1"/>
          </p:cNvSpPr>
          <p:nvPr>
            <p:ph type="title" hasCustomPrompt="1"/>
          </p:nvPr>
        </p:nvSpPr>
        <p:spPr>
          <a:xfrm>
            <a:off x="323850" y="1871345"/>
            <a:ext cx="5048063" cy="1555148"/>
          </a:xfrm>
        </p:spPr>
        <p:txBody>
          <a:bodyPr anchor="b" anchorCtr="0"/>
          <a:lstStyle>
            <a:lvl1pPr>
              <a:defRPr sz="3600"/>
            </a:lvl1pPr>
          </a:lstStyle>
          <a:p>
            <a:r>
              <a:rPr lang="en-US" dirty="0"/>
              <a:t>Presentation Title</a:t>
            </a:r>
          </a:p>
        </p:txBody>
      </p:sp>
      <p:sp>
        <p:nvSpPr>
          <p:cNvPr id="5" name="Text Placeholder 10">
            <a:extLst>
              <a:ext uri="{FF2B5EF4-FFF2-40B4-BE49-F238E27FC236}">
                <a16:creationId xmlns:a16="http://schemas.microsoft.com/office/drawing/2014/main" id="{A71D6D4E-00FC-EE71-B654-BB5EB702A887}"/>
              </a:ext>
            </a:extLst>
          </p:cNvPr>
          <p:cNvSpPr>
            <a:spLocks noGrp="1"/>
          </p:cNvSpPr>
          <p:nvPr>
            <p:ph type="body" sz="quarter" idx="13" hasCustomPrompt="1"/>
          </p:nvPr>
        </p:nvSpPr>
        <p:spPr>
          <a:xfrm>
            <a:off x="323850" y="3512820"/>
            <a:ext cx="5048063" cy="228600"/>
          </a:xfrm>
          <a:noFill/>
        </p:spPr>
        <p:txBody>
          <a:bodyPr/>
          <a:lstStyle>
            <a:lvl1pPr marL="0" indent="0">
              <a:buNone/>
              <a:defRPr sz="1600" b="0"/>
            </a:lvl1pPr>
          </a:lstStyle>
          <a:p>
            <a:pPr lvl="0"/>
            <a:r>
              <a:rPr lang="en-US" dirty="0"/>
              <a:t>Subtitle</a:t>
            </a:r>
          </a:p>
        </p:txBody>
      </p:sp>
      <p:sp>
        <p:nvSpPr>
          <p:cNvPr id="6" name="Text Placeholder 12">
            <a:extLst>
              <a:ext uri="{FF2B5EF4-FFF2-40B4-BE49-F238E27FC236}">
                <a16:creationId xmlns:a16="http://schemas.microsoft.com/office/drawing/2014/main" id="{4E788AC6-7585-2D47-854F-28329EB92AA3}"/>
              </a:ext>
            </a:extLst>
          </p:cNvPr>
          <p:cNvSpPr>
            <a:spLocks noGrp="1"/>
          </p:cNvSpPr>
          <p:nvPr>
            <p:ph type="body" sz="quarter" idx="16" hasCustomPrompt="1"/>
          </p:nvPr>
        </p:nvSpPr>
        <p:spPr>
          <a:xfrm>
            <a:off x="323851" y="4061400"/>
            <a:ext cx="5048090" cy="457200"/>
          </a:xfrm>
        </p:spPr>
        <p:txBody>
          <a:bodyPr anchor="t"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7" name="Text Placeholder 5">
            <a:extLst>
              <a:ext uri="{FF2B5EF4-FFF2-40B4-BE49-F238E27FC236}">
                <a16:creationId xmlns:a16="http://schemas.microsoft.com/office/drawing/2014/main" id="{4A84281F-88F3-3531-0EFA-9C3475DCDFC7}"/>
              </a:ext>
            </a:extLst>
          </p:cNvPr>
          <p:cNvSpPr>
            <a:spLocks noGrp="1"/>
          </p:cNvSpPr>
          <p:nvPr>
            <p:ph type="body" sz="quarter" idx="14" hasCustomPrompt="1"/>
          </p:nvPr>
        </p:nvSpPr>
        <p:spPr>
          <a:xfrm>
            <a:off x="323850" y="4676458"/>
            <a:ext cx="5047270" cy="459455"/>
          </a:xfrm>
          <a:noFill/>
        </p:spPr>
        <p:txBody>
          <a:bodyPr anchor="t"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8" name="Text Placeholder 8">
            <a:extLst>
              <a:ext uri="{FF2B5EF4-FFF2-40B4-BE49-F238E27FC236}">
                <a16:creationId xmlns:a16="http://schemas.microsoft.com/office/drawing/2014/main" id="{B7DF4266-B334-0ADD-5DBB-3A183C7C5139}"/>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10" name="Graphic 21">
            <a:extLst>
              <a:ext uri="{FF2B5EF4-FFF2-40B4-BE49-F238E27FC236}">
                <a16:creationId xmlns:a16="http://schemas.microsoft.com/office/drawing/2014/main" id="{3BF1D039-9F83-CF79-0B2A-96F42D38CFF1}"/>
              </a:ext>
              <a:ext uri="{C183D7F6-B498-43B3-948B-1728B52AA6E4}">
                <adec:decorative xmlns:adec="http://schemas.microsoft.com/office/drawing/2017/decorative" val="1"/>
              </a:ext>
            </a:extLst>
          </p:cNvPr>
          <p:cNvSpPr/>
          <p:nvPr userDrawn="1"/>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endParaRPr lang="en-US" dirty="0"/>
          </a:p>
        </p:txBody>
      </p:sp>
      <p:pic>
        <p:nvPicPr>
          <p:cNvPr id="14" name="Picture 7" descr="Cisco logo">
            <a:extLst>
              <a:ext uri="{FF2B5EF4-FFF2-40B4-BE49-F238E27FC236}">
                <a16:creationId xmlns:a16="http://schemas.microsoft.com/office/drawing/2014/main" id="{B9331AB6-6224-8AE6-D971-790FC90D46C1}"/>
              </a:ext>
            </a:extLst>
          </p:cNvPr>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999323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a:prstGeom prst="rect">
            <a:avLst/>
          </a:prstGeo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prstGeom prst="rect">
            <a:avLst/>
          </a:prstGeo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prstGeom prst="rect">
            <a:avLst/>
          </a:prstGeo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a:prstGeom prst="rect">
            <a:avLst/>
          </a:prstGeo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857929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1,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244600"/>
            <a:ext cx="5048063" cy="1555148"/>
          </a:xfrm>
          <a:prstGeom prst="rect">
            <a:avLst/>
          </a:prstGeo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2886075"/>
            <a:ext cx="5048063" cy="228600"/>
          </a:xfrm>
          <a:prstGeom prst="rect">
            <a:avLst/>
          </a:prstGeo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3428789"/>
            <a:ext cx="5048090" cy="457200"/>
          </a:xfrm>
          <a:prstGeom prst="rect">
            <a:avLst/>
          </a:prstGeom>
        </p:spPr>
        <p:txBody>
          <a:bodyPr anchor="b"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051300"/>
            <a:ext cx="5047270" cy="459455"/>
          </a:xfrm>
          <a:prstGeom prst="rect">
            <a:avLst/>
          </a:prstGeom>
          <a:noFill/>
        </p:spPr>
        <p:txBody>
          <a:bodyPr anchor="b"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5" name="Text Placeholder 4">
            <a:extLst>
              <a:ext uri="{FF2B5EF4-FFF2-40B4-BE49-F238E27FC236}">
                <a16:creationId xmlns:a16="http://schemas.microsoft.com/office/drawing/2014/main" id="{1C0E61D1-59EB-7A86-0D12-9388193F45D9}"/>
              </a:ext>
            </a:extLst>
          </p:cNvPr>
          <p:cNvSpPr>
            <a:spLocks noGrp="1"/>
          </p:cNvSpPr>
          <p:nvPr>
            <p:ph type="body" sz="quarter" idx="17" hasCustomPrompt="1"/>
          </p:nvPr>
        </p:nvSpPr>
        <p:spPr>
          <a:xfrm>
            <a:off x="323849" y="4681134"/>
            <a:ext cx="5046663" cy="457200"/>
          </a:xfrm>
          <a:prstGeom prst="rect">
            <a:avLst/>
          </a:prstGeom>
        </p:spPr>
        <p:txBody>
          <a:bodyPr anchor="b" anchorCtr="0"/>
          <a:lstStyle>
            <a:lvl1pPr marL="0" indent="0">
              <a:spcAft>
                <a:spcPts val="0"/>
              </a:spcAft>
              <a:buNone/>
              <a:defRPr lang="en-US" sz="1400" kern="1200" dirty="0" smtClean="0">
                <a:solidFill>
                  <a:schemeClr val="bg1"/>
                </a:solidFill>
                <a:latin typeface="+mn-lt"/>
                <a:ea typeface="ＭＳ Ｐゴシック" charset="0"/>
                <a:cs typeface="CiscoSans"/>
              </a:defRPr>
            </a:lvl1pPr>
            <a:lvl2pPr marL="182880" indent="0">
              <a:spcAft>
                <a:spcPts val="0"/>
              </a:spcAft>
              <a:buNone/>
              <a:defRPr sz="1400"/>
            </a:lvl2pPr>
            <a:lvl3pPr marL="365760" indent="0">
              <a:spcAft>
                <a:spcPts val="0"/>
              </a:spcAft>
              <a:buNone/>
              <a:defRPr sz="1200"/>
            </a:lvl3pPr>
            <a:lvl4pPr marL="548640" indent="0">
              <a:spcAft>
                <a:spcPts val="0"/>
              </a:spcAft>
              <a:buNone/>
              <a:defRPr sz="1100"/>
            </a:lvl4pPr>
            <a:lvl5pPr marL="731520" indent="0">
              <a:spcAft>
                <a:spcPts val="0"/>
              </a:spcAft>
              <a:buNone/>
              <a:defRPr sz="1050"/>
            </a:lvl5pPr>
          </a:lstStyle>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Name</a:t>
            </a:r>
          </a:p>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Title placeholder, @social</a:t>
            </a:r>
          </a:p>
        </p:txBody>
      </p:sp>
      <p:sp>
        <p:nvSpPr>
          <p:cNvPr id="7" name="Text Placeholder 6">
            <a:extLst>
              <a:ext uri="{FF2B5EF4-FFF2-40B4-BE49-F238E27FC236}">
                <a16:creationId xmlns:a16="http://schemas.microsoft.com/office/drawing/2014/main" id="{D175C0FC-DD02-0704-8A17-1B3037F861D2}"/>
              </a:ext>
            </a:extLst>
          </p:cNvPr>
          <p:cNvSpPr>
            <a:spLocks noGrp="1"/>
          </p:cNvSpPr>
          <p:nvPr>
            <p:ph type="body" sz="quarter" idx="18" hasCustomPrompt="1"/>
          </p:nvPr>
        </p:nvSpPr>
        <p:spPr>
          <a:xfrm>
            <a:off x="323848" y="5306439"/>
            <a:ext cx="5046663" cy="457200"/>
          </a:xfrm>
          <a:prstGeom prst="rect">
            <a:avLst/>
          </a:prstGeom>
        </p:spPr>
        <p:txBody>
          <a:bodyPr anchor="b" anchorCtr="0"/>
          <a:lstStyle>
            <a:lvl1pPr marL="0" indent="0">
              <a:spcAft>
                <a:spcPts val="0"/>
              </a:spcAft>
              <a:buNone/>
              <a:defRPr sz="1400"/>
            </a:lvl1pPr>
            <a:lvl2pPr marL="182880" indent="0">
              <a:buNone/>
              <a:defRPr sz="1200"/>
            </a:lvl2pPr>
            <a:lvl3pPr marL="365760" indent="0">
              <a:buNone/>
              <a:defRPr sz="1100"/>
            </a:lvl3pPr>
            <a:lvl4pPr marL="548640" indent="0">
              <a:buNone/>
              <a:defRPr sz="1050"/>
            </a:lvl4pPr>
            <a:lvl5pPr marL="731520" indent="0">
              <a:buNone/>
              <a:defRPr sz="100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prstGeom prst="rect">
            <a:avLst/>
          </a:prstGeo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pPr lvl="0"/>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1577979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a:prstGeom prst="rect">
            <a:avLst/>
          </a:prstGeo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prstGeom prst="rect">
            <a:avLst/>
          </a:prstGeo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prstGeom prst="rect">
            <a:avLst/>
          </a:prstGeo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a:prstGeom prst="rect">
            <a:avLst/>
          </a:prstGeo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prstGeom prst="rect">
            <a:avLst/>
          </a:prstGeo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a:prstGeom prst="rect">
            <a:avLst/>
          </a:prstGeo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Tree>
    <p:extLst>
      <p:ext uri="{BB962C8B-B14F-4D97-AF65-F5344CB8AC3E}">
        <p14:creationId xmlns:p14="http://schemas.microsoft.com/office/powerpoint/2010/main" val="3490766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Four Speakers">
    <p:bg>
      <p:bgPr>
        <a:solidFill>
          <a:schemeClr val="tx1"/>
        </a:solidFill>
        <a:effectLst/>
      </p:bgPr>
    </p:bg>
    <p:spTree>
      <p:nvGrpSpPr>
        <p:cNvPr id="1" name=""/>
        <p:cNvGrpSpPr/>
        <p:nvPr/>
      </p:nvGrpSpPr>
      <p:grpSpPr>
        <a:xfrm>
          <a:off x="0" y="0"/>
          <a:ext cx="0" cy="0"/>
          <a:chOff x="0" y="0"/>
          <a:chExt cx="0" cy="0"/>
        </a:xfrm>
      </p:grpSpPr>
      <p:pic>
        <p:nvPicPr>
          <p:cNvPr id="12" name="Picture 7" descr="Cisco logo">
            <a:extLst>
              <a:ext uri="{FF2B5EF4-FFF2-40B4-BE49-F238E27FC236}">
                <a16:creationId xmlns:a16="http://schemas.microsoft.com/office/drawing/2014/main" id="{60C68F8B-19C8-6CB4-297B-32D44AF9C3D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23850" y="320675"/>
            <a:ext cx="792163" cy="416221"/>
          </a:xfrm>
          <a:prstGeom prst="rect">
            <a:avLst/>
          </a:prstGeom>
        </p:spPr>
      </p:pic>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492374"/>
            <a:ext cx="10167938" cy="1243019"/>
          </a:xfrm>
          <a:prstGeom prst="rect">
            <a:avLst/>
          </a:prstGeom>
        </p:spPr>
        <p:txBody>
          <a:bodyPr anchor="b" anchorCtr="0"/>
          <a:lstStyle>
            <a:lvl1pPr>
              <a:defRPr sz="3600">
                <a:solidFill>
                  <a:schemeClr val="bg1"/>
                </a:solidFill>
              </a:defRPr>
            </a:lvl1pPr>
          </a:lstStyle>
          <a:p>
            <a:r>
              <a:rPr lang="en-US" dirty="0"/>
              <a:t>Presentation Slide Title Layout 3</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49" y="3827463"/>
            <a:ext cx="10167938" cy="223837"/>
          </a:xfrm>
          <a:prstGeom prst="rect">
            <a:avLst/>
          </a:prstGeo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3"/>
            <a:ext cx="3725863" cy="457200"/>
          </a:xfrm>
          <a:prstGeom prst="rect">
            <a:avLst/>
          </a:prstGeo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7" name="Text Placeholder 6">
            <a:extLst>
              <a:ext uri="{FF2B5EF4-FFF2-40B4-BE49-F238E27FC236}">
                <a16:creationId xmlns:a16="http://schemas.microsoft.com/office/drawing/2014/main" id="{872EFECA-80DB-74BA-813F-3952A15A5022}"/>
              </a:ext>
            </a:extLst>
          </p:cNvPr>
          <p:cNvSpPr>
            <a:spLocks noGrp="1"/>
          </p:cNvSpPr>
          <p:nvPr>
            <p:ph type="body" sz="quarter" idx="15" hasCustomPrompt="1"/>
          </p:nvPr>
        </p:nvSpPr>
        <p:spPr>
          <a:xfrm>
            <a:off x="4230688" y="4360863"/>
            <a:ext cx="4886325" cy="457200"/>
          </a:xfrm>
          <a:prstGeom prst="rect">
            <a:avLst/>
          </a:prstGeo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323850" y="4990779"/>
            <a:ext cx="3725863" cy="457200"/>
          </a:xfrm>
          <a:prstGeom prst="rect">
            <a:avLst/>
          </a:prstGeo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13" name="Text Placeholder 12">
            <a:extLst>
              <a:ext uri="{FF2B5EF4-FFF2-40B4-BE49-F238E27FC236}">
                <a16:creationId xmlns:a16="http://schemas.microsoft.com/office/drawing/2014/main" id="{2BBB47F0-F6D2-5FD5-1C2D-8963A9B280F8}"/>
              </a:ext>
            </a:extLst>
          </p:cNvPr>
          <p:cNvSpPr>
            <a:spLocks noGrp="1"/>
          </p:cNvSpPr>
          <p:nvPr>
            <p:ph type="body" sz="quarter" idx="16" hasCustomPrompt="1"/>
          </p:nvPr>
        </p:nvSpPr>
        <p:spPr>
          <a:xfrm>
            <a:off x="4230688" y="4990779"/>
            <a:ext cx="4886325" cy="457200"/>
          </a:xfrm>
          <a:prstGeom prst="rect">
            <a:avLst/>
          </a:prstGeo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4182939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a:prstGeom prst="rect">
            <a:avLst/>
          </a:prstGeo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prstGeom prst="rect">
            <a:avLst/>
          </a:prstGeo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prstGeom prst="rect">
            <a:avLst/>
          </a:prstGeo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a:prstGeom prst="rect">
            <a:avLst/>
          </a:prstGeo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244932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a:prstGeom prst="rect">
            <a:avLst/>
          </a:prstGeo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prstGeom prst="rect">
            <a:avLst/>
          </a:prstGeo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prstGeom prst="rect">
            <a:avLst/>
          </a:prstGeo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a:prstGeom prst="rect">
            <a:avLst/>
          </a:prstGeo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r>
              <a:rPr lang="en-US" dirty="0"/>
              <a:t>Date</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prstGeom prst="rect">
            <a:avLst/>
          </a:prstGeo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a:prstGeom prst="rect">
            <a:avLst/>
          </a:prstGeo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Tree>
    <p:extLst>
      <p:ext uri="{BB962C8B-B14F-4D97-AF65-F5344CB8AC3E}">
        <p14:creationId xmlns:p14="http://schemas.microsoft.com/office/powerpoint/2010/main" val="2727031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a:prstGeom prst="rect">
            <a:avLst/>
          </a:prstGeo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prstGeom prst="rect">
            <a:avLst/>
          </a:prstGeo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prstGeom prst="rect">
            <a:avLst/>
          </a:prstGeo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a:prstGeom prst="rect">
            <a:avLst/>
          </a:prstGeo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prstGeom prst="rect">
            <a:avLst/>
          </a:prstGeom>
          <a:noFill/>
        </p:spPr>
        <p:txBody>
          <a:bodyPr/>
          <a:lstStyle>
            <a:lvl1pPr marL="0" indent="0">
              <a:buNone/>
              <a:defRPr sz="1400">
                <a:solidFill>
                  <a:schemeClr val="bg2"/>
                </a:solidFill>
              </a:defRPr>
            </a:lvl1pPr>
          </a:lstStyle>
          <a:p>
            <a:pPr lvl="0"/>
            <a:r>
              <a:rPr lang="en-US" dirty="0"/>
              <a:t>Date</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prstGeom prst="rect">
            <a:avLst/>
          </a:prstGeo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a:prstGeom prst="rect">
            <a:avLst/>
          </a:prstGeo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323850" y="4986338"/>
            <a:ext cx="3725863" cy="457200"/>
          </a:xfrm>
          <a:prstGeom prst="rect">
            <a:avLst/>
          </a:prstGeo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230687" y="4986338"/>
            <a:ext cx="3727451" cy="457200"/>
          </a:xfrm>
          <a:prstGeom prst="rect">
            <a:avLst/>
          </a:prstGeo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Tree>
    <p:extLst>
      <p:ext uri="{BB962C8B-B14F-4D97-AF65-F5344CB8AC3E}">
        <p14:creationId xmlns:p14="http://schemas.microsoft.com/office/powerpoint/2010/main" val="282202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a:prstGeom prst="rect">
            <a:avLst/>
          </a:prstGeom>
        </p:spPr>
        <p:txBody>
          <a:bodyPr/>
          <a:lstStyle>
            <a:lvl1pPr>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a:prstGeom prst="rect">
            <a:avLst/>
          </a:prstGeo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tx2">
                    <a:lumMod val="60000"/>
                    <a:lumOff val="40000"/>
                  </a:schemeClr>
                </a:solidFill>
                <a:effectLst/>
                <a:uLnTx/>
                <a:uFillTx/>
                <a:latin typeface="+mj-lt"/>
                <a:cs typeface="CiscoSansTT Light" panose="020B0503020201020303" pitchFamily="34" charset="0"/>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prstGeom prst="rect">
            <a:avLst/>
          </a:prstGeo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a:xfrm>
            <a:off x="4230688" y="6445885"/>
            <a:ext cx="3727450" cy="411480"/>
          </a:xfrm>
          <a:prstGeom prst="rect">
            <a:avLst/>
          </a:prstGeom>
        </p:spPr>
        <p:txBody>
          <a:bodyPr/>
          <a:lstStyle/>
          <a:p>
            <a:pPr defTabSz="814318">
              <a:defRPr/>
            </a:pPr>
            <a:r>
              <a:rPr lang="en-US" dirty="0"/>
              <a:t>Session ID: BRKSEC-XXXX</a:t>
            </a:r>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44766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DDE80-7DBF-21CF-9958-23501DCC08AD}"/>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0C70C929-6BEF-EE2A-8BAA-608AADF5EB18}"/>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71C804FD-C1EB-F683-12BC-50D538819AD2}"/>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52949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1">
    <p:bg>
      <p:bgRef idx="1001">
        <a:schemeClr val="bg1"/>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8146"/>
            <a:ext cx="11544300" cy="492443"/>
          </a:xfrm>
          <a:prstGeom prst="rect">
            <a:avLst/>
          </a:prstGeom>
        </p:spPr>
        <p:txBody>
          <a:bodyPr/>
          <a:lstStyle>
            <a:lvl1pPr>
              <a:defRPr>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9287407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a:prstGeom prst="rect">
            <a:avLst/>
          </a:prstGeo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a:prstGeom prst="rect">
            <a:avLst/>
          </a:prstGeo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6935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a:prstGeom prst="rect">
            <a:avLst/>
          </a:prstGeo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a:prstGeom prst="rect">
            <a:avLst/>
          </a:prstGeo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762740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a:prstGeom prst="rect">
            <a:avLst/>
          </a:prstGeo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a:prstGeom prst="rect">
            <a:avLst/>
          </a:prstGeo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a:prstGeom prst="rect">
            <a:avLst/>
          </a:prstGeo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368187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a:prstGeom prst="rect">
            <a:avLst/>
          </a:prstGeo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701092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a:prstGeom prst="rect">
            <a:avLst/>
          </a:prstGeo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a:prstGeom prst="rect">
            <a:avLst/>
          </a:prstGeo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71303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a:prstGeom prst="rect">
            <a:avLst/>
          </a:prstGeo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a:prstGeom prst="rect">
            <a:avLst/>
          </a:prstGeo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10702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a:prstGeom prst="rect">
            <a:avLst/>
          </a:prstGeo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a:prstGeom prst="rect">
            <a:avLst/>
          </a:prstGeo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0396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a:prstGeom prst="rect">
            <a:avLst/>
          </a:prstGeo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a:prstGeom prst="rect">
            <a:avLst/>
          </a:prstGeo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a:prstGeom prst="rect">
            <a:avLst/>
          </a:prstGeo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759459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8446C9-235B-46D6-4205-A7F9CA719873}"/>
              </a:ext>
            </a:extLst>
          </p:cNvPr>
          <p:cNvSpPr>
            <a:spLocks noGrp="1"/>
          </p:cNvSpPr>
          <p:nvPr>
            <p:ph type="title"/>
          </p:nvPr>
        </p:nvSpPr>
        <p:spPr>
          <a:xfrm>
            <a:off x="323850" y="298146"/>
            <a:ext cx="11544300" cy="492443"/>
          </a:xfrm>
        </p:spPr>
        <p:txBody>
          <a:bodyPr/>
          <a:lstStyle>
            <a:lvl1pPr>
              <a:defRPr/>
            </a:lvl1pPr>
          </a:lstStyle>
          <a:p>
            <a:r>
              <a:rPr lang="en-US" dirty="0"/>
              <a:t>Click to edit Master title style</a:t>
            </a:r>
          </a:p>
        </p:txBody>
      </p:sp>
      <p:sp>
        <p:nvSpPr>
          <p:cNvPr id="6" name="Footer Placeholder 3">
            <a:extLst>
              <a:ext uri="{FF2B5EF4-FFF2-40B4-BE49-F238E27FC236}">
                <a16:creationId xmlns:a16="http://schemas.microsoft.com/office/drawing/2014/main" id="{29D85014-6407-80CC-06E8-253CF337ACFD}"/>
              </a:ext>
            </a:extLst>
          </p:cNvPr>
          <p:cNvSpPr>
            <a:spLocks noGrp="1"/>
          </p:cNvSpPr>
          <p:nvPr>
            <p:ph type="ftr" sz="quarter" idx="11"/>
          </p:nvPr>
        </p:nvSpPr>
        <p:spPr>
          <a:xfrm>
            <a:off x="4230688" y="6445885"/>
            <a:ext cx="3727450" cy="411480"/>
          </a:xfrm>
        </p:spPr>
        <p:txBody>
          <a:bodyPr/>
          <a:lstStyle/>
          <a:p>
            <a:pPr defTabSz="814318">
              <a:defRPr/>
            </a:pPr>
            <a:r>
              <a:rPr lang="en-US" dirty="0"/>
              <a:t>Session ID: BRKSEC-XXXX</a:t>
            </a:r>
          </a:p>
        </p:txBody>
      </p:sp>
      <p:sp>
        <p:nvSpPr>
          <p:cNvPr id="7" name="Slide Number Placeholder 2">
            <a:extLst>
              <a:ext uri="{FF2B5EF4-FFF2-40B4-BE49-F238E27FC236}">
                <a16:creationId xmlns:a16="http://schemas.microsoft.com/office/drawing/2014/main" id="{A37B7C82-51A7-D72C-6268-AE69489D6F1A}"/>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
        <p:nvSpPr>
          <p:cNvPr id="8" name="Text Placeholder 5">
            <a:extLst>
              <a:ext uri="{FF2B5EF4-FFF2-40B4-BE49-F238E27FC236}">
                <a16:creationId xmlns:a16="http://schemas.microsoft.com/office/drawing/2014/main" id="{DDA539CD-EBB4-244B-6A05-4354C3DDC3EA}"/>
              </a:ext>
            </a:extLst>
          </p:cNvPr>
          <p:cNvSpPr>
            <a:spLocks noGrp="1"/>
          </p:cNvSpPr>
          <p:nvPr>
            <p:ph type="body" sz="quarter" idx="12" hasCustomPrompt="1"/>
          </p:nvPr>
        </p:nvSpPr>
        <p:spPr>
          <a:xfrm>
            <a:off x="323850" y="952500"/>
            <a:ext cx="11544300" cy="5122863"/>
          </a:xfrm>
        </p:spPr>
        <p:txBody>
          <a:bodyPr/>
          <a:lstStyle>
            <a:lvl1pPr>
              <a:defRPr sz="1600"/>
            </a:lvl1pPr>
            <a:lvl2pPr>
              <a:defRPr sz="2000"/>
            </a:lvl2pPr>
            <a:lvl3pPr>
              <a:defRPr sz="2000"/>
            </a:lvl3pPr>
            <a:lvl4pPr>
              <a:defRPr sz="2000"/>
            </a:lvl4pPr>
            <a:lvl5pPr>
              <a:defRPr sz="2000"/>
            </a:lvl5pPr>
          </a:lstStyle>
          <a:p>
            <a:pPr lvl="0"/>
            <a:r>
              <a:rPr lang="en-US" dirty="0"/>
              <a:t>Points</a:t>
            </a:r>
          </a:p>
        </p:txBody>
      </p:sp>
    </p:spTree>
    <p:extLst>
      <p:ext uri="{BB962C8B-B14F-4D97-AF65-F5344CB8AC3E}">
        <p14:creationId xmlns:p14="http://schemas.microsoft.com/office/powerpoint/2010/main" val="1495041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5">
            <a:extLst>
              <a:ext uri="{FF2B5EF4-FFF2-40B4-BE49-F238E27FC236}">
                <a16:creationId xmlns:a16="http://schemas.microsoft.com/office/drawing/2014/main" id="{B38861B7-D21F-FDE3-1BD4-88912647D3F2}"/>
              </a:ext>
            </a:extLst>
          </p:cNvPr>
          <p:cNvSpPr>
            <a:spLocks noGrp="1"/>
          </p:cNvSpPr>
          <p:nvPr>
            <p:ph type="title"/>
          </p:nvPr>
        </p:nvSpPr>
        <p:spPr>
          <a:xfrm>
            <a:off x="323850" y="298146"/>
            <a:ext cx="11544300" cy="492443"/>
          </a:xfrm>
        </p:spPr>
        <p:txBody>
          <a:bodyPr/>
          <a:lstStyle>
            <a:lvl1pPr>
              <a:defRPr b="1"/>
            </a:lvl1pPr>
          </a:lstStyle>
          <a:p>
            <a:r>
              <a:rPr lang="en-US"/>
              <a:t>Click to edit Master title style</a:t>
            </a:r>
          </a:p>
        </p:txBody>
      </p:sp>
      <p:sp>
        <p:nvSpPr>
          <p:cNvPr id="6" name="Footer Placeholder 3">
            <a:extLst>
              <a:ext uri="{FF2B5EF4-FFF2-40B4-BE49-F238E27FC236}">
                <a16:creationId xmlns:a16="http://schemas.microsoft.com/office/drawing/2014/main" id="{FC7ADF94-35F7-6A3D-4E32-C9474975A159}"/>
              </a:ext>
            </a:extLst>
          </p:cNvPr>
          <p:cNvSpPr>
            <a:spLocks noGrp="1"/>
          </p:cNvSpPr>
          <p:nvPr>
            <p:ph type="ftr" sz="quarter" idx="12"/>
          </p:nvPr>
        </p:nvSpPr>
        <p:spPr>
          <a:xfrm>
            <a:off x="4230688" y="6445885"/>
            <a:ext cx="3727450" cy="411480"/>
          </a:xfrm>
        </p:spPr>
        <p:txBody>
          <a:bodyPr/>
          <a:lstStyle>
            <a:lvl1pPr>
              <a:defRPr b="1"/>
            </a:lvl1pPr>
          </a:lstStyle>
          <a:p>
            <a:pPr defTabSz="814318">
              <a:defRPr/>
            </a:pPr>
            <a:r>
              <a:rPr lang="en-US"/>
              <a:t>Session ID: BRKSEC-XXXX</a:t>
            </a:r>
            <a:endParaRPr lang="en-US" b="1" dirty="0"/>
          </a:p>
        </p:txBody>
      </p:sp>
      <p:sp>
        <p:nvSpPr>
          <p:cNvPr id="7" name="Slide Number Placeholder 2">
            <a:extLst>
              <a:ext uri="{FF2B5EF4-FFF2-40B4-BE49-F238E27FC236}">
                <a16:creationId xmlns:a16="http://schemas.microsoft.com/office/drawing/2014/main" id="{C1AB2A44-60D7-3D73-6B14-F532F1A1B2C6}"/>
              </a:ext>
            </a:extLst>
          </p:cNvPr>
          <p:cNvSpPr>
            <a:spLocks noGrp="1"/>
          </p:cNvSpPr>
          <p:nvPr>
            <p:ph type="sldNum" sz="quarter" idx="10"/>
          </p:nvPr>
        </p:nvSpPr>
        <p:spPr>
          <a:xfrm>
            <a:off x="9115425" y="6448929"/>
            <a:ext cx="1773238" cy="411480"/>
          </a:xfrm>
        </p:spPr>
        <p:txBody>
          <a:bodyPr/>
          <a:lstStyle>
            <a:lvl1pPr>
              <a:defRPr b="1"/>
            </a:lvl1pPr>
          </a:lstStyle>
          <a:p>
            <a:fld id="{C3C42FAE-7A31-41D3-A712-51D9B15D0B10}" type="slidenum">
              <a:rPr lang="en-US" smtClean="0"/>
              <a:pPr/>
              <a:t>‹#›</a:t>
            </a:fld>
            <a:endParaRPr lang="en-US" b="1" dirty="0"/>
          </a:p>
        </p:txBody>
      </p:sp>
      <p:sp>
        <p:nvSpPr>
          <p:cNvPr id="8" name="Text Placeholder 12">
            <a:extLst>
              <a:ext uri="{FF2B5EF4-FFF2-40B4-BE49-F238E27FC236}">
                <a16:creationId xmlns:a16="http://schemas.microsoft.com/office/drawing/2014/main" id="{1D5376E6-A5E9-B43D-3C62-EAE3A6E1B047}"/>
              </a:ext>
            </a:extLst>
          </p:cNvPr>
          <p:cNvSpPr>
            <a:spLocks noGrp="1"/>
          </p:cNvSpPr>
          <p:nvPr>
            <p:ph type="body" sz="quarter" idx="14"/>
          </p:nvPr>
        </p:nvSpPr>
        <p:spPr>
          <a:xfrm>
            <a:off x="323851" y="2492376"/>
            <a:ext cx="5486400" cy="1868488"/>
          </a:xfrm>
        </p:spPr>
        <p:txBody>
          <a:bodyPr/>
          <a:lstStyle>
            <a:lvl1pPr>
              <a:defRPr sz="1600" b="1"/>
            </a:lvl1pPr>
            <a:lvl2pPr>
              <a:defRPr sz="1600" b="1"/>
            </a:lvl2pPr>
            <a:lvl3pPr>
              <a:defRPr sz="16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4">
            <a:extLst>
              <a:ext uri="{FF2B5EF4-FFF2-40B4-BE49-F238E27FC236}">
                <a16:creationId xmlns:a16="http://schemas.microsoft.com/office/drawing/2014/main" id="{032C9BB3-2091-D606-8E81-D30EF9837A9C}"/>
              </a:ext>
            </a:extLst>
          </p:cNvPr>
          <p:cNvSpPr>
            <a:spLocks noGrp="1"/>
          </p:cNvSpPr>
          <p:nvPr>
            <p:ph type="body" sz="quarter" idx="15"/>
          </p:nvPr>
        </p:nvSpPr>
        <p:spPr>
          <a:xfrm>
            <a:off x="6381751" y="2494756"/>
            <a:ext cx="5486400" cy="1868488"/>
          </a:xfrm>
        </p:spPr>
        <p:txBody>
          <a:bodyPr/>
          <a:lstStyle>
            <a:lvl1pPr>
              <a:defRPr sz="1600" b="1"/>
            </a:lvl1pPr>
            <a:lvl2pPr>
              <a:defRPr sz="1600" b="1"/>
            </a:lvl2pPr>
            <a:lvl3pPr>
              <a:defRPr sz="16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14022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a:xfrm>
            <a:off x="323850" y="298146"/>
            <a:ext cx="11544300" cy="492443"/>
          </a:xfrm>
          <a:prstGeom prst="rect">
            <a:avLst/>
          </a:prstGeom>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a:prstGeom prst="rect">
            <a:avLst/>
          </a:prstGeo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84828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a:xfrm>
            <a:off x="323850" y="298146"/>
            <a:ext cx="11544300" cy="492443"/>
          </a:xfrm>
          <a:prstGeom prst="rect">
            <a:avLst/>
          </a:prstGeom>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a:prstGeom prst="rect">
            <a:avLst/>
          </a:prstGeo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dirty="0"/>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25146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a:xfrm>
            <a:off x="323850" y="298146"/>
            <a:ext cx="11544300" cy="492443"/>
          </a:xfrm>
          <a:prstGeom prst="rect">
            <a:avLst/>
          </a:prstGeom>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a:prstGeom prst="rect">
            <a:avLst/>
          </a:prstGeo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728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a:xfrm>
            <a:off x="323850" y="298146"/>
            <a:ext cx="11544300" cy="492443"/>
          </a:xfrm>
          <a:prstGeom prst="rect">
            <a:avLst/>
          </a:prstGeom>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a:prstGeom prst="rect">
            <a:avLst/>
          </a:prstGeo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a:prstGeom prst="rect">
            <a:avLst/>
          </a:prstGeo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a:prstGeom prst="rect">
            <a:avLst/>
          </a:prstGeo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a:prstGeom prst="rect">
            <a:avLst/>
          </a:prstGeo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a:prstGeom prst="rect">
            <a:avLst/>
          </a:prstGeo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a:prstGeom prst="rect">
            <a:avLst/>
          </a:prstGeo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7820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2 Slide, Title, Photo 1">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35667AC3-0F7E-B82E-9B49-B097643568CD}"/>
              </a:ext>
            </a:extLst>
          </p:cNvPr>
          <p:cNvSpPr>
            <a:spLocks noGrp="1"/>
          </p:cNvSpPr>
          <p:nvPr>
            <p:ph type="title" hasCustomPrompt="1"/>
          </p:nvPr>
        </p:nvSpPr>
        <p:spPr>
          <a:xfrm>
            <a:off x="346711" y="301287"/>
            <a:ext cx="5760720" cy="994113"/>
          </a:xfrm>
        </p:spPr>
        <p:txBody>
          <a:bodyPr wrap="square" anchor="t" anchorCtr="0">
            <a:noAutofit/>
          </a:bodyPr>
          <a:lstStyle>
            <a:lvl1pPr>
              <a:defRPr/>
            </a:lvl1pPr>
          </a:lstStyle>
          <a:p>
            <a:r>
              <a:rPr lang="en-US" dirty="0"/>
              <a:t>Slide Title</a:t>
            </a:r>
          </a:p>
        </p:txBody>
      </p:sp>
      <p:sp>
        <p:nvSpPr>
          <p:cNvPr id="6" name="Picture Placeholder 5">
            <a:extLst>
              <a:ext uri="{FF2B5EF4-FFF2-40B4-BE49-F238E27FC236}">
                <a16:creationId xmlns:a16="http://schemas.microsoft.com/office/drawing/2014/main" id="{406FB23C-BFBD-6C08-4269-F80007FC8E11}"/>
              </a:ext>
            </a:extLst>
          </p:cNvPr>
          <p:cNvSpPr>
            <a:spLocks noGrp="1"/>
          </p:cNvSpPr>
          <p:nvPr>
            <p:ph type="pic" sz="quarter" idx="13" hasCustomPrompt="1"/>
          </p:nvPr>
        </p:nvSpPr>
        <p:spPr>
          <a:xfrm>
            <a:off x="6235065" y="301286"/>
            <a:ext cx="5760720" cy="5622680"/>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8" name="Footer Placeholder 3">
            <a:extLst>
              <a:ext uri="{FF2B5EF4-FFF2-40B4-BE49-F238E27FC236}">
                <a16:creationId xmlns:a16="http://schemas.microsoft.com/office/drawing/2014/main" id="{1BC6BA88-E119-9F34-C7EC-980AF1F273FB}"/>
              </a:ext>
            </a:extLst>
          </p:cNvPr>
          <p:cNvSpPr>
            <a:spLocks noGrp="1"/>
          </p:cNvSpPr>
          <p:nvPr>
            <p:ph type="ftr" sz="quarter" idx="11"/>
          </p:nvPr>
        </p:nvSpPr>
        <p:spPr>
          <a:xfrm>
            <a:off x="4230688" y="6445885"/>
            <a:ext cx="3727450" cy="411480"/>
          </a:xfrm>
        </p:spPr>
        <p:txBody>
          <a:bodyPr/>
          <a:lstStyle/>
          <a:p>
            <a:pPr defTabSz="814318">
              <a:defRPr/>
            </a:pPr>
            <a:r>
              <a:rPr lang="en-US"/>
              <a:t>Session ID: BRKSEC-XXXX</a:t>
            </a:r>
            <a:endParaRPr lang="en-US" dirty="0"/>
          </a:p>
        </p:txBody>
      </p:sp>
      <p:sp>
        <p:nvSpPr>
          <p:cNvPr id="9" name="Slide Number Placeholder 2">
            <a:extLst>
              <a:ext uri="{FF2B5EF4-FFF2-40B4-BE49-F238E27FC236}">
                <a16:creationId xmlns:a16="http://schemas.microsoft.com/office/drawing/2014/main" id="{C67D413E-2D88-3FEF-F1E1-8B56173BA03A}"/>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
        <p:nvSpPr>
          <p:cNvPr id="10" name="Text Placeholder 5">
            <a:extLst>
              <a:ext uri="{FF2B5EF4-FFF2-40B4-BE49-F238E27FC236}">
                <a16:creationId xmlns:a16="http://schemas.microsoft.com/office/drawing/2014/main" id="{549C51B8-C3A9-B2D8-E7F1-F9C96BA9D3D3}"/>
              </a:ext>
            </a:extLst>
          </p:cNvPr>
          <p:cNvSpPr>
            <a:spLocks noGrp="1"/>
          </p:cNvSpPr>
          <p:nvPr>
            <p:ph type="body" sz="quarter" idx="14" hasCustomPrompt="1"/>
          </p:nvPr>
        </p:nvSpPr>
        <p:spPr>
          <a:xfrm>
            <a:off x="323851" y="1473339"/>
            <a:ext cx="5760720" cy="4686162"/>
          </a:xfrm>
        </p:spPr>
        <p:txBody>
          <a:bodyPr>
            <a:normAutofit/>
          </a:bodyPr>
          <a:lstStyle>
            <a:lvl1pPr>
              <a:defRPr sz="1600"/>
            </a:lvl1pPr>
          </a:lstStyle>
          <a:p>
            <a:pPr lvl="0"/>
            <a:r>
              <a:rPr lang="en-US" dirty="0"/>
              <a:t>Points</a:t>
            </a:r>
          </a:p>
        </p:txBody>
      </p:sp>
    </p:spTree>
    <p:extLst>
      <p:ext uri="{BB962C8B-B14F-4D97-AF65-F5344CB8AC3E}">
        <p14:creationId xmlns:p14="http://schemas.microsoft.com/office/powerpoint/2010/main" val="2169584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3 Photo, Title 1">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663814D1-DDC5-101C-DC4F-80D2A580E097}"/>
              </a:ext>
            </a:extLst>
          </p:cNvPr>
          <p:cNvSpPr>
            <a:spLocks noGrp="1"/>
          </p:cNvSpPr>
          <p:nvPr>
            <p:ph type="title" hasCustomPrompt="1"/>
          </p:nvPr>
        </p:nvSpPr>
        <p:spPr>
          <a:xfrm>
            <a:off x="413544" y="372129"/>
            <a:ext cx="7634288" cy="762407"/>
          </a:xfrm>
        </p:spPr>
        <p:txBody>
          <a:bodyPr wrap="square" anchor="t" anchorCtr="0">
            <a:noAutofit/>
          </a:bodyPr>
          <a:lstStyle>
            <a:lvl1pPr>
              <a:defRPr/>
            </a:lvl1pPr>
          </a:lstStyle>
          <a:p>
            <a:r>
              <a:rPr lang="en-US" dirty="0"/>
              <a:t>Slide Title</a:t>
            </a:r>
          </a:p>
        </p:txBody>
      </p:sp>
      <p:sp>
        <p:nvSpPr>
          <p:cNvPr id="6" name="Picture Placeholder 5">
            <a:extLst>
              <a:ext uri="{FF2B5EF4-FFF2-40B4-BE49-F238E27FC236}">
                <a16:creationId xmlns:a16="http://schemas.microsoft.com/office/drawing/2014/main" id="{30B5DB85-2831-D157-F127-23AC163E0E5B}"/>
              </a:ext>
            </a:extLst>
          </p:cNvPr>
          <p:cNvSpPr>
            <a:spLocks noGrp="1"/>
          </p:cNvSpPr>
          <p:nvPr>
            <p:ph type="pic" sz="quarter" idx="13" hasCustomPrompt="1"/>
          </p:nvPr>
        </p:nvSpPr>
        <p:spPr>
          <a:xfrm>
            <a:off x="8239296" y="308082"/>
            <a:ext cx="3727450" cy="5952473"/>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8" name="Footer Placeholder 3">
            <a:extLst>
              <a:ext uri="{FF2B5EF4-FFF2-40B4-BE49-F238E27FC236}">
                <a16:creationId xmlns:a16="http://schemas.microsoft.com/office/drawing/2014/main" id="{4D0773FD-025A-0072-CABE-888617E8AAB4}"/>
              </a:ext>
            </a:extLst>
          </p:cNvPr>
          <p:cNvSpPr>
            <a:spLocks noGrp="1"/>
          </p:cNvSpPr>
          <p:nvPr>
            <p:ph type="ftr" sz="quarter" idx="11"/>
          </p:nvPr>
        </p:nvSpPr>
        <p:spPr>
          <a:xfrm>
            <a:off x="4230688" y="6445885"/>
            <a:ext cx="3727450" cy="411480"/>
          </a:xfrm>
        </p:spPr>
        <p:txBody>
          <a:bodyPr/>
          <a:lstStyle/>
          <a:p>
            <a:pPr defTabSz="814318">
              <a:defRPr/>
            </a:pPr>
            <a:r>
              <a:rPr lang="en-US"/>
              <a:t>Session ID: BRKSEC-XXXX</a:t>
            </a:r>
            <a:endParaRPr lang="en-US" dirty="0"/>
          </a:p>
        </p:txBody>
      </p:sp>
      <p:sp>
        <p:nvSpPr>
          <p:cNvPr id="9" name="Slide Number Placeholder 2">
            <a:extLst>
              <a:ext uri="{FF2B5EF4-FFF2-40B4-BE49-F238E27FC236}">
                <a16:creationId xmlns:a16="http://schemas.microsoft.com/office/drawing/2014/main" id="{C1FA7A6E-076A-4F68-933E-E5E379785E1F}"/>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
        <p:nvSpPr>
          <p:cNvPr id="10" name="Text Placeholder 5">
            <a:extLst>
              <a:ext uri="{FF2B5EF4-FFF2-40B4-BE49-F238E27FC236}">
                <a16:creationId xmlns:a16="http://schemas.microsoft.com/office/drawing/2014/main" id="{B6FB6AB7-6B7B-E4CE-EE50-48D940DEBB77}"/>
              </a:ext>
            </a:extLst>
          </p:cNvPr>
          <p:cNvSpPr>
            <a:spLocks noGrp="1"/>
          </p:cNvSpPr>
          <p:nvPr>
            <p:ph type="body" sz="quarter" idx="14" hasCustomPrompt="1"/>
          </p:nvPr>
        </p:nvSpPr>
        <p:spPr>
          <a:xfrm>
            <a:off x="333550" y="1319866"/>
            <a:ext cx="7235825" cy="4940689"/>
          </a:xfrm>
        </p:spPr>
        <p:txBody>
          <a:bodyPr>
            <a:normAutofit/>
          </a:bodyPr>
          <a:lstStyle>
            <a:lvl1pPr>
              <a:defRPr sz="1600"/>
            </a:lvl1pPr>
          </a:lstStyle>
          <a:p>
            <a:pPr lvl="0"/>
            <a:r>
              <a:rPr lang="en-US" dirty="0"/>
              <a:t>Points</a:t>
            </a:r>
          </a:p>
        </p:txBody>
      </p:sp>
    </p:spTree>
    <p:extLst>
      <p:ext uri="{BB962C8B-B14F-4D97-AF65-F5344CB8AC3E}">
        <p14:creationId xmlns:p14="http://schemas.microsoft.com/office/powerpoint/2010/main" val="200925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3 Photo, Title 1">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8F67649-B793-D88B-948C-C90DB66DC421}"/>
              </a:ext>
            </a:extLst>
          </p:cNvPr>
          <p:cNvSpPr>
            <a:spLocks noGrp="1"/>
          </p:cNvSpPr>
          <p:nvPr>
            <p:ph type="title" hasCustomPrompt="1"/>
          </p:nvPr>
        </p:nvSpPr>
        <p:spPr>
          <a:xfrm>
            <a:off x="346244" y="390972"/>
            <a:ext cx="4413318" cy="827369"/>
          </a:xfrm>
        </p:spPr>
        <p:txBody>
          <a:bodyPr wrap="square" anchor="t" anchorCtr="0">
            <a:noAutofit/>
          </a:bodyPr>
          <a:lstStyle>
            <a:lvl1pPr>
              <a:defRPr/>
            </a:lvl1pPr>
          </a:lstStyle>
          <a:p>
            <a:r>
              <a:rPr lang="en-US" dirty="0"/>
              <a:t>Slide Title</a:t>
            </a:r>
          </a:p>
        </p:txBody>
      </p:sp>
      <p:sp>
        <p:nvSpPr>
          <p:cNvPr id="6" name="Picture Placeholder 5">
            <a:extLst>
              <a:ext uri="{FF2B5EF4-FFF2-40B4-BE49-F238E27FC236}">
                <a16:creationId xmlns:a16="http://schemas.microsoft.com/office/drawing/2014/main" id="{9A09200D-93B0-B42F-DBAB-7990B28D309E}"/>
              </a:ext>
            </a:extLst>
          </p:cNvPr>
          <p:cNvSpPr>
            <a:spLocks noGrp="1"/>
          </p:cNvSpPr>
          <p:nvPr>
            <p:ph type="pic" sz="quarter" idx="13" hasCustomPrompt="1"/>
          </p:nvPr>
        </p:nvSpPr>
        <p:spPr>
          <a:xfrm>
            <a:off x="4867429" y="195579"/>
            <a:ext cx="7119162" cy="5799362"/>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8" name="Footer Placeholder 3">
            <a:extLst>
              <a:ext uri="{FF2B5EF4-FFF2-40B4-BE49-F238E27FC236}">
                <a16:creationId xmlns:a16="http://schemas.microsoft.com/office/drawing/2014/main" id="{AECBC77F-2C38-E4B5-8097-6E80177659CA}"/>
              </a:ext>
            </a:extLst>
          </p:cNvPr>
          <p:cNvSpPr>
            <a:spLocks noGrp="1"/>
          </p:cNvSpPr>
          <p:nvPr>
            <p:ph type="ftr" sz="quarter" idx="11"/>
          </p:nvPr>
        </p:nvSpPr>
        <p:spPr>
          <a:xfrm>
            <a:off x="4230688" y="6445885"/>
            <a:ext cx="3727450" cy="411480"/>
          </a:xfrm>
        </p:spPr>
        <p:txBody>
          <a:bodyPr/>
          <a:lstStyle/>
          <a:p>
            <a:pPr defTabSz="814318">
              <a:defRPr/>
            </a:pPr>
            <a:r>
              <a:rPr lang="en-US"/>
              <a:t>Session ID: BRKSEC-XXXX</a:t>
            </a:r>
            <a:endParaRPr lang="en-US" dirty="0"/>
          </a:p>
        </p:txBody>
      </p:sp>
      <p:sp>
        <p:nvSpPr>
          <p:cNvPr id="9" name="Slide Number Placeholder 2">
            <a:extLst>
              <a:ext uri="{FF2B5EF4-FFF2-40B4-BE49-F238E27FC236}">
                <a16:creationId xmlns:a16="http://schemas.microsoft.com/office/drawing/2014/main" id="{4CBB74D8-3547-6EFD-47CB-1EBD34F3E8C2}"/>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
        <p:nvSpPr>
          <p:cNvPr id="10" name="Text Placeholder 5">
            <a:extLst>
              <a:ext uri="{FF2B5EF4-FFF2-40B4-BE49-F238E27FC236}">
                <a16:creationId xmlns:a16="http://schemas.microsoft.com/office/drawing/2014/main" id="{CE98E9C8-64AF-75EE-E664-C1E6333E7F21}"/>
              </a:ext>
            </a:extLst>
          </p:cNvPr>
          <p:cNvSpPr>
            <a:spLocks noGrp="1"/>
          </p:cNvSpPr>
          <p:nvPr>
            <p:ph type="body" sz="quarter" idx="14" hasCustomPrompt="1"/>
          </p:nvPr>
        </p:nvSpPr>
        <p:spPr>
          <a:xfrm>
            <a:off x="284354" y="1359243"/>
            <a:ext cx="4413317" cy="4955060"/>
          </a:xfrm>
        </p:spPr>
        <p:txBody>
          <a:bodyPr>
            <a:normAutofit/>
          </a:bodyPr>
          <a:lstStyle>
            <a:lvl1pPr>
              <a:defRPr sz="1600"/>
            </a:lvl1pPr>
          </a:lstStyle>
          <a:p>
            <a:pPr lvl="0"/>
            <a:r>
              <a:rPr lang="en-US" dirty="0"/>
              <a:t>Points</a:t>
            </a:r>
          </a:p>
        </p:txBody>
      </p:sp>
    </p:spTree>
    <p:extLst>
      <p:ext uri="{BB962C8B-B14F-4D97-AF65-F5344CB8AC3E}">
        <p14:creationId xmlns:p14="http://schemas.microsoft.com/office/powerpoint/2010/main" val="3880047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2 Slide Title, Photo 3">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11EDAEC0-319C-07EA-8A48-3E2C67209209}"/>
              </a:ext>
            </a:extLst>
          </p:cNvPr>
          <p:cNvSpPr>
            <a:spLocks noGrp="1"/>
          </p:cNvSpPr>
          <p:nvPr>
            <p:ph type="title" hasCustomPrompt="1"/>
          </p:nvPr>
        </p:nvSpPr>
        <p:spPr>
          <a:xfrm>
            <a:off x="6094413" y="341751"/>
            <a:ext cx="5961493" cy="844498"/>
          </a:xfrm>
        </p:spPr>
        <p:txBody>
          <a:bodyPr wrap="square" anchor="t" anchorCtr="0">
            <a:noAutofit/>
          </a:bodyPr>
          <a:lstStyle>
            <a:lvl1pPr>
              <a:defRPr/>
            </a:lvl1pPr>
          </a:lstStyle>
          <a:p>
            <a:r>
              <a:rPr lang="en-US" dirty="0"/>
              <a:t>Slide Title</a:t>
            </a:r>
          </a:p>
        </p:txBody>
      </p:sp>
      <p:sp>
        <p:nvSpPr>
          <p:cNvPr id="7" name="Picture Placeholder 5">
            <a:extLst>
              <a:ext uri="{FF2B5EF4-FFF2-40B4-BE49-F238E27FC236}">
                <a16:creationId xmlns:a16="http://schemas.microsoft.com/office/drawing/2014/main" id="{819A350F-67CC-4AA6-C507-913BA02F0DD9}"/>
              </a:ext>
            </a:extLst>
          </p:cNvPr>
          <p:cNvSpPr>
            <a:spLocks noGrp="1"/>
          </p:cNvSpPr>
          <p:nvPr>
            <p:ph type="pic" sz="quarter" idx="13" hasCustomPrompt="1"/>
          </p:nvPr>
        </p:nvSpPr>
        <p:spPr>
          <a:xfrm>
            <a:off x="302929" y="375858"/>
            <a:ext cx="5592297" cy="5744451"/>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8" name="Footer Placeholder 3">
            <a:extLst>
              <a:ext uri="{FF2B5EF4-FFF2-40B4-BE49-F238E27FC236}">
                <a16:creationId xmlns:a16="http://schemas.microsoft.com/office/drawing/2014/main" id="{C5BCF6DB-D3E2-3F40-0391-0015A83C807E}"/>
              </a:ext>
            </a:extLst>
          </p:cNvPr>
          <p:cNvSpPr>
            <a:spLocks noGrp="1"/>
          </p:cNvSpPr>
          <p:nvPr>
            <p:ph type="ftr" sz="quarter" idx="11"/>
          </p:nvPr>
        </p:nvSpPr>
        <p:spPr>
          <a:xfrm>
            <a:off x="4230688" y="6445885"/>
            <a:ext cx="3727450" cy="411480"/>
          </a:xfrm>
        </p:spPr>
        <p:txBody>
          <a:bodyPr/>
          <a:lstStyle/>
          <a:p>
            <a:pPr defTabSz="814318">
              <a:defRPr/>
            </a:pPr>
            <a:r>
              <a:rPr lang="en-US"/>
              <a:t>Session ID: BRKSEC-XXXX</a:t>
            </a:r>
            <a:endParaRPr lang="en-US" dirty="0"/>
          </a:p>
        </p:txBody>
      </p:sp>
      <p:sp>
        <p:nvSpPr>
          <p:cNvPr id="9" name="Slide Number Placeholder 2">
            <a:extLst>
              <a:ext uri="{FF2B5EF4-FFF2-40B4-BE49-F238E27FC236}">
                <a16:creationId xmlns:a16="http://schemas.microsoft.com/office/drawing/2014/main" id="{5F3C56F4-9C1C-FEA9-A943-185AEEE612CB}"/>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
        <p:nvSpPr>
          <p:cNvPr id="10" name="Text Placeholder 5">
            <a:extLst>
              <a:ext uri="{FF2B5EF4-FFF2-40B4-BE49-F238E27FC236}">
                <a16:creationId xmlns:a16="http://schemas.microsoft.com/office/drawing/2014/main" id="{6026AAAB-3016-9473-B68E-E020BBA4633D}"/>
              </a:ext>
            </a:extLst>
          </p:cNvPr>
          <p:cNvSpPr>
            <a:spLocks noGrp="1"/>
          </p:cNvSpPr>
          <p:nvPr>
            <p:ph type="body" sz="quarter" idx="14" hasCustomPrompt="1"/>
          </p:nvPr>
        </p:nvSpPr>
        <p:spPr>
          <a:xfrm>
            <a:off x="6118859" y="1511824"/>
            <a:ext cx="5937047" cy="4715981"/>
          </a:xfrm>
        </p:spPr>
        <p:txBody>
          <a:bodyPr>
            <a:normAutofit/>
          </a:bodyPr>
          <a:lstStyle>
            <a:lvl1pPr>
              <a:defRPr sz="1600"/>
            </a:lvl1pPr>
          </a:lstStyle>
          <a:p>
            <a:pPr lvl="0"/>
            <a:r>
              <a:rPr lang="en-US" dirty="0"/>
              <a:t>Points</a:t>
            </a:r>
          </a:p>
        </p:txBody>
      </p:sp>
    </p:spTree>
    <p:extLst>
      <p:ext uri="{BB962C8B-B14F-4D97-AF65-F5344CB8AC3E}">
        <p14:creationId xmlns:p14="http://schemas.microsoft.com/office/powerpoint/2010/main" val="821666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3 Slide Title, Section, Body, 2/3 Photo">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01574EB0-609A-7063-5DF0-1FE33F36B0BC}"/>
              </a:ext>
            </a:extLst>
          </p:cNvPr>
          <p:cNvSpPr>
            <a:spLocks noGrp="1"/>
          </p:cNvSpPr>
          <p:nvPr>
            <p:ph type="title" hasCustomPrompt="1"/>
          </p:nvPr>
        </p:nvSpPr>
        <p:spPr>
          <a:xfrm>
            <a:off x="4343401" y="459942"/>
            <a:ext cx="7235824" cy="670358"/>
          </a:xfrm>
        </p:spPr>
        <p:txBody>
          <a:bodyPr wrap="square" anchor="t" anchorCtr="0">
            <a:noAutofit/>
          </a:bodyPr>
          <a:lstStyle>
            <a:lvl1pPr>
              <a:defRPr/>
            </a:lvl1pPr>
          </a:lstStyle>
          <a:p>
            <a:r>
              <a:rPr lang="en-US" dirty="0"/>
              <a:t>Slide title</a:t>
            </a:r>
          </a:p>
        </p:txBody>
      </p:sp>
      <p:sp>
        <p:nvSpPr>
          <p:cNvPr id="8" name="Picture Placeholder 5">
            <a:extLst>
              <a:ext uri="{FF2B5EF4-FFF2-40B4-BE49-F238E27FC236}">
                <a16:creationId xmlns:a16="http://schemas.microsoft.com/office/drawing/2014/main" id="{30C432B9-29F9-2E6F-EA6C-EA3AEB6981D6}"/>
              </a:ext>
            </a:extLst>
          </p:cNvPr>
          <p:cNvSpPr>
            <a:spLocks noGrp="1"/>
          </p:cNvSpPr>
          <p:nvPr>
            <p:ph type="pic" sz="quarter" idx="13" hasCustomPrompt="1"/>
          </p:nvPr>
        </p:nvSpPr>
        <p:spPr>
          <a:xfrm>
            <a:off x="214311" y="269271"/>
            <a:ext cx="3890549" cy="6022199"/>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10" name="Footer Placeholder 3">
            <a:extLst>
              <a:ext uri="{FF2B5EF4-FFF2-40B4-BE49-F238E27FC236}">
                <a16:creationId xmlns:a16="http://schemas.microsoft.com/office/drawing/2014/main" id="{E770FA50-9C4F-A1B8-FF36-F081528F8763}"/>
              </a:ext>
            </a:extLst>
          </p:cNvPr>
          <p:cNvSpPr>
            <a:spLocks noGrp="1"/>
          </p:cNvSpPr>
          <p:nvPr>
            <p:ph type="ftr" sz="quarter" idx="11"/>
          </p:nvPr>
        </p:nvSpPr>
        <p:spPr>
          <a:xfrm>
            <a:off x="4230688" y="6445885"/>
            <a:ext cx="3727450" cy="411480"/>
          </a:xfrm>
        </p:spPr>
        <p:txBody>
          <a:bodyPr/>
          <a:lstStyle/>
          <a:p>
            <a:pPr defTabSz="814318">
              <a:defRPr/>
            </a:pPr>
            <a:r>
              <a:rPr lang="en-US"/>
              <a:t>Session ID: BRKSEC-XXXX</a:t>
            </a:r>
            <a:endParaRPr lang="en-US" dirty="0"/>
          </a:p>
        </p:txBody>
      </p:sp>
      <p:sp>
        <p:nvSpPr>
          <p:cNvPr id="11" name="Slide Number Placeholder 2">
            <a:extLst>
              <a:ext uri="{FF2B5EF4-FFF2-40B4-BE49-F238E27FC236}">
                <a16:creationId xmlns:a16="http://schemas.microsoft.com/office/drawing/2014/main" id="{2A90BC26-E8B2-F5B7-957A-C6295DD84422}"/>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
        <p:nvSpPr>
          <p:cNvPr id="12" name="Text Placeholder 5">
            <a:extLst>
              <a:ext uri="{FF2B5EF4-FFF2-40B4-BE49-F238E27FC236}">
                <a16:creationId xmlns:a16="http://schemas.microsoft.com/office/drawing/2014/main" id="{6BA5701D-14CD-7E59-E7AD-3247091A987D}"/>
              </a:ext>
            </a:extLst>
          </p:cNvPr>
          <p:cNvSpPr>
            <a:spLocks noGrp="1"/>
          </p:cNvSpPr>
          <p:nvPr>
            <p:ph type="body" sz="quarter" idx="14" hasCustomPrompt="1"/>
          </p:nvPr>
        </p:nvSpPr>
        <p:spPr>
          <a:xfrm>
            <a:off x="4343400" y="1407680"/>
            <a:ext cx="7235825" cy="4883790"/>
          </a:xfrm>
        </p:spPr>
        <p:txBody>
          <a:bodyPr>
            <a:normAutofit/>
          </a:bodyPr>
          <a:lstStyle>
            <a:lvl1pPr>
              <a:defRPr sz="1600"/>
            </a:lvl1pPr>
          </a:lstStyle>
          <a:p>
            <a:pPr lvl="0"/>
            <a:r>
              <a:rPr lang="en-US" dirty="0"/>
              <a:t>Points</a:t>
            </a:r>
          </a:p>
        </p:txBody>
      </p:sp>
    </p:spTree>
    <p:extLst>
      <p:ext uri="{BB962C8B-B14F-4D97-AF65-F5344CB8AC3E}">
        <p14:creationId xmlns:p14="http://schemas.microsoft.com/office/powerpoint/2010/main" val="3353146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2 Slide Section, Title 1, Photo 1">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5DCC177-9AF6-EBF7-049C-658596E5B1E3}"/>
              </a:ext>
            </a:extLst>
          </p:cNvPr>
          <p:cNvSpPr>
            <a:spLocks noGrp="1"/>
          </p:cNvSpPr>
          <p:nvPr>
            <p:ph type="title" hasCustomPrompt="1"/>
          </p:nvPr>
        </p:nvSpPr>
        <p:spPr>
          <a:xfrm>
            <a:off x="7715042" y="323312"/>
            <a:ext cx="4190858" cy="523392"/>
          </a:xfrm>
        </p:spPr>
        <p:txBody>
          <a:bodyPr wrap="square" anchor="t" anchorCtr="0">
            <a:noAutofit/>
          </a:bodyPr>
          <a:lstStyle>
            <a:lvl1pPr>
              <a:defRPr/>
            </a:lvl1pPr>
          </a:lstStyle>
          <a:p>
            <a:r>
              <a:rPr lang="en-US" dirty="0"/>
              <a:t>Slide Title</a:t>
            </a:r>
          </a:p>
        </p:txBody>
      </p:sp>
      <p:sp>
        <p:nvSpPr>
          <p:cNvPr id="8" name="Picture Placeholder 5">
            <a:extLst>
              <a:ext uri="{FF2B5EF4-FFF2-40B4-BE49-F238E27FC236}">
                <a16:creationId xmlns:a16="http://schemas.microsoft.com/office/drawing/2014/main" id="{ABC6CA8C-D2FD-92B9-B422-F582179AAC9A}"/>
              </a:ext>
            </a:extLst>
          </p:cNvPr>
          <p:cNvSpPr>
            <a:spLocks noGrp="1"/>
          </p:cNvSpPr>
          <p:nvPr>
            <p:ph type="pic" sz="quarter" idx="13" hasCustomPrompt="1"/>
          </p:nvPr>
        </p:nvSpPr>
        <p:spPr>
          <a:xfrm>
            <a:off x="286100" y="272588"/>
            <a:ext cx="7057149" cy="5774794"/>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9" name="Footer Placeholder 3">
            <a:extLst>
              <a:ext uri="{FF2B5EF4-FFF2-40B4-BE49-F238E27FC236}">
                <a16:creationId xmlns:a16="http://schemas.microsoft.com/office/drawing/2014/main" id="{E701A4C5-E983-6F2E-6F25-2CF02234D5B7}"/>
              </a:ext>
            </a:extLst>
          </p:cNvPr>
          <p:cNvSpPr>
            <a:spLocks noGrp="1"/>
          </p:cNvSpPr>
          <p:nvPr>
            <p:ph type="ftr" sz="quarter" idx="11"/>
          </p:nvPr>
        </p:nvSpPr>
        <p:spPr>
          <a:xfrm>
            <a:off x="4230688" y="6445885"/>
            <a:ext cx="3727450" cy="411480"/>
          </a:xfrm>
        </p:spPr>
        <p:txBody>
          <a:bodyPr/>
          <a:lstStyle/>
          <a:p>
            <a:pPr defTabSz="814318">
              <a:defRPr/>
            </a:pPr>
            <a:r>
              <a:rPr lang="en-US"/>
              <a:t>Session ID: BRKSEC-XXXX</a:t>
            </a:r>
            <a:endParaRPr lang="en-US" dirty="0"/>
          </a:p>
        </p:txBody>
      </p:sp>
      <p:sp>
        <p:nvSpPr>
          <p:cNvPr id="10" name="Slide Number Placeholder 2">
            <a:extLst>
              <a:ext uri="{FF2B5EF4-FFF2-40B4-BE49-F238E27FC236}">
                <a16:creationId xmlns:a16="http://schemas.microsoft.com/office/drawing/2014/main" id="{46C45D37-6E2D-9FC6-7963-58C04D3B74CE}"/>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
        <p:nvSpPr>
          <p:cNvPr id="11" name="Text Placeholder 5">
            <a:extLst>
              <a:ext uri="{FF2B5EF4-FFF2-40B4-BE49-F238E27FC236}">
                <a16:creationId xmlns:a16="http://schemas.microsoft.com/office/drawing/2014/main" id="{0DFBA05A-277C-ECA6-BAE8-282A6A9D9D54}"/>
              </a:ext>
            </a:extLst>
          </p:cNvPr>
          <p:cNvSpPr>
            <a:spLocks noGrp="1"/>
          </p:cNvSpPr>
          <p:nvPr>
            <p:ph type="body" sz="quarter" idx="14" hasCustomPrompt="1"/>
          </p:nvPr>
        </p:nvSpPr>
        <p:spPr>
          <a:xfrm>
            <a:off x="7802218" y="1045955"/>
            <a:ext cx="4190858" cy="5157137"/>
          </a:xfrm>
        </p:spPr>
        <p:txBody>
          <a:bodyPr>
            <a:normAutofit/>
          </a:bodyPr>
          <a:lstStyle>
            <a:lvl1pPr>
              <a:defRPr sz="1600"/>
            </a:lvl1pPr>
          </a:lstStyle>
          <a:p>
            <a:pPr lvl="0"/>
            <a:r>
              <a:rPr lang="en-US" dirty="0"/>
              <a:t>Points</a:t>
            </a:r>
          </a:p>
        </p:txBody>
      </p:sp>
    </p:spTree>
    <p:extLst>
      <p:ext uri="{BB962C8B-B14F-4D97-AF65-F5344CB8AC3E}">
        <p14:creationId xmlns:p14="http://schemas.microsoft.com/office/powerpoint/2010/main" val="2024239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8146"/>
            <a:ext cx="11544300" cy="492443"/>
          </a:xfrm>
          <a:prstGeom prst="rect">
            <a:avLst/>
          </a:prstGeom>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136926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Full Margin Photo 1">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BBBEB14F-0685-C307-EFE1-1A032CD17E96}"/>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8" name="Picture Placeholder 5">
            <a:extLst>
              <a:ext uri="{FF2B5EF4-FFF2-40B4-BE49-F238E27FC236}">
                <a16:creationId xmlns:a16="http://schemas.microsoft.com/office/drawing/2014/main" id="{9DC54BDD-215C-7233-17E9-68EABA024555}"/>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9" name="Footer Placeholder 3">
            <a:extLst>
              <a:ext uri="{FF2B5EF4-FFF2-40B4-BE49-F238E27FC236}">
                <a16:creationId xmlns:a16="http://schemas.microsoft.com/office/drawing/2014/main" id="{4D4398B4-CF9D-ADD3-F030-25989B6A3839}"/>
              </a:ext>
            </a:extLst>
          </p:cNvPr>
          <p:cNvSpPr>
            <a:spLocks noGrp="1"/>
          </p:cNvSpPr>
          <p:nvPr>
            <p:ph type="ftr" sz="quarter" idx="11"/>
          </p:nvPr>
        </p:nvSpPr>
        <p:spPr>
          <a:xfrm>
            <a:off x="4230688" y="6445885"/>
            <a:ext cx="3727450" cy="411480"/>
          </a:xfrm>
        </p:spPr>
        <p:txBody>
          <a:bodyPr/>
          <a:lstStyle/>
          <a:p>
            <a:pPr defTabSz="814318">
              <a:defRPr/>
            </a:pPr>
            <a:r>
              <a:rPr lang="en-US"/>
              <a:t>Session ID: BRKSEC-XXXX</a:t>
            </a:r>
            <a:endParaRPr lang="en-US" dirty="0"/>
          </a:p>
        </p:txBody>
      </p:sp>
      <p:sp>
        <p:nvSpPr>
          <p:cNvPr id="10" name="Slide Number Placeholder 2">
            <a:extLst>
              <a:ext uri="{FF2B5EF4-FFF2-40B4-BE49-F238E27FC236}">
                <a16:creationId xmlns:a16="http://schemas.microsoft.com/office/drawing/2014/main" id="{C56CEB0E-F883-1318-CECC-41A962B9CE94}"/>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744560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Title, Full Margin Photo 1">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FE63F33D-6703-1882-9AF2-763FF56144FD}"/>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8" name="Title 4">
            <a:extLst>
              <a:ext uri="{FF2B5EF4-FFF2-40B4-BE49-F238E27FC236}">
                <a16:creationId xmlns:a16="http://schemas.microsoft.com/office/drawing/2014/main" id="{C9E7EE12-4B35-55B4-6325-6341C57A155C}"/>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9" name="Text Placeholder 6">
            <a:extLst>
              <a:ext uri="{FF2B5EF4-FFF2-40B4-BE49-F238E27FC236}">
                <a16:creationId xmlns:a16="http://schemas.microsoft.com/office/drawing/2014/main" id="{C9462AE3-196C-5889-F5A3-A4988C821344}"/>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5">
            <a:extLst>
              <a:ext uri="{FF2B5EF4-FFF2-40B4-BE49-F238E27FC236}">
                <a16:creationId xmlns:a16="http://schemas.microsoft.com/office/drawing/2014/main" id="{B4AFD21D-DC28-B1DC-A008-B685DD4B746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11" name="Footer Placeholder 3">
            <a:extLst>
              <a:ext uri="{FF2B5EF4-FFF2-40B4-BE49-F238E27FC236}">
                <a16:creationId xmlns:a16="http://schemas.microsoft.com/office/drawing/2014/main" id="{B24C4D61-E082-FE08-CD96-4B913D04C237}"/>
              </a:ext>
            </a:extLst>
          </p:cNvPr>
          <p:cNvSpPr>
            <a:spLocks noGrp="1"/>
          </p:cNvSpPr>
          <p:nvPr>
            <p:ph type="ftr" sz="quarter" idx="11"/>
          </p:nvPr>
        </p:nvSpPr>
        <p:spPr>
          <a:xfrm>
            <a:off x="4230688" y="6445885"/>
            <a:ext cx="3727450" cy="411480"/>
          </a:xfrm>
        </p:spPr>
        <p:txBody>
          <a:bodyPr/>
          <a:lstStyle/>
          <a:p>
            <a:pPr defTabSz="814318">
              <a:defRPr/>
            </a:pPr>
            <a:r>
              <a:rPr lang="en-US"/>
              <a:t>Session ID: BRKSEC-XXXX</a:t>
            </a:r>
            <a:endParaRPr lang="en-US" dirty="0"/>
          </a:p>
        </p:txBody>
      </p:sp>
      <p:sp>
        <p:nvSpPr>
          <p:cNvPr id="12" name="Slide Number Placeholder 2">
            <a:extLst>
              <a:ext uri="{FF2B5EF4-FFF2-40B4-BE49-F238E27FC236}">
                <a16:creationId xmlns:a16="http://schemas.microsoft.com/office/drawing/2014/main" id="{E09FCE68-A7DA-7A7E-B21C-2994E12BB8B4}"/>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84114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ull-bleed Photo, Title 1">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1235E1CA-9312-DAF7-316D-47FC31C482B8}"/>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7" name="Title 4">
            <a:extLst>
              <a:ext uri="{FF2B5EF4-FFF2-40B4-BE49-F238E27FC236}">
                <a16:creationId xmlns:a16="http://schemas.microsoft.com/office/drawing/2014/main" id="{D1843D90-C214-096C-8F8B-FE37943EB0DA}"/>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8" name="Picture Placeholder 5">
            <a:extLst>
              <a:ext uri="{FF2B5EF4-FFF2-40B4-BE49-F238E27FC236}">
                <a16:creationId xmlns:a16="http://schemas.microsoft.com/office/drawing/2014/main" id="{E3A9C834-35F9-D39B-7AE2-9B3A76029EAB}"/>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9" name="Footer Placeholder 3">
            <a:extLst>
              <a:ext uri="{FF2B5EF4-FFF2-40B4-BE49-F238E27FC236}">
                <a16:creationId xmlns:a16="http://schemas.microsoft.com/office/drawing/2014/main" id="{51B98C0A-A3C4-EC1B-FB12-B1556EF6C64F}"/>
              </a:ext>
            </a:extLst>
          </p:cNvPr>
          <p:cNvSpPr>
            <a:spLocks noGrp="1"/>
          </p:cNvSpPr>
          <p:nvPr>
            <p:ph type="ftr" sz="quarter" idx="11"/>
          </p:nvPr>
        </p:nvSpPr>
        <p:spPr>
          <a:xfrm>
            <a:off x="4230688" y="6445885"/>
            <a:ext cx="3727450" cy="411480"/>
          </a:xfrm>
        </p:spPr>
        <p:txBody>
          <a:bodyPr/>
          <a:lstStyle/>
          <a:p>
            <a:pPr defTabSz="814318">
              <a:defRPr/>
            </a:pPr>
            <a:r>
              <a:rPr lang="en-US"/>
              <a:t>Session ID: BRKSEC-XXXX</a:t>
            </a:r>
            <a:endParaRPr lang="en-US" dirty="0"/>
          </a:p>
        </p:txBody>
      </p:sp>
      <p:sp>
        <p:nvSpPr>
          <p:cNvPr id="10" name="Slide Number Placeholder 2">
            <a:extLst>
              <a:ext uri="{FF2B5EF4-FFF2-40B4-BE49-F238E27FC236}">
                <a16:creationId xmlns:a16="http://schemas.microsoft.com/office/drawing/2014/main" id="{7642714B-970D-16C8-5FE7-0E674AE4911F}"/>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50354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ull Bleed Photo, Title 2">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0231B1C4-CE8F-6AC7-DC73-F0B3F17B2F05}"/>
              </a:ext>
            </a:extLst>
          </p:cNvPr>
          <p:cNvSpPr>
            <a:spLocks noGrp="1"/>
          </p:cNvSpPr>
          <p:nvPr>
            <p:ph type="title"/>
          </p:nvPr>
        </p:nvSpPr>
        <p:spPr>
          <a:xfrm>
            <a:off x="323850" y="298146"/>
            <a:ext cx="11544300" cy="492443"/>
          </a:xfrm>
        </p:spPr>
        <p:txBody>
          <a:bodyPr/>
          <a:lstStyle>
            <a:lvl1pPr>
              <a:defRPr/>
            </a:lvl1pPr>
          </a:lstStyle>
          <a:p>
            <a:r>
              <a:rPr lang="en-US"/>
              <a:t>Click to edit Master title style</a:t>
            </a:r>
            <a:endParaRPr lang="en-US" dirty="0"/>
          </a:p>
        </p:txBody>
      </p:sp>
      <p:sp>
        <p:nvSpPr>
          <p:cNvPr id="4" name="Picture Placeholder 5">
            <a:extLst>
              <a:ext uri="{FF2B5EF4-FFF2-40B4-BE49-F238E27FC236}">
                <a16:creationId xmlns:a16="http://schemas.microsoft.com/office/drawing/2014/main" id="{8F49CB57-8D7E-6849-F18F-D1B499B8BDD4}"/>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8" name="Slide Number Placeholder 2">
            <a:extLst>
              <a:ext uri="{FF2B5EF4-FFF2-40B4-BE49-F238E27FC236}">
                <a16:creationId xmlns:a16="http://schemas.microsoft.com/office/drawing/2014/main" id="{8E6F009D-559C-C7E0-E9D0-B7ECD4426C66}"/>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
        <p:nvSpPr>
          <p:cNvPr id="9" name="Footer Placeholder 3">
            <a:extLst>
              <a:ext uri="{FF2B5EF4-FFF2-40B4-BE49-F238E27FC236}">
                <a16:creationId xmlns:a16="http://schemas.microsoft.com/office/drawing/2014/main" id="{CB748AD6-1F1E-CD58-5BC0-257D2D102055}"/>
              </a:ext>
            </a:extLst>
          </p:cNvPr>
          <p:cNvSpPr>
            <a:spLocks noGrp="1"/>
          </p:cNvSpPr>
          <p:nvPr>
            <p:ph type="ftr" sz="quarter" idx="11"/>
          </p:nvPr>
        </p:nvSpPr>
        <p:spPr>
          <a:xfrm>
            <a:off x="4230688" y="6445885"/>
            <a:ext cx="3727450" cy="411480"/>
          </a:xfr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1125243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bleed Photo, Section, Title 1">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0537925A-E224-179D-BB3F-1706366495F9}"/>
              </a:ext>
            </a:extLst>
          </p:cNvPr>
          <p:cNvSpPr>
            <a:spLocks noGrp="1"/>
          </p:cNvSpPr>
          <p:nvPr>
            <p:ph type="title"/>
          </p:nvPr>
        </p:nvSpPr>
        <p:spPr>
          <a:xfrm>
            <a:off x="323850" y="298146"/>
            <a:ext cx="11544300" cy="492443"/>
          </a:xfrm>
        </p:spPr>
        <p:txBody>
          <a:bodyPr/>
          <a:lstStyle/>
          <a:p>
            <a:r>
              <a:rPr lang="en-US"/>
              <a:t>Click to edit Master title style</a:t>
            </a:r>
            <a:endParaRPr lang="en-US" dirty="0"/>
          </a:p>
        </p:txBody>
      </p:sp>
      <p:sp>
        <p:nvSpPr>
          <p:cNvPr id="8" name="Text Placeholder 4">
            <a:extLst>
              <a:ext uri="{FF2B5EF4-FFF2-40B4-BE49-F238E27FC236}">
                <a16:creationId xmlns:a16="http://schemas.microsoft.com/office/drawing/2014/main" id="{FCEC6117-FF92-F52D-D7EC-B0F1E8C29A35}"/>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Picture Placeholder 5">
            <a:extLst>
              <a:ext uri="{FF2B5EF4-FFF2-40B4-BE49-F238E27FC236}">
                <a16:creationId xmlns:a16="http://schemas.microsoft.com/office/drawing/2014/main" id="{CCBC9908-B405-9E30-A7AA-CFAABF33A5AD}"/>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10" name="Footer Placeholder 3">
            <a:extLst>
              <a:ext uri="{FF2B5EF4-FFF2-40B4-BE49-F238E27FC236}">
                <a16:creationId xmlns:a16="http://schemas.microsoft.com/office/drawing/2014/main" id="{65174831-F906-E5E7-CE1B-82538DD4DC30}"/>
              </a:ext>
            </a:extLst>
          </p:cNvPr>
          <p:cNvSpPr>
            <a:spLocks noGrp="1"/>
          </p:cNvSpPr>
          <p:nvPr>
            <p:ph type="ftr" sz="quarter" idx="12"/>
          </p:nvPr>
        </p:nvSpPr>
        <p:spPr>
          <a:xfrm>
            <a:off x="4230688" y="6445885"/>
            <a:ext cx="3727450" cy="411480"/>
          </a:xfrm>
        </p:spPr>
        <p:txBody>
          <a:bodyPr/>
          <a:lstStyle/>
          <a:p>
            <a:pPr defTabSz="814318">
              <a:defRPr/>
            </a:pPr>
            <a:r>
              <a:rPr lang="en-US"/>
              <a:t>Session ID: BRKSEC-XXXX</a:t>
            </a:r>
            <a:endParaRPr lang="en-US" dirty="0"/>
          </a:p>
        </p:txBody>
      </p:sp>
      <p:sp>
        <p:nvSpPr>
          <p:cNvPr id="11" name="Slide Number Placeholder 2">
            <a:extLst>
              <a:ext uri="{FF2B5EF4-FFF2-40B4-BE49-F238E27FC236}">
                <a16:creationId xmlns:a16="http://schemas.microsoft.com/office/drawing/2014/main" id="{6ED973B4-18A6-0449-8848-CAD4466A1C2A}"/>
              </a:ext>
            </a:extLst>
          </p:cNvPr>
          <p:cNvSpPr>
            <a:spLocks noGrp="1"/>
          </p:cNvSpPr>
          <p:nvPr>
            <p:ph type="sldNum" sz="quarter" idx="10"/>
          </p:nvPr>
        </p:nvSpPr>
        <p:spPr>
          <a:xfrm>
            <a:off x="9115425" y="6448929"/>
            <a:ext cx="1773238" cy="411480"/>
          </a:xfr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506758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F1EB2572-4EE3-548E-0522-F4F14EB685F8}"/>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6" name="Title 2">
            <a:extLst>
              <a:ext uri="{FF2B5EF4-FFF2-40B4-BE49-F238E27FC236}">
                <a16:creationId xmlns:a16="http://schemas.microsoft.com/office/drawing/2014/main" id="{957D5EE5-5658-4B01-18A2-31D3A90BAB02}"/>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7" name="Footer Placeholder 3">
            <a:extLst>
              <a:ext uri="{FF2B5EF4-FFF2-40B4-BE49-F238E27FC236}">
                <a16:creationId xmlns:a16="http://schemas.microsoft.com/office/drawing/2014/main" id="{CAB6E999-D1A6-F592-75ED-0438E54F1EC0}"/>
              </a:ext>
            </a:extLst>
          </p:cNvPr>
          <p:cNvSpPr>
            <a:spLocks noGrp="1"/>
          </p:cNvSpPr>
          <p:nvPr>
            <p:ph type="ftr" sz="quarter" idx="13"/>
          </p:nvPr>
        </p:nvSpPr>
        <p:spPr>
          <a:xfrm>
            <a:off x="4230688" y="6445885"/>
            <a:ext cx="3727450" cy="411480"/>
          </a:xfrm>
        </p:spPr>
        <p:txBody>
          <a:bodyPr/>
          <a:lstStyle/>
          <a:p>
            <a:pPr defTabSz="814318">
              <a:defRPr/>
            </a:pPr>
            <a:r>
              <a:rPr lang="en-US"/>
              <a:t>Session ID: BRKSEC-XXXX</a:t>
            </a:r>
            <a:endParaRPr lang="en-US" dirty="0"/>
          </a:p>
        </p:txBody>
      </p:sp>
      <p:sp>
        <p:nvSpPr>
          <p:cNvPr id="8" name="Slide Number Placeholder 4">
            <a:extLst>
              <a:ext uri="{FF2B5EF4-FFF2-40B4-BE49-F238E27FC236}">
                <a16:creationId xmlns:a16="http://schemas.microsoft.com/office/drawing/2014/main" id="{2F67EE3E-6A5B-D55B-0AF4-BF18E8C7C40D}"/>
              </a:ext>
            </a:extLst>
          </p:cNvPr>
          <p:cNvSpPr>
            <a:spLocks noGrp="1"/>
          </p:cNvSpPr>
          <p:nvPr>
            <p:ph type="sldNum" sz="quarter" idx="14"/>
          </p:nvPr>
        </p:nvSpPr>
        <p:spPr>
          <a:xfrm>
            <a:off x="9115425" y="6448929"/>
            <a:ext cx="1773238" cy="411480"/>
          </a:xfr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4141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228A6B23-B233-2D03-AE02-2FDEE10C9963}"/>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6" name="Title 2">
            <a:extLst>
              <a:ext uri="{FF2B5EF4-FFF2-40B4-BE49-F238E27FC236}">
                <a16:creationId xmlns:a16="http://schemas.microsoft.com/office/drawing/2014/main" id="{2A95D1FD-87D0-4164-AB5B-E247504C50DA}"/>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7" name="Footer Placeholder 4">
            <a:extLst>
              <a:ext uri="{FF2B5EF4-FFF2-40B4-BE49-F238E27FC236}">
                <a16:creationId xmlns:a16="http://schemas.microsoft.com/office/drawing/2014/main" id="{076C9B7E-CA9C-057B-E575-C2160FE51E65}"/>
              </a:ext>
            </a:extLst>
          </p:cNvPr>
          <p:cNvSpPr>
            <a:spLocks noGrp="1"/>
          </p:cNvSpPr>
          <p:nvPr>
            <p:ph type="ftr" sz="quarter" idx="14"/>
          </p:nvPr>
        </p:nvSpPr>
        <p:spPr>
          <a:xfrm>
            <a:off x="4230688" y="6445885"/>
            <a:ext cx="3727450" cy="411480"/>
          </a:xfrm>
        </p:spPr>
        <p:txBody>
          <a:bodyPr/>
          <a:lstStyle/>
          <a:p>
            <a:pPr defTabSz="814318">
              <a:defRPr/>
            </a:pPr>
            <a:r>
              <a:rPr lang="en-US"/>
              <a:t>Session ID: BRKSEC-XXXX</a:t>
            </a:r>
            <a:endParaRPr lang="en-US" dirty="0"/>
          </a:p>
        </p:txBody>
      </p:sp>
      <p:sp>
        <p:nvSpPr>
          <p:cNvPr id="8" name="Slide Number Placeholder 6">
            <a:extLst>
              <a:ext uri="{FF2B5EF4-FFF2-40B4-BE49-F238E27FC236}">
                <a16:creationId xmlns:a16="http://schemas.microsoft.com/office/drawing/2014/main" id="{78FDE5CC-F464-B9DE-BE3E-C9C89F53AEB0}"/>
              </a:ext>
            </a:extLst>
          </p:cNvPr>
          <p:cNvSpPr>
            <a:spLocks noGrp="1"/>
          </p:cNvSpPr>
          <p:nvPr>
            <p:ph type="sldNum" sz="quarter" idx="15"/>
          </p:nvPr>
        </p:nvSpPr>
        <p:spPr>
          <a:xfrm>
            <a:off x="9115425" y="6448929"/>
            <a:ext cx="1773238" cy="411480"/>
          </a:xfr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52618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B5ED6A7A-5F5E-D9F0-9686-4A70841112E4}"/>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6" name="Text Placeholder 3">
            <a:extLst>
              <a:ext uri="{FF2B5EF4-FFF2-40B4-BE49-F238E27FC236}">
                <a16:creationId xmlns:a16="http://schemas.microsoft.com/office/drawing/2014/main" id="{BF429E7A-5593-B61C-0C9D-D7A8800F2261}"/>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7" name="Title 2">
            <a:extLst>
              <a:ext uri="{FF2B5EF4-FFF2-40B4-BE49-F238E27FC236}">
                <a16:creationId xmlns:a16="http://schemas.microsoft.com/office/drawing/2014/main" id="{599E31CA-D5F7-6E09-76D0-73EF005FE2B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ED5D8A57-B5C0-F960-AE17-C5992ED9D2B2}"/>
              </a:ext>
            </a:extLst>
          </p:cNvPr>
          <p:cNvSpPr>
            <a:spLocks noGrp="1"/>
          </p:cNvSpPr>
          <p:nvPr>
            <p:ph type="ftr" sz="quarter" idx="14"/>
          </p:nvPr>
        </p:nvSpPr>
        <p:spPr>
          <a:xfrm>
            <a:off x="4230688" y="6445885"/>
            <a:ext cx="3727450" cy="411480"/>
          </a:xfrm>
        </p:spPr>
        <p:txBody>
          <a:bodyPr/>
          <a:lstStyle/>
          <a:p>
            <a:pPr defTabSz="814318">
              <a:defRPr/>
            </a:pPr>
            <a:r>
              <a:rPr lang="en-US"/>
              <a:t>Session ID: BRKSEC-XXXX</a:t>
            </a:r>
            <a:endParaRPr lang="en-US" dirty="0"/>
          </a:p>
        </p:txBody>
      </p:sp>
      <p:sp>
        <p:nvSpPr>
          <p:cNvPr id="9" name="Slide Number Placeholder 6">
            <a:extLst>
              <a:ext uri="{FF2B5EF4-FFF2-40B4-BE49-F238E27FC236}">
                <a16:creationId xmlns:a16="http://schemas.microsoft.com/office/drawing/2014/main" id="{80E29522-262F-B1C6-404A-5B8F60B842EB}"/>
              </a:ext>
            </a:extLst>
          </p:cNvPr>
          <p:cNvSpPr>
            <a:spLocks noGrp="1"/>
          </p:cNvSpPr>
          <p:nvPr>
            <p:ph type="sldNum" sz="quarter" idx="15"/>
          </p:nvPr>
        </p:nvSpPr>
        <p:spPr>
          <a:xfrm>
            <a:off x="9115425" y="6448929"/>
            <a:ext cx="1773238" cy="411480"/>
          </a:xfr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96890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a:prstGeom prst="rect">
            <a:avLst/>
          </a:prstGeo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a:prstGeom prst="rect">
            <a:avLst/>
          </a:prstGeo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6525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7937"/>
            <a:ext cx="12192000" cy="4675188"/>
          </a:xfrm>
          <a:prstGeom prst="roundRect">
            <a:avLst>
              <a:gd name="adj" fmla="val 0"/>
            </a:avLst>
          </a:prstGeom>
          <a:solidFill>
            <a:schemeClr val="bg1">
              <a:alpha val="10000"/>
            </a:schemeClr>
          </a:solidFill>
        </p:spPr>
        <p:txBody>
          <a:bodyPr vert="horz" lIns="0" tIns="137160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a:prstGeom prst="rect">
            <a:avLst/>
          </a:prstGeo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a:prstGeom prst="rect">
            <a:avLst/>
          </a:prstGeo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86049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gradFill flip="none" rotWithShape="1">
              <a:gsLst>
                <a:gs pos="0">
                  <a:schemeClr val="accent1"/>
                </a:gs>
                <a:gs pos="100000">
                  <a:schemeClr val="accent2"/>
                </a:gs>
              </a:gsLst>
              <a:lin ang="2700000" scaled="1"/>
              <a:tileRect/>
            </a:gra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a:prstGeom prst="rect">
            <a:avLst/>
          </a:prstGeo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a:prstGeom prst="rect">
            <a:avLst/>
          </a:prstGeo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2290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accent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a:prstGeom prst="rect">
            <a:avLst/>
          </a:prstGeo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a:prstGeom prst="rect">
            <a:avLst/>
          </a:prstGeo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77775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a:prstGeom prst="rect">
            <a:avLst/>
          </a:prstGeo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a:prstGeom prst="rect">
            <a:avLst/>
          </a:prstGeo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0138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a:prstGeom prst="rect">
            <a:avLst/>
          </a:prstGeo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a:prstGeom prst="rect">
            <a:avLst/>
          </a:prstGeo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27294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2311798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a:xfrm>
            <a:off x="323850" y="298146"/>
            <a:ext cx="11544300" cy="492443"/>
          </a:xfrm>
          <a:prstGeom prst="rect">
            <a:avLst/>
          </a:prstGeom>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a:prstGeom prst="rect">
            <a:avLst/>
          </a:prstGeo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a:prstGeom prst="rect">
            <a:avLst/>
          </a:prstGeo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913533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a:xfrm>
            <a:off x="323850" y="298146"/>
            <a:ext cx="11544300" cy="492443"/>
          </a:xfrm>
          <a:prstGeom prst="rect">
            <a:avLst/>
          </a:prstGeom>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a:prstGeom prst="rect">
            <a:avLst/>
          </a:prstGeo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a:prstGeom prst="rect">
            <a:avLst/>
          </a:prstGeo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85471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a:prstGeom prst="rect">
            <a:avLst/>
          </a:prstGeo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a:prstGeom prst="rect">
            <a:avLst/>
          </a:prstGeo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611615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a:prstGeom prst="rect">
            <a:avLst/>
          </a:prstGeo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a:prstGeom prst="rect">
            <a:avLst/>
          </a:prstGeo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8431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a:prstGeom prst="rect">
            <a:avLst/>
          </a:prstGeo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a:prstGeom prst="rect">
            <a:avLst/>
          </a:prstGeo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19249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gu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a:prstGeom prst="rect">
            <a:avLst/>
          </a:prstGeo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694528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Segu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a:prstGeom prst="rect">
            <a:avLst/>
          </a:prstGeo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175310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gu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a:prstGeom prst="rect">
            <a:avLst/>
          </a:prstGeo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443240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egue 4">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235825" cy="1868487"/>
          </a:xfrm>
          <a:prstGeom prst="rect">
            <a:avLst/>
          </a:prstGeo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83068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hank you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44601"/>
            <a:ext cx="10888663" cy="436721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a:prstGeom prst="rect">
            <a:avLst/>
          </a:prstGeom>
        </p:spPr>
        <p:txBody>
          <a:bodyPr anchor="ctr" anchorCtr="0"/>
          <a:lstStyle>
            <a:lvl1pPr>
              <a:defRPr/>
            </a:lvl1pPr>
          </a:lstStyle>
          <a:p>
            <a:r>
              <a:rPr lang="en-US" dirty="0"/>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44480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hank you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a:prstGeom prst="rect">
            <a:avLst/>
          </a:prstGeom>
        </p:spPr>
        <p:txBody>
          <a:bodyPr anchor="ctr" anchorCtr="0"/>
          <a:lstStyle>
            <a:lvl1pPr>
              <a:defRPr/>
            </a:lvl1pPr>
          </a:lstStyle>
          <a:p>
            <a:r>
              <a:rPr lang="en-US" dirty="0"/>
              <a:t>Thank you</a:t>
            </a:r>
          </a:p>
        </p:txBody>
      </p:sp>
    </p:spTree>
    <p:extLst>
      <p:ext uri="{BB962C8B-B14F-4D97-AF65-F5344CB8AC3E}">
        <p14:creationId xmlns:p14="http://schemas.microsoft.com/office/powerpoint/2010/main" val="10177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Closing 1">
    <p:spTree>
      <p:nvGrpSpPr>
        <p:cNvPr id="1" name=""/>
        <p:cNvGrpSpPr/>
        <p:nvPr/>
      </p:nvGrpSpPr>
      <p:grpSpPr>
        <a:xfrm>
          <a:off x="0" y="0"/>
          <a:ext cx="0" cy="0"/>
          <a:chOff x="0" y="0"/>
          <a:chExt cx="0" cy="0"/>
        </a:xfrm>
      </p:grpSpPr>
      <p:grpSp>
        <p:nvGrpSpPr>
          <p:cNvPr id="3" name="Graphic 2" descr="Cisco logo">
            <a:extLst>
              <a:ext uri="{FF2B5EF4-FFF2-40B4-BE49-F238E27FC236}">
                <a16:creationId xmlns:a16="http://schemas.microsoft.com/office/drawing/2014/main" id="{9A32CA38-C4CF-D4BC-78F1-F151F8F9799C}"/>
              </a:ext>
            </a:extLst>
          </p:cNvPr>
          <p:cNvGrpSpPr>
            <a:grpSpLocks noChangeAspect="1"/>
          </p:cNvGrpSpPr>
          <p:nvPr userDrawn="1"/>
        </p:nvGrpSpPr>
        <p:grpSpPr>
          <a:xfrm>
            <a:off x="5487122" y="2978332"/>
            <a:ext cx="1217756" cy="640080"/>
            <a:chOff x="7202835" y="2919593"/>
            <a:chExt cx="1014444" cy="533215"/>
          </a:xfrm>
          <a:solidFill>
            <a:schemeClr val="bg1"/>
          </a:solidFill>
        </p:grpSpPr>
        <p:sp>
          <p:nvSpPr>
            <p:cNvPr id="4" name="Freeform 24">
              <a:extLst>
                <a:ext uri="{FF2B5EF4-FFF2-40B4-BE49-F238E27FC236}">
                  <a16:creationId xmlns:a16="http://schemas.microsoft.com/office/drawing/2014/main" id="{0848F511-CD0C-4E21-1411-CA7D0F6E3A43}"/>
                </a:ext>
              </a:extLst>
            </p:cNvPr>
            <p:cNvSpPr/>
            <p:nvPr/>
          </p:nvSpPr>
          <p:spPr>
            <a:xfrm>
              <a:off x="7489875" y="3273956"/>
              <a:ext cx="44467" cy="175170"/>
            </a:xfrm>
            <a:custGeom>
              <a:avLst/>
              <a:gdLst>
                <a:gd name="connsiteX0" fmla="*/ 0 w 44467"/>
                <a:gd name="connsiteY0" fmla="*/ 0 h 175170"/>
                <a:gd name="connsiteX1" fmla="*/ 44467 w 44467"/>
                <a:gd name="connsiteY1" fmla="*/ 0 h 175170"/>
                <a:gd name="connsiteX2" fmla="*/ 44467 w 44467"/>
                <a:gd name="connsiteY2" fmla="*/ 175170 h 175170"/>
                <a:gd name="connsiteX3" fmla="*/ 0 w 44467"/>
                <a:gd name="connsiteY3" fmla="*/ 175170 h 175170"/>
              </a:gdLst>
              <a:ahLst/>
              <a:cxnLst>
                <a:cxn ang="0">
                  <a:pos x="connsiteX0" y="connsiteY0"/>
                </a:cxn>
                <a:cxn ang="0">
                  <a:pos x="connsiteX1" y="connsiteY1"/>
                </a:cxn>
                <a:cxn ang="0">
                  <a:pos x="connsiteX2" y="connsiteY2"/>
                </a:cxn>
                <a:cxn ang="0">
                  <a:pos x="connsiteX3" y="connsiteY3"/>
                </a:cxn>
              </a:cxnLst>
              <a:rect l="l" t="t" r="r" b="b"/>
              <a:pathLst>
                <a:path w="44467" h="175170">
                  <a:moveTo>
                    <a:pt x="0" y="0"/>
                  </a:moveTo>
                  <a:lnTo>
                    <a:pt x="44467" y="0"/>
                  </a:lnTo>
                  <a:lnTo>
                    <a:pt x="44467" y="175170"/>
                  </a:lnTo>
                  <a:lnTo>
                    <a:pt x="0" y="175170"/>
                  </a:lnTo>
                  <a:close/>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5" name="Freeform 25">
              <a:extLst>
                <a:ext uri="{FF2B5EF4-FFF2-40B4-BE49-F238E27FC236}">
                  <a16:creationId xmlns:a16="http://schemas.microsoft.com/office/drawing/2014/main" id="{CE7BD058-D0FF-047D-F5E7-7A0A610E086D}"/>
                </a:ext>
              </a:extLst>
            </p:cNvPr>
            <p:cNvSpPr/>
            <p:nvPr/>
          </p:nvSpPr>
          <p:spPr>
            <a:xfrm>
              <a:off x="7758493" y="3270889"/>
              <a:ext cx="134399" cy="181394"/>
            </a:xfrm>
            <a:custGeom>
              <a:avLst/>
              <a:gdLst>
                <a:gd name="connsiteX0" fmla="*/ 0 w 134399"/>
                <a:gd name="connsiteY0" fmla="*/ 90652 h 181394"/>
                <a:gd name="connsiteX1" fmla="*/ 93835 w 134399"/>
                <a:gd name="connsiteY1" fmla="*/ 181394 h 181394"/>
                <a:gd name="connsiteX2" fmla="*/ 134400 w 134399"/>
                <a:gd name="connsiteY2" fmla="*/ 175170 h 181394"/>
                <a:gd name="connsiteX3" fmla="*/ 134400 w 134399"/>
                <a:gd name="connsiteY3" fmla="*/ 128176 h 181394"/>
                <a:gd name="connsiteX4" fmla="*/ 97011 w 134399"/>
                <a:gd name="connsiteY4" fmla="*/ 137196 h 181394"/>
                <a:gd name="connsiteX5" fmla="*/ 50003 w 134399"/>
                <a:gd name="connsiteY5" fmla="*/ 90472 h 181394"/>
                <a:gd name="connsiteX6" fmla="*/ 97011 w 134399"/>
                <a:gd name="connsiteY6" fmla="*/ 43747 h 181394"/>
                <a:gd name="connsiteX7" fmla="*/ 134400 w 134399"/>
                <a:gd name="connsiteY7" fmla="*/ 52768 h 181394"/>
                <a:gd name="connsiteX8" fmla="*/ 134400 w 134399"/>
                <a:gd name="connsiteY8" fmla="*/ 6314 h 181394"/>
                <a:gd name="connsiteX9" fmla="*/ 93835 w 134399"/>
                <a:gd name="connsiteY9" fmla="*/ 0 h 181394"/>
                <a:gd name="connsiteX10" fmla="*/ 0 w 134399"/>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99" h="181394">
                  <a:moveTo>
                    <a:pt x="0" y="90652"/>
                  </a:moveTo>
                  <a:cubicBezTo>
                    <a:pt x="0" y="147118"/>
                    <a:pt x="43832" y="181394"/>
                    <a:pt x="93835" y="181394"/>
                  </a:cubicBezTo>
                  <a:cubicBezTo>
                    <a:pt x="107583" y="181261"/>
                    <a:pt x="121250" y="179165"/>
                    <a:pt x="134400" y="175170"/>
                  </a:cubicBezTo>
                  <a:lnTo>
                    <a:pt x="134400" y="128176"/>
                  </a:lnTo>
                  <a:cubicBezTo>
                    <a:pt x="122893" y="134240"/>
                    <a:pt x="110034" y="137341"/>
                    <a:pt x="97011" y="137196"/>
                  </a:cubicBezTo>
                  <a:cubicBezTo>
                    <a:pt x="71048" y="137196"/>
                    <a:pt x="50003" y="116276"/>
                    <a:pt x="50003" y="90472"/>
                  </a:cubicBezTo>
                  <a:cubicBezTo>
                    <a:pt x="50003" y="64667"/>
                    <a:pt x="71048" y="43747"/>
                    <a:pt x="97011" y="43747"/>
                  </a:cubicBezTo>
                  <a:cubicBezTo>
                    <a:pt x="110034" y="43598"/>
                    <a:pt x="122893" y="46700"/>
                    <a:pt x="134400" y="52768"/>
                  </a:cubicBezTo>
                  <a:lnTo>
                    <a:pt x="134400" y="6314"/>
                  </a:lnTo>
                  <a:cubicBezTo>
                    <a:pt x="121287" y="2146"/>
                    <a:pt x="107602" y="15"/>
                    <a:pt x="93835" y="0"/>
                  </a:cubicBezTo>
                  <a:cubicBezTo>
                    <a:pt x="39385" y="0"/>
                    <a:pt x="0" y="38335"/>
                    <a:pt x="0"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6" name="Freeform 26">
              <a:extLst>
                <a:ext uri="{FF2B5EF4-FFF2-40B4-BE49-F238E27FC236}">
                  <a16:creationId xmlns:a16="http://schemas.microsoft.com/office/drawing/2014/main" id="{83623A44-0F0F-1370-66F6-0846CAF90985}"/>
                </a:ext>
              </a:extLst>
            </p:cNvPr>
            <p:cNvSpPr/>
            <p:nvPr/>
          </p:nvSpPr>
          <p:spPr>
            <a:xfrm>
              <a:off x="7294401" y="3270889"/>
              <a:ext cx="134581" cy="181394"/>
            </a:xfrm>
            <a:custGeom>
              <a:avLst/>
              <a:gdLst>
                <a:gd name="connsiteX0" fmla="*/ 0 w 134581"/>
                <a:gd name="connsiteY0" fmla="*/ 90652 h 181394"/>
                <a:gd name="connsiteX1" fmla="*/ 93926 w 134581"/>
                <a:gd name="connsiteY1" fmla="*/ 181394 h 181394"/>
                <a:gd name="connsiteX2" fmla="*/ 134581 w 134581"/>
                <a:gd name="connsiteY2" fmla="*/ 175170 h 181394"/>
                <a:gd name="connsiteX3" fmla="*/ 134581 w 134581"/>
                <a:gd name="connsiteY3" fmla="*/ 128176 h 181394"/>
                <a:gd name="connsiteX4" fmla="*/ 97193 w 134581"/>
                <a:gd name="connsiteY4" fmla="*/ 137196 h 181394"/>
                <a:gd name="connsiteX5" fmla="*/ 50184 w 134581"/>
                <a:gd name="connsiteY5" fmla="*/ 90472 h 181394"/>
                <a:gd name="connsiteX6" fmla="*/ 97193 w 134581"/>
                <a:gd name="connsiteY6" fmla="*/ 43747 h 181394"/>
                <a:gd name="connsiteX7" fmla="*/ 134581 w 134581"/>
                <a:gd name="connsiteY7" fmla="*/ 52768 h 181394"/>
                <a:gd name="connsiteX8" fmla="*/ 134581 w 134581"/>
                <a:gd name="connsiteY8" fmla="*/ 6314 h 181394"/>
                <a:gd name="connsiteX9" fmla="*/ 93926 w 134581"/>
                <a:gd name="connsiteY9" fmla="*/ 0 h 181394"/>
                <a:gd name="connsiteX10" fmla="*/ 181 w 134581"/>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581" h="181394">
                  <a:moveTo>
                    <a:pt x="0" y="90652"/>
                  </a:moveTo>
                  <a:cubicBezTo>
                    <a:pt x="0" y="147118"/>
                    <a:pt x="43832" y="181394"/>
                    <a:pt x="93926" y="181394"/>
                  </a:cubicBezTo>
                  <a:cubicBezTo>
                    <a:pt x="107708" y="181268"/>
                    <a:pt x="121400" y="179172"/>
                    <a:pt x="134581" y="175170"/>
                  </a:cubicBezTo>
                  <a:lnTo>
                    <a:pt x="134581" y="128176"/>
                  </a:lnTo>
                  <a:cubicBezTo>
                    <a:pt x="123065" y="134222"/>
                    <a:pt x="110216" y="137322"/>
                    <a:pt x="97193" y="137196"/>
                  </a:cubicBezTo>
                  <a:cubicBezTo>
                    <a:pt x="71231" y="137196"/>
                    <a:pt x="50184" y="116276"/>
                    <a:pt x="50184" y="90472"/>
                  </a:cubicBezTo>
                  <a:cubicBezTo>
                    <a:pt x="50184" y="64667"/>
                    <a:pt x="71231" y="43747"/>
                    <a:pt x="97193" y="43747"/>
                  </a:cubicBezTo>
                  <a:cubicBezTo>
                    <a:pt x="110217" y="43613"/>
                    <a:pt x="123068" y="46714"/>
                    <a:pt x="134581" y="52768"/>
                  </a:cubicBezTo>
                  <a:lnTo>
                    <a:pt x="134581" y="6314"/>
                  </a:lnTo>
                  <a:cubicBezTo>
                    <a:pt x="121434" y="2159"/>
                    <a:pt x="107722" y="30"/>
                    <a:pt x="93926" y="0"/>
                  </a:cubicBezTo>
                  <a:cubicBezTo>
                    <a:pt x="39476" y="0"/>
                    <a:pt x="181" y="38335"/>
                    <a:pt x="181"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7" name="Freeform 27">
              <a:extLst>
                <a:ext uri="{FF2B5EF4-FFF2-40B4-BE49-F238E27FC236}">
                  <a16:creationId xmlns:a16="http://schemas.microsoft.com/office/drawing/2014/main" id="{8ABAB402-379C-A6D8-AF39-B22717AC8652}"/>
                </a:ext>
              </a:extLst>
            </p:cNvPr>
            <p:cNvSpPr/>
            <p:nvPr/>
          </p:nvSpPr>
          <p:spPr>
            <a:xfrm>
              <a:off x="7943079" y="3270861"/>
              <a:ext cx="182591" cy="181947"/>
            </a:xfrm>
            <a:custGeom>
              <a:avLst/>
              <a:gdLst>
                <a:gd name="connsiteX0" fmla="*/ 89568 w 182591"/>
                <a:gd name="connsiteY0" fmla="*/ 137224 h 181947"/>
                <a:gd name="connsiteX1" fmla="*/ 42832 w 182591"/>
                <a:gd name="connsiteY1" fmla="*/ 91494 h 181947"/>
                <a:gd name="connsiteX2" fmla="*/ 88842 w 182591"/>
                <a:gd name="connsiteY2" fmla="*/ 45041 h 181947"/>
                <a:gd name="connsiteX3" fmla="*/ 135578 w 182591"/>
                <a:gd name="connsiteY3" fmla="*/ 90772 h 181947"/>
                <a:gd name="connsiteX4" fmla="*/ 135578 w 182591"/>
                <a:gd name="connsiteY4" fmla="*/ 91131 h 181947"/>
                <a:gd name="connsiteX5" fmla="*/ 91220 w 182591"/>
                <a:gd name="connsiteY5" fmla="*/ 137218 h 181947"/>
                <a:gd name="connsiteX6" fmla="*/ 89568 w 182591"/>
                <a:gd name="connsiteY6" fmla="*/ 137224 h 181947"/>
                <a:gd name="connsiteX7" fmla="*/ 89568 w 182591"/>
                <a:gd name="connsiteY7" fmla="*/ 479 h 181947"/>
                <a:gd name="connsiteX8" fmla="*/ 17 w 182591"/>
                <a:gd name="connsiteY8" fmla="*/ 92919 h 181947"/>
                <a:gd name="connsiteX9" fmla="*/ 93017 w 182591"/>
                <a:gd name="connsiteY9" fmla="*/ 181931 h 181947"/>
                <a:gd name="connsiteX10" fmla="*/ 182586 w 182591"/>
                <a:gd name="connsiteY10" fmla="*/ 91131 h 181947"/>
                <a:gd name="connsiteX11" fmla="*/ 92781 w 182591"/>
                <a:gd name="connsiteY11" fmla="*/ 5 h 181947"/>
                <a:gd name="connsiteX12" fmla="*/ 89568 w 182591"/>
                <a:gd name="connsiteY12" fmla="*/ 28 h 18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91" h="181947">
                  <a:moveTo>
                    <a:pt x="89568" y="137224"/>
                  </a:moveTo>
                  <a:cubicBezTo>
                    <a:pt x="63959" y="137423"/>
                    <a:pt x="43032" y="116949"/>
                    <a:pt x="42832" y="91494"/>
                  </a:cubicBezTo>
                  <a:cubicBezTo>
                    <a:pt x="42633" y="66038"/>
                    <a:pt x="63233" y="45241"/>
                    <a:pt x="88842" y="45041"/>
                  </a:cubicBezTo>
                  <a:cubicBezTo>
                    <a:pt x="114452" y="44842"/>
                    <a:pt x="135378" y="65317"/>
                    <a:pt x="135578" y="90772"/>
                  </a:cubicBezTo>
                  <a:cubicBezTo>
                    <a:pt x="135578" y="90891"/>
                    <a:pt x="135578" y="91011"/>
                    <a:pt x="135578" y="91131"/>
                  </a:cubicBezTo>
                  <a:cubicBezTo>
                    <a:pt x="136132" y="116033"/>
                    <a:pt x="116267" y="136667"/>
                    <a:pt x="91220" y="137218"/>
                  </a:cubicBezTo>
                  <a:cubicBezTo>
                    <a:pt x="90666" y="137229"/>
                    <a:pt x="90122" y="137232"/>
                    <a:pt x="89568" y="137224"/>
                  </a:cubicBezTo>
                  <a:moveTo>
                    <a:pt x="89568" y="479"/>
                  </a:moveTo>
                  <a:cubicBezTo>
                    <a:pt x="39157" y="1425"/>
                    <a:pt x="-936" y="42812"/>
                    <a:pt x="17" y="92919"/>
                  </a:cubicBezTo>
                  <a:cubicBezTo>
                    <a:pt x="969" y="143026"/>
                    <a:pt x="42605" y="182877"/>
                    <a:pt x="93017" y="181931"/>
                  </a:cubicBezTo>
                  <a:cubicBezTo>
                    <a:pt x="142784" y="180997"/>
                    <a:pt x="182623" y="140607"/>
                    <a:pt x="182586" y="91131"/>
                  </a:cubicBezTo>
                  <a:cubicBezTo>
                    <a:pt x="183104" y="41317"/>
                    <a:pt x="142893" y="519"/>
                    <a:pt x="92781" y="5"/>
                  </a:cubicBezTo>
                  <a:cubicBezTo>
                    <a:pt x="91710" y="-6"/>
                    <a:pt x="90639" y="1"/>
                    <a:pt x="89568" y="28"/>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8" name="Freeform 28">
              <a:extLst>
                <a:ext uri="{FF2B5EF4-FFF2-40B4-BE49-F238E27FC236}">
                  <a16:creationId xmlns:a16="http://schemas.microsoft.com/office/drawing/2014/main" id="{A0F49F63-D861-23D0-7A32-6898EA38AA9E}"/>
                </a:ext>
              </a:extLst>
            </p:cNvPr>
            <p:cNvSpPr/>
            <p:nvPr/>
          </p:nvSpPr>
          <p:spPr>
            <a:xfrm>
              <a:off x="7593692" y="3270799"/>
              <a:ext cx="121059" cy="181484"/>
            </a:xfrm>
            <a:custGeom>
              <a:avLst/>
              <a:gdLst>
                <a:gd name="connsiteX0" fmla="*/ 79678 w 121059"/>
                <a:gd name="connsiteY0" fmla="*/ 72612 h 181484"/>
                <a:gd name="connsiteX1" fmla="*/ 67427 w 121059"/>
                <a:gd name="connsiteY1" fmla="*/ 68733 h 181484"/>
                <a:gd name="connsiteX2" fmla="*/ 47099 w 121059"/>
                <a:gd name="connsiteY2" fmla="*/ 52046 h 181484"/>
                <a:gd name="connsiteX3" fmla="*/ 74324 w 121059"/>
                <a:gd name="connsiteY3" fmla="*/ 37614 h 181484"/>
                <a:gd name="connsiteX4" fmla="*/ 109081 w 121059"/>
                <a:gd name="connsiteY4" fmla="*/ 43026 h 181484"/>
                <a:gd name="connsiteX5" fmla="*/ 109081 w 121059"/>
                <a:gd name="connsiteY5" fmla="*/ 5592 h 181484"/>
                <a:gd name="connsiteX6" fmla="*/ 65703 w 121059"/>
                <a:gd name="connsiteY6" fmla="*/ 0 h 181484"/>
                <a:gd name="connsiteX7" fmla="*/ 0 w 121059"/>
                <a:gd name="connsiteY7" fmla="*/ 54752 h 181484"/>
                <a:gd name="connsiteX8" fmla="*/ 45375 w 121059"/>
                <a:gd name="connsiteY8" fmla="*/ 105986 h 181484"/>
                <a:gd name="connsiteX9" fmla="*/ 54994 w 121059"/>
                <a:gd name="connsiteY9" fmla="*/ 109143 h 181484"/>
                <a:gd name="connsiteX10" fmla="*/ 74778 w 121059"/>
                <a:gd name="connsiteY10" fmla="*/ 126462 h 181484"/>
                <a:gd name="connsiteX11" fmla="*/ 42471 w 121059"/>
                <a:gd name="connsiteY11" fmla="*/ 142878 h 181484"/>
                <a:gd name="connsiteX12" fmla="*/ 454 w 121059"/>
                <a:gd name="connsiteY12" fmla="*/ 136384 h 181484"/>
                <a:gd name="connsiteX13" fmla="*/ 454 w 121059"/>
                <a:gd name="connsiteY13" fmla="*/ 176704 h 181484"/>
                <a:gd name="connsiteX14" fmla="*/ 48460 w 121059"/>
                <a:gd name="connsiteY14" fmla="*/ 181484 h 181484"/>
                <a:gd name="connsiteX15" fmla="*/ 121060 w 121059"/>
                <a:gd name="connsiteY15" fmla="*/ 122673 h 181484"/>
                <a:gd name="connsiteX16" fmla="*/ 79043 w 121059"/>
                <a:gd name="connsiteY16" fmla="*/ 72612 h 18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059" h="181484">
                  <a:moveTo>
                    <a:pt x="79678" y="72612"/>
                  </a:moveTo>
                  <a:lnTo>
                    <a:pt x="67427" y="68733"/>
                  </a:lnTo>
                  <a:cubicBezTo>
                    <a:pt x="60167" y="66388"/>
                    <a:pt x="47099" y="62690"/>
                    <a:pt x="47099" y="52046"/>
                  </a:cubicBezTo>
                  <a:cubicBezTo>
                    <a:pt x="47099" y="43567"/>
                    <a:pt x="56718" y="37614"/>
                    <a:pt x="74324" y="37614"/>
                  </a:cubicBezTo>
                  <a:cubicBezTo>
                    <a:pt x="86085" y="38079"/>
                    <a:pt x="97746" y="39896"/>
                    <a:pt x="109081" y="43026"/>
                  </a:cubicBezTo>
                  <a:lnTo>
                    <a:pt x="109081" y="5592"/>
                  </a:lnTo>
                  <a:cubicBezTo>
                    <a:pt x="94888" y="2071"/>
                    <a:pt x="80331" y="194"/>
                    <a:pt x="65703" y="0"/>
                  </a:cubicBezTo>
                  <a:cubicBezTo>
                    <a:pt x="24684" y="0"/>
                    <a:pt x="0" y="22009"/>
                    <a:pt x="0" y="54752"/>
                  </a:cubicBezTo>
                  <a:cubicBezTo>
                    <a:pt x="0" y="83797"/>
                    <a:pt x="20691" y="98229"/>
                    <a:pt x="45375" y="105986"/>
                  </a:cubicBezTo>
                  <a:cubicBezTo>
                    <a:pt x="48188" y="106888"/>
                    <a:pt x="52272" y="108151"/>
                    <a:pt x="54994" y="109143"/>
                  </a:cubicBezTo>
                  <a:cubicBezTo>
                    <a:pt x="65975" y="112571"/>
                    <a:pt x="74778" y="117622"/>
                    <a:pt x="74778" y="126462"/>
                  </a:cubicBezTo>
                  <a:cubicBezTo>
                    <a:pt x="74778" y="135301"/>
                    <a:pt x="64614" y="142878"/>
                    <a:pt x="42471" y="142878"/>
                  </a:cubicBezTo>
                  <a:cubicBezTo>
                    <a:pt x="28250" y="142457"/>
                    <a:pt x="14130" y="140275"/>
                    <a:pt x="454" y="136384"/>
                  </a:cubicBezTo>
                  <a:lnTo>
                    <a:pt x="454" y="176704"/>
                  </a:lnTo>
                  <a:cubicBezTo>
                    <a:pt x="16281" y="179724"/>
                    <a:pt x="32343" y="181324"/>
                    <a:pt x="48460" y="181484"/>
                  </a:cubicBezTo>
                  <a:cubicBezTo>
                    <a:pt x="82491" y="181484"/>
                    <a:pt x="121060" y="166691"/>
                    <a:pt x="121060" y="122673"/>
                  </a:cubicBezTo>
                  <a:cubicBezTo>
                    <a:pt x="121060" y="101296"/>
                    <a:pt x="107901" y="81632"/>
                    <a:pt x="79043" y="7261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9" name="Freeform 29">
              <a:extLst>
                <a:ext uri="{FF2B5EF4-FFF2-40B4-BE49-F238E27FC236}">
                  <a16:creationId xmlns:a16="http://schemas.microsoft.com/office/drawing/2014/main" id="{62CA1BBC-594E-0B3B-ACB5-5180E647EB68}"/>
                </a:ext>
              </a:extLst>
            </p:cNvPr>
            <p:cNvSpPr/>
            <p:nvPr/>
          </p:nvSpPr>
          <p:spPr>
            <a:xfrm>
              <a:off x="7202835" y="3063878"/>
              <a:ext cx="44194" cy="88432"/>
            </a:xfrm>
            <a:custGeom>
              <a:avLst/>
              <a:gdLst>
                <a:gd name="connsiteX0" fmla="*/ 22143 w 44194"/>
                <a:gd name="connsiteY0" fmla="*/ 0 h 88432"/>
                <a:gd name="connsiteX1" fmla="*/ 0 w 44194"/>
                <a:gd name="connsiteY1" fmla="*/ 21919 h 88432"/>
                <a:gd name="connsiteX2" fmla="*/ 0 w 44194"/>
                <a:gd name="connsiteY2" fmla="*/ 67831 h 88432"/>
                <a:gd name="connsiteX3" fmla="*/ 23514 w 44194"/>
                <a:gd name="connsiteY3" fmla="*/ 88387 h 88432"/>
                <a:gd name="connsiteX4" fmla="*/ 44195 w 44194"/>
                <a:gd name="connsiteY4" fmla="*/ 67831 h 88432"/>
                <a:gd name="connsiteX5" fmla="*/ 44195 w 44194"/>
                <a:gd name="connsiteY5" fmla="*/ 21919 h 88432"/>
                <a:gd name="connsiteX6" fmla="*/ 22143 w 44194"/>
                <a:gd name="connsiteY6" fmla="*/ 0 h 8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94" h="88432">
                  <a:moveTo>
                    <a:pt x="22143" y="0"/>
                  </a:moveTo>
                  <a:cubicBezTo>
                    <a:pt x="9949" y="0"/>
                    <a:pt x="50" y="9799"/>
                    <a:pt x="0" y="21919"/>
                  </a:cubicBezTo>
                  <a:lnTo>
                    <a:pt x="0" y="67831"/>
                  </a:lnTo>
                  <a:cubicBezTo>
                    <a:pt x="782" y="79961"/>
                    <a:pt x="11310" y="89165"/>
                    <a:pt x="23514" y="88387"/>
                  </a:cubicBezTo>
                  <a:cubicBezTo>
                    <a:pt x="34627" y="87679"/>
                    <a:pt x="43483" y="78877"/>
                    <a:pt x="44195" y="67831"/>
                  </a:cubicBezTo>
                  <a:lnTo>
                    <a:pt x="44195" y="21919"/>
                  </a:lnTo>
                  <a:cubicBezTo>
                    <a:pt x="44195" y="9813"/>
                    <a:pt x="34321" y="0"/>
                    <a:pt x="22143"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0" name="Freeform 30">
              <a:extLst>
                <a:ext uri="{FF2B5EF4-FFF2-40B4-BE49-F238E27FC236}">
                  <a16:creationId xmlns:a16="http://schemas.microsoft.com/office/drawing/2014/main" id="{51B57147-07A3-179D-3B44-669E31BA0779}"/>
                </a:ext>
              </a:extLst>
            </p:cNvPr>
            <p:cNvSpPr/>
            <p:nvPr/>
          </p:nvSpPr>
          <p:spPr>
            <a:xfrm>
              <a:off x="7324348" y="3003533"/>
              <a:ext cx="44104" cy="150094"/>
            </a:xfrm>
            <a:custGeom>
              <a:avLst/>
              <a:gdLst>
                <a:gd name="connsiteX0" fmla="*/ 22052 w 44104"/>
                <a:gd name="connsiteY0" fmla="*/ 150094 h 150094"/>
                <a:gd name="connsiteX1" fmla="*/ 44104 w 44104"/>
                <a:gd name="connsiteY1" fmla="*/ 128176 h 150094"/>
                <a:gd name="connsiteX2" fmla="*/ 44104 w 44104"/>
                <a:gd name="connsiteY2" fmla="*/ 21919 h 150094"/>
                <a:gd name="connsiteX3" fmla="*/ 22052 w 44104"/>
                <a:gd name="connsiteY3" fmla="*/ 0 h 150094"/>
                <a:gd name="connsiteX4" fmla="*/ 0 w 44104"/>
                <a:gd name="connsiteY4" fmla="*/ 21919 h 150094"/>
                <a:gd name="connsiteX5" fmla="*/ 0 w 44104"/>
                <a:gd name="connsiteY5" fmla="*/ 128176 h 150094"/>
                <a:gd name="connsiteX6" fmla="*/ 22052 w 44104"/>
                <a:gd name="connsiteY6" fmla="*/ 150094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22052" y="150094"/>
                  </a:moveTo>
                  <a:cubicBezTo>
                    <a:pt x="34231" y="150094"/>
                    <a:pt x="44104" y="140281"/>
                    <a:pt x="44104" y="128176"/>
                  </a:cubicBezTo>
                  <a:lnTo>
                    <a:pt x="44104" y="21919"/>
                  </a:lnTo>
                  <a:cubicBezTo>
                    <a:pt x="44104" y="9813"/>
                    <a:pt x="34231" y="0"/>
                    <a:pt x="22052" y="0"/>
                  </a:cubicBezTo>
                  <a:cubicBezTo>
                    <a:pt x="9873" y="0"/>
                    <a:pt x="0" y="9813"/>
                    <a:pt x="0" y="21919"/>
                  </a:cubicBezTo>
                  <a:lnTo>
                    <a:pt x="0" y="128176"/>
                  </a:lnTo>
                  <a:cubicBezTo>
                    <a:pt x="0" y="140281"/>
                    <a:pt x="9873" y="150094"/>
                    <a:pt x="22052" y="150094"/>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1" name="Freeform 31">
              <a:extLst>
                <a:ext uri="{FF2B5EF4-FFF2-40B4-BE49-F238E27FC236}">
                  <a16:creationId xmlns:a16="http://schemas.microsoft.com/office/drawing/2014/main" id="{D2F4977B-6C3A-1749-28D3-74067758D800}"/>
                </a:ext>
              </a:extLst>
            </p:cNvPr>
            <p:cNvSpPr/>
            <p:nvPr/>
          </p:nvSpPr>
          <p:spPr>
            <a:xfrm>
              <a:off x="7445589" y="2921000"/>
              <a:ext cx="44104" cy="276375"/>
            </a:xfrm>
            <a:custGeom>
              <a:avLst/>
              <a:gdLst>
                <a:gd name="connsiteX0" fmla="*/ 22052 w 44104"/>
                <a:gd name="connsiteY0" fmla="*/ 0 h 276375"/>
                <a:gd name="connsiteX1" fmla="*/ 0 w 44104"/>
                <a:gd name="connsiteY1" fmla="*/ 21919 h 276375"/>
                <a:gd name="connsiteX2" fmla="*/ 0 w 44104"/>
                <a:gd name="connsiteY2" fmla="*/ 254457 h 276375"/>
                <a:gd name="connsiteX3" fmla="*/ 22052 w 44104"/>
                <a:gd name="connsiteY3" fmla="*/ 276376 h 276375"/>
                <a:gd name="connsiteX4" fmla="*/ 44104 w 44104"/>
                <a:gd name="connsiteY4" fmla="*/ 254457 h 276375"/>
                <a:gd name="connsiteX5" fmla="*/ 44104 w 44104"/>
                <a:gd name="connsiteY5" fmla="*/ 21919 h 276375"/>
                <a:gd name="connsiteX6" fmla="*/ 22052 w 44104"/>
                <a:gd name="connsiteY6" fmla="*/ 0 h 2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276375">
                  <a:moveTo>
                    <a:pt x="22052" y="0"/>
                  </a:moveTo>
                  <a:cubicBezTo>
                    <a:pt x="9873" y="0"/>
                    <a:pt x="0" y="9813"/>
                    <a:pt x="0" y="21919"/>
                  </a:cubicBezTo>
                  <a:lnTo>
                    <a:pt x="0" y="254457"/>
                  </a:lnTo>
                  <a:cubicBezTo>
                    <a:pt x="0" y="266563"/>
                    <a:pt x="9873" y="276376"/>
                    <a:pt x="22052" y="276376"/>
                  </a:cubicBezTo>
                  <a:cubicBezTo>
                    <a:pt x="34231" y="276376"/>
                    <a:pt x="44104" y="266563"/>
                    <a:pt x="44104" y="254457"/>
                  </a:cubicBezTo>
                  <a:lnTo>
                    <a:pt x="44104" y="21919"/>
                  </a:lnTo>
                  <a:cubicBezTo>
                    <a:pt x="44104" y="9813"/>
                    <a:pt x="34231" y="0"/>
                    <a:pt x="22052"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2" name="Freeform 32">
              <a:extLst>
                <a:ext uri="{FF2B5EF4-FFF2-40B4-BE49-F238E27FC236}">
                  <a16:creationId xmlns:a16="http://schemas.microsoft.com/office/drawing/2014/main" id="{7539BE40-6861-0AFB-E72A-25B2630122C7}"/>
                </a:ext>
              </a:extLst>
            </p:cNvPr>
            <p:cNvSpPr/>
            <p:nvPr/>
          </p:nvSpPr>
          <p:spPr>
            <a:xfrm>
              <a:off x="7566921" y="3003533"/>
              <a:ext cx="44104" cy="150094"/>
            </a:xfrm>
            <a:custGeom>
              <a:avLst/>
              <a:gdLst>
                <a:gd name="connsiteX0" fmla="*/ 44104 w 44104"/>
                <a:gd name="connsiteY0" fmla="*/ 128176 h 150094"/>
                <a:gd name="connsiteX1" fmla="*/ 44104 w 44104"/>
                <a:gd name="connsiteY1" fmla="*/ 21919 h 150094"/>
                <a:gd name="connsiteX2" fmla="*/ 22052 w 44104"/>
                <a:gd name="connsiteY2" fmla="*/ 0 h 150094"/>
                <a:gd name="connsiteX3" fmla="*/ 0 w 44104"/>
                <a:gd name="connsiteY3" fmla="*/ 21919 h 150094"/>
                <a:gd name="connsiteX4" fmla="*/ 0 w 44104"/>
                <a:gd name="connsiteY4" fmla="*/ 128176 h 150094"/>
                <a:gd name="connsiteX5" fmla="*/ 22052 w 44104"/>
                <a:gd name="connsiteY5" fmla="*/ 150094 h 150094"/>
                <a:gd name="connsiteX6" fmla="*/ 44104 w 44104"/>
                <a:gd name="connsiteY6" fmla="*/ 128176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44104" y="128176"/>
                  </a:moveTo>
                  <a:lnTo>
                    <a:pt x="44104" y="21919"/>
                  </a:lnTo>
                  <a:cubicBezTo>
                    <a:pt x="44104" y="9813"/>
                    <a:pt x="34231" y="0"/>
                    <a:pt x="22052" y="0"/>
                  </a:cubicBezTo>
                  <a:cubicBezTo>
                    <a:pt x="9874" y="0"/>
                    <a:pt x="0" y="9813"/>
                    <a:pt x="0" y="21919"/>
                  </a:cubicBezTo>
                  <a:lnTo>
                    <a:pt x="0" y="128176"/>
                  </a:lnTo>
                  <a:cubicBezTo>
                    <a:pt x="0" y="140281"/>
                    <a:pt x="9874" y="150094"/>
                    <a:pt x="22052" y="150094"/>
                  </a:cubicBezTo>
                  <a:cubicBezTo>
                    <a:pt x="34231" y="150094"/>
                    <a:pt x="44104" y="140281"/>
                    <a:pt x="44104" y="128176"/>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3" name="Freeform 33">
              <a:extLst>
                <a:ext uri="{FF2B5EF4-FFF2-40B4-BE49-F238E27FC236}">
                  <a16:creationId xmlns:a16="http://schemas.microsoft.com/office/drawing/2014/main" id="{8726BE87-6F3D-1887-CD70-E89DF7FE7BFC}"/>
                </a:ext>
              </a:extLst>
            </p:cNvPr>
            <p:cNvSpPr/>
            <p:nvPr/>
          </p:nvSpPr>
          <p:spPr>
            <a:xfrm>
              <a:off x="7687800" y="3063876"/>
              <a:ext cx="44104" cy="89751"/>
            </a:xfrm>
            <a:custGeom>
              <a:avLst/>
              <a:gdLst>
                <a:gd name="connsiteX0" fmla="*/ 22415 w 44104"/>
                <a:gd name="connsiteY0" fmla="*/ 2 h 89751"/>
                <a:gd name="connsiteX1" fmla="*/ 0 w 44104"/>
                <a:gd name="connsiteY1" fmla="*/ 21738 h 89751"/>
                <a:gd name="connsiteX2" fmla="*/ 0 w 44104"/>
                <a:gd name="connsiteY2" fmla="*/ 21921 h 89751"/>
                <a:gd name="connsiteX3" fmla="*/ 0 w 44104"/>
                <a:gd name="connsiteY3" fmla="*/ 67833 h 89751"/>
                <a:gd name="connsiteX4" fmla="*/ 22052 w 44104"/>
                <a:gd name="connsiteY4" fmla="*/ 89752 h 89751"/>
                <a:gd name="connsiteX5" fmla="*/ 44104 w 44104"/>
                <a:gd name="connsiteY5" fmla="*/ 67833 h 89751"/>
                <a:gd name="connsiteX6" fmla="*/ 44104 w 44104"/>
                <a:gd name="connsiteY6" fmla="*/ 21921 h 89751"/>
                <a:gd name="connsiteX7" fmla="*/ 22143 w 44104"/>
                <a:gd name="connsiteY7" fmla="*/ 2 h 8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04" h="89751">
                  <a:moveTo>
                    <a:pt x="22415" y="2"/>
                  </a:moveTo>
                  <a:cubicBezTo>
                    <a:pt x="10191" y="-148"/>
                    <a:pt x="154" y="9584"/>
                    <a:pt x="0" y="21738"/>
                  </a:cubicBezTo>
                  <a:cubicBezTo>
                    <a:pt x="0" y="21799"/>
                    <a:pt x="0" y="21860"/>
                    <a:pt x="0" y="21921"/>
                  </a:cubicBezTo>
                  <a:lnTo>
                    <a:pt x="0" y="67833"/>
                  </a:lnTo>
                  <a:cubicBezTo>
                    <a:pt x="0" y="79939"/>
                    <a:pt x="9874" y="89752"/>
                    <a:pt x="22052" y="89752"/>
                  </a:cubicBezTo>
                  <a:cubicBezTo>
                    <a:pt x="34231" y="89752"/>
                    <a:pt x="44104" y="79939"/>
                    <a:pt x="44104" y="67833"/>
                  </a:cubicBezTo>
                  <a:lnTo>
                    <a:pt x="44104" y="21921"/>
                  </a:lnTo>
                  <a:cubicBezTo>
                    <a:pt x="44104" y="9850"/>
                    <a:pt x="34285" y="51"/>
                    <a:pt x="22143" y="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4" name="Freeform 34">
              <a:extLst>
                <a:ext uri="{FF2B5EF4-FFF2-40B4-BE49-F238E27FC236}">
                  <a16:creationId xmlns:a16="http://schemas.microsoft.com/office/drawing/2014/main" id="{EB3564BA-B2F9-645B-AD4D-30EC3199A221}"/>
                </a:ext>
              </a:extLst>
            </p:cNvPr>
            <p:cNvSpPr/>
            <p:nvPr/>
          </p:nvSpPr>
          <p:spPr>
            <a:xfrm>
              <a:off x="7809447" y="3002127"/>
              <a:ext cx="44107" cy="151500"/>
            </a:xfrm>
            <a:custGeom>
              <a:avLst/>
              <a:gdLst>
                <a:gd name="connsiteX0" fmla="*/ 22009 w 44107"/>
                <a:gd name="connsiteY0" fmla="*/ 151500 h 151500"/>
                <a:gd name="connsiteX1" fmla="*/ 44061 w 44107"/>
                <a:gd name="connsiteY1" fmla="*/ 129582 h 151500"/>
                <a:gd name="connsiteX2" fmla="*/ 44061 w 44107"/>
                <a:gd name="connsiteY2" fmla="*/ 23325 h 151500"/>
                <a:gd name="connsiteX3" fmla="*/ 23470 w 44107"/>
                <a:gd name="connsiteY3" fmla="*/ 46 h 151500"/>
                <a:gd name="connsiteX4" fmla="*/ 48 w 44107"/>
                <a:gd name="connsiteY4" fmla="*/ 20514 h 151500"/>
                <a:gd name="connsiteX5" fmla="*/ 48 w 44107"/>
                <a:gd name="connsiteY5" fmla="*/ 23325 h 151500"/>
                <a:gd name="connsiteX6" fmla="*/ 48 w 44107"/>
                <a:gd name="connsiteY6" fmla="*/ 129582 h 151500"/>
                <a:gd name="connsiteX7" fmla="*/ 21918 w 44107"/>
                <a:gd name="connsiteY7" fmla="*/ 151500 h 151500"/>
                <a:gd name="connsiteX8" fmla="*/ 22009 w 44107"/>
                <a:gd name="connsiteY8" fmla="*/ 151500 h 15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151500">
                  <a:moveTo>
                    <a:pt x="22009" y="151500"/>
                  </a:moveTo>
                  <a:cubicBezTo>
                    <a:pt x="34188" y="151500"/>
                    <a:pt x="44061" y="141688"/>
                    <a:pt x="44061" y="129582"/>
                  </a:cubicBezTo>
                  <a:lnTo>
                    <a:pt x="44061" y="23325"/>
                  </a:lnTo>
                  <a:cubicBezTo>
                    <a:pt x="44841" y="11244"/>
                    <a:pt x="35621" y="822"/>
                    <a:pt x="23470" y="46"/>
                  </a:cubicBezTo>
                  <a:cubicBezTo>
                    <a:pt x="11319" y="-730"/>
                    <a:pt x="828" y="8434"/>
                    <a:pt x="48" y="20514"/>
                  </a:cubicBezTo>
                  <a:cubicBezTo>
                    <a:pt x="-16" y="21451"/>
                    <a:pt x="-16" y="22389"/>
                    <a:pt x="48" y="23325"/>
                  </a:cubicBezTo>
                  <a:lnTo>
                    <a:pt x="48" y="129582"/>
                  </a:lnTo>
                  <a:cubicBezTo>
                    <a:pt x="-7" y="141637"/>
                    <a:pt x="9785" y="151451"/>
                    <a:pt x="21918" y="151500"/>
                  </a:cubicBezTo>
                  <a:cubicBezTo>
                    <a:pt x="21945" y="151500"/>
                    <a:pt x="21982" y="151500"/>
                    <a:pt x="22009" y="15150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5" name="Freeform 35">
              <a:extLst>
                <a:ext uri="{FF2B5EF4-FFF2-40B4-BE49-F238E27FC236}">
                  <a16:creationId xmlns:a16="http://schemas.microsoft.com/office/drawing/2014/main" id="{0B4EEF7D-1D1F-7611-2AD6-3168E2EE165C}"/>
                </a:ext>
              </a:extLst>
            </p:cNvPr>
            <p:cNvSpPr/>
            <p:nvPr/>
          </p:nvSpPr>
          <p:spPr>
            <a:xfrm>
              <a:off x="7930779" y="2919593"/>
              <a:ext cx="44108" cy="279187"/>
            </a:xfrm>
            <a:custGeom>
              <a:avLst/>
              <a:gdLst>
                <a:gd name="connsiteX0" fmla="*/ 44061 w 44108"/>
                <a:gd name="connsiteY0" fmla="*/ 255863 h 279187"/>
                <a:gd name="connsiteX1" fmla="*/ 44061 w 44108"/>
                <a:gd name="connsiteY1" fmla="*/ 23325 h 279187"/>
                <a:gd name="connsiteX2" fmla="*/ 23470 w 44108"/>
                <a:gd name="connsiteY2" fmla="*/ 46 h 279187"/>
                <a:gd name="connsiteX3" fmla="*/ 48 w 44108"/>
                <a:gd name="connsiteY3" fmla="*/ 20514 h 279187"/>
                <a:gd name="connsiteX4" fmla="*/ 48 w 44108"/>
                <a:gd name="connsiteY4" fmla="*/ 23325 h 279187"/>
                <a:gd name="connsiteX5" fmla="*/ 48 w 44108"/>
                <a:gd name="connsiteY5" fmla="*/ 255863 h 279187"/>
                <a:gd name="connsiteX6" fmla="*/ 20639 w 44108"/>
                <a:gd name="connsiteY6" fmla="*/ 279142 h 279187"/>
                <a:gd name="connsiteX7" fmla="*/ 44061 w 44108"/>
                <a:gd name="connsiteY7" fmla="*/ 258674 h 279187"/>
                <a:gd name="connsiteX8" fmla="*/ 44061 w 44108"/>
                <a:gd name="connsiteY8" fmla="*/ 255863 h 27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8" h="279187">
                  <a:moveTo>
                    <a:pt x="44061" y="255863"/>
                  </a:moveTo>
                  <a:lnTo>
                    <a:pt x="44061" y="23325"/>
                  </a:lnTo>
                  <a:cubicBezTo>
                    <a:pt x="44842" y="11244"/>
                    <a:pt x="35621" y="822"/>
                    <a:pt x="23470" y="46"/>
                  </a:cubicBezTo>
                  <a:cubicBezTo>
                    <a:pt x="11319" y="-730"/>
                    <a:pt x="828" y="8434"/>
                    <a:pt x="48" y="20514"/>
                  </a:cubicBezTo>
                  <a:cubicBezTo>
                    <a:pt x="-16" y="21450"/>
                    <a:pt x="-16" y="22389"/>
                    <a:pt x="48" y="23325"/>
                  </a:cubicBezTo>
                  <a:lnTo>
                    <a:pt x="48" y="255863"/>
                  </a:lnTo>
                  <a:cubicBezTo>
                    <a:pt x="-733" y="267944"/>
                    <a:pt x="8487" y="278366"/>
                    <a:pt x="20639" y="279142"/>
                  </a:cubicBezTo>
                  <a:cubicBezTo>
                    <a:pt x="32790" y="279919"/>
                    <a:pt x="43281" y="270754"/>
                    <a:pt x="44061" y="258674"/>
                  </a:cubicBezTo>
                  <a:cubicBezTo>
                    <a:pt x="44125" y="257737"/>
                    <a:pt x="44125" y="256799"/>
                    <a:pt x="44061" y="255863"/>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6" name="Freeform 36">
              <a:extLst>
                <a:ext uri="{FF2B5EF4-FFF2-40B4-BE49-F238E27FC236}">
                  <a16:creationId xmlns:a16="http://schemas.microsoft.com/office/drawing/2014/main" id="{9A55B643-50C9-ECA1-F047-7AF4A01DADB7}"/>
                </a:ext>
              </a:extLst>
            </p:cNvPr>
            <p:cNvSpPr/>
            <p:nvPr/>
          </p:nvSpPr>
          <p:spPr>
            <a:xfrm>
              <a:off x="8051886" y="3003443"/>
              <a:ext cx="44285" cy="150187"/>
            </a:xfrm>
            <a:custGeom>
              <a:avLst/>
              <a:gdLst>
                <a:gd name="connsiteX0" fmla="*/ 21961 w 44285"/>
                <a:gd name="connsiteY0" fmla="*/ 150185 h 150187"/>
                <a:gd name="connsiteX1" fmla="*/ 44286 w 44285"/>
                <a:gd name="connsiteY1" fmla="*/ 128720 h 150187"/>
                <a:gd name="connsiteX2" fmla="*/ 44286 w 44285"/>
                <a:gd name="connsiteY2" fmla="*/ 128266 h 150187"/>
                <a:gd name="connsiteX3" fmla="*/ 44286 w 44285"/>
                <a:gd name="connsiteY3" fmla="*/ 22009 h 150187"/>
                <a:gd name="connsiteX4" fmla="*/ 22143 w 44285"/>
                <a:gd name="connsiteY4" fmla="*/ 0 h 150187"/>
                <a:gd name="connsiteX5" fmla="*/ 0 w 44285"/>
                <a:gd name="connsiteY5" fmla="*/ 22009 h 150187"/>
                <a:gd name="connsiteX6" fmla="*/ 0 w 44285"/>
                <a:gd name="connsiteY6" fmla="*/ 128266 h 150187"/>
                <a:gd name="connsiteX7" fmla="*/ 22052 w 44285"/>
                <a:gd name="connsiteY7" fmla="*/ 150185 h 15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85" h="150187">
                  <a:moveTo>
                    <a:pt x="21961" y="150185"/>
                  </a:moveTo>
                  <a:cubicBezTo>
                    <a:pt x="34086" y="150384"/>
                    <a:pt x="44086" y="140774"/>
                    <a:pt x="44286" y="128720"/>
                  </a:cubicBezTo>
                  <a:cubicBezTo>
                    <a:pt x="44286" y="128569"/>
                    <a:pt x="44286" y="128417"/>
                    <a:pt x="44286" y="128266"/>
                  </a:cubicBezTo>
                  <a:lnTo>
                    <a:pt x="44286" y="22009"/>
                  </a:lnTo>
                  <a:cubicBezTo>
                    <a:pt x="44286" y="9854"/>
                    <a:pt x="34376" y="0"/>
                    <a:pt x="22143" y="0"/>
                  </a:cubicBezTo>
                  <a:cubicBezTo>
                    <a:pt x="9910" y="0"/>
                    <a:pt x="0" y="9854"/>
                    <a:pt x="0" y="22009"/>
                  </a:cubicBezTo>
                  <a:lnTo>
                    <a:pt x="0" y="128266"/>
                  </a:lnTo>
                  <a:cubicBezTo>
                    <a:pt x="0" y="140372"/>
                    <a:pt x="9874" y="150185"/>
                    <a:pt x="22052" y="150185"/>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sp>
          <p:nvSpPr>
            <p:cNvPr id="17" name="Freeform 37">
              <a:extLst>
                <a:ext uri="{FF2B5EF4-FFF2-40B4-BE49-F238E27FC236}">
                  <a16:creationId xmlns:a16="http://schemas.microsoft.com/office/drawing/2014/main" id="{46A6ACD1-E596-9055-243C-B9CF5CFB813D}"/>
                </a:ext>
              </a:extLst>
            </p:cNvPr>
            <p:cNvSpPr/>
            <p:nvPr/>
          </p:nvSpPr>
          <p:spPr>
            <a:xfrm>
              <a:off x="8173172" y="3063878"/>
              <a:ext cx="44107" cy="91156"/>
            </a:xfrm>
            <a:custGeom>
              <a:avLst/>
              <a:gdLst>
                <a:gd name="connsiteX0" fmla="*/ 22007 w 44107"/>
                <a:gd name="connsiteY0" fmla="*/ 0 h 91156"/>
                <a:gd name="connsiteX1" fmla="*/ 46 w 44107"/>
                <a:gd name="connsiteY1" fmla="*/ 21829 h 91156"/>
                <a:gd name="connsiteX2" fmla="*/ 46 w 44107"/>
                <a:gd name="connsiteY2" fmla="*/ 21919 h 91156"/>
                <a:gd name="connsiteX3" fmla="*/ 46 w 44107"/>
                <a:gd name="connsiteY3" fmla="*/ 67831 h 91156"/>
                <a:gd name="connsiteX4" fmla="*/ 20637 w 44107"/>
                <a:gd name="connsiteY4" fmla="*/ 91110 h 91156"/>
                <a:gd name="connsiteX5" fmla="*/ 44059 w 44107"/>
                <a:gd name="connsiteY5" fmla="*/ 70642 h 91156"/>
                <a:gd name="connsiteX6" fmla="*/ 44059 w 44107"/>
                <a:gd name="connsiteY6" fmla="*/ 67831 h 91156"/>
                <a:gd name="connsiteX7" fmla="*/ 44059 w 44107"/>
                <a:gd name="connsiteY7" fmla="*/ 21919 h 91156"/>
                <a:gd name="connsiteX8" fmla="*/ 22007 w 44107"/>
                <a:gd name="connsiteY8" fmla="*/ 0 h 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91156">
                  <a:moveTo>
                    <a:pt x="22007" y="0"/>
                  </a:moveTo>
                  <a:cubicBezTo>
                    <a:pt x="9874" y="0"/>
                    <a:pt x="46" y="9773"/>
                    <a:pt x="46" y="21829"/>
                  </a:cubicBezTo>
                  <a:cubicBezTo>
                    <a:pt x="46" y="21858"/>
                    <a:pt x="46" y="21889"/>
                    <a:pt x="46" y="21919"/>
                  </a:cubicBezTo>
                  <a:lnTo>
                    <a:pt x="46" y="67831"/>
                  </a:lnTo>
                  <a:cubicBezTo>
                    <a:pt x="-734" y="79912"/>
                    <a:pt x="8486" y="90334"/>
                    <a:pt x="20637" y="91110"/>
                  </a:cubicBezTo>
                  <a:cubicBezTo>
                    <a:pt x="32789" y="91887"/>
                    <a:pt x="43279" y="82722"/>
                    <a:pt x="44059" y="70642"/>
                  </a:cubicBezTo>
                  <a:cubicBezTo>
                    <a:pt x="44123" y="69705"/>
                    <a:pt x="44123" y="68767"/>
                    <a:pt x="44059" y="67831"/>
                  </a:cubicBezTo>
                  <a:lnTo>
                    <a:pt x="44059" y="21919"/>
                  </a:lnTo>
                  <a:cubicBezTo>
                    <a:pt x="44059" y="9813"/>
                    <a:pt x="34186" y="0"/>
                    <a:pt x="22007"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Medium" panose="020B0503020201020303" pitchFamily="34" charset="0"/>
                <a:ea typeface="ＭＳ Ｐゴシック" charset="0"/>
              </a:endParaRPr>
            </a:p>
          </p:txBody>
        </p:sp>
      </p:grpSp>
    </p:spTree>
    <p:extLst>
      <p:ext uri="{BB962C8B-B14F-4D97-AF65-F5344CB8AC3E}">
        <p14:creationId xmlns:p14="http://schemas.microsoft.com/office/powerpoint/2010/main" val="3463859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486231D-216A-E0E6-3CFF-101FA3480C75}"/>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10" name="SmartArt Placeholder 5">
            <a:extLst>
              <a:ext uri="{FF2B5EF4-FFF2-40B4-BE49-F238E27FC236}">
                <a16:creationId xmlns:a16="http://schemas.microsoft.com/office/drawing/2014/main" id="{F63AE1E9-844D-51C6-A959-E37978636705}"/>
              </a:ext>
            </a:extLst>
          </p:cNvPr>
          <p:cNvSpPr>
            <a:spLocks noGrp="1"/>
          </p:cNvSpPr>
          <p:nvPr>
            <p:ph type="dgm" sz="quarter" idx="12"/>
          </p:nvPr>
        </p:nvSpPr>
        <p:spPr>
          <a:xfrm>
            <a:off x="323850" y="883920"/>
            <a:ext cx="4847590" cy="5405120"/>
          </a:xfrm>
        </p:spPr>
        <p:txBody>
          <a:bodyPr/>
          <a:lstStyle/>
          <a:p>
            <a:endParaRPr lang="en-US"/>
          </a:p>
        </p:txBody>
      </p:sp>
      <p:sp>
        <p:nvSpPr>
          <p:cNvPr id="11" name="Text Placeholder 7">
            <a:extLst>
              <a:ext uri="{FF2B5EF4-FFF2-40B4-BE49-F238E27FC236}">
                <a16:creationId xmlns:a16="http://schemas.microsoft.com/office/drawing/2014/main" id="{4D819456-BC6B-FF07-798C-E1AC7BBB0D40}"/>
              </a:ext>
            </a:extLst>
          </p:cNvPr>
          <p:cNvSpPr>
            <a:spLocks noGrp="1"/>
          </p:cNvSpPr>
          <p:nvPr>
            <p:ph type="body" sz="quarter" idx="13" hasCustomPrompt="1"/>
          </p:nvPr>
        </p:nvSpPr>
        <p:spPr>
          <a:xfrm>
            <a:off x="5242560" y="883920"/>
            <a:ext cx="6625590" cy="5405120"/>
          </a:xfrm>
        </p:spPr>
        <p:txBody>
          <a:bodyPr/>
          <a:lstStyle/>
          <a:p>
            <a:pPr lvl="0"/>
            <a:r>
              <a:rPr lang="en-US" dirty="0"/>
              <a:t>Sub Title</a:t>
            </a:r>
          </a:p>
          <a:p>
            <a:pPr lvl="0"/>
            <a:r>
              <a:rPr lang="en-US" dirty="0"/>
              <a:t>Points</a:t>
            </a:r>
          </a:p>
        </p:txBody>
      </p:sp>
    </p:spTree>
    <p:extLst>
      <p:ext uri="{BB962C8B-B14F-4D97-AF65-F5344CB8AC3E}">
        <p14:creationId xmlns:p14="http://schemas.microsoft.com/office/powerpoint/2010/main" val="4284763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6F7E610-29F6-0C6C-7BE4-B6F187448709}"/>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8" name="SmartArt Placeholder 5">
            <a:extLst>
              <a:ext uri="{FF2B5EF4-FFF2-40B4-BE49-F238E27FC236}">
                <a16:creationId xmlns:a16="http://schemas.microsoft.com/office/drawing/2014/main" id="{8A57EFC0-2C16-5540-FC07-F4DEEB481F4D}"/>
              </a:ext>
            </a:extLst>
          </p:cNvPr>
          <p:cNvSpPr>
            <a:spLocks noGrp="1"/>
          </p:cNvSpPr>
          <p:nvPr>
            <p:ph type="dgm" sz="quarter" idx="12"/>
          </p:nvPr>
        </p:nvSpPr>
        <p:spPr>
          <a:xfrm>
            <a:off x="323850" y="883920"/>
            <a:ext cx="11544300" cy="2545080"/>
          </a:xfrm>
        </p:spPr>
        <p:txBody>
          <a:bodyPr/>
          <a:lstStyle/>
          <a:p>
            <a:endParaRPr lang="en-US"/>
          </a:p>
        </p:txBody>
      </p:sp>
      <p:sp>
        <p:nvSpPr>
          <p:cNvPr id="9" name="Text Placeholder 7">
            <a:extLst>
              <a:ext uri="{FF2B5EF4-FFF2-40B4-BE49-F238E27FC236}">
                <a16:creationId xmlns:a16="http://schemas.microsoft.com/office/drawing/2014/main" id="{927F9E52-EAC5-FAF7-2927-28EB8050C25B}"/>
              </a:ext>
            </a:extLst>
          </p:cNvPr>
          <p:cNvSpPr>
            <a:spLocks noGrp="1"/>
          </p:cNvSpPr>
          <p:nvPr>
            <p:ph type="body" sz="quarter" idx="13" hasCustomPrompt="1"/>
          </p:nvPr>
        </p:nvSpPr>
        <p:spPr>
          <a:xfrm>
            <a:off x="323850" y="3522330"/>
            <a:ext cx="11544300" cy="2766709"/>
          </a:xfrm>
        </p:spPr>
        <p:txBody>
          <a:bodyPr/>
          <a:lstStyle/>
          <a:p>
            <a:pPr lvl="0"/>
            <a:r>
              <a:rPr lang="en-US" dirty="0"/>
              <a:t>Text</a:t>
            </a:r>
          </a:p>
        </p:txBody>
      </p:sp>
    </p:spTree>
    <p:extLst>
      <p:ext uri="{BB962C8B-B14F-4D97-AF65-F5344CB8AC3E}">
        <p14:creationId xmlns:p14="http://schemas.microsoft.com/office/powerpoint/2010/main" val="2337117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C578F4C-002B-EB56-9EE2-DE796DF6FCC4}"/>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8" name="SmartArt Placeholder 5">
            <a:extLst>
              <a:ext uri="{FF2B5EF4-FFF2-40B4-BE49-F238E27FC236}">
                <a16:creationId xmlns:a16="http://schemas.microsoft.com/office/drawing/2014/main" id="{149AA45A-E835-B7CC-E48D-25E7AA86029F}"/>
              </a:ext>
            </a:extLst>
          </p:cNvPr>
          <p:cNvSpPr>
            <a:spLocks noGrp="1"/>
          </p:cNvSpPr>
          <p:nvPr>
            <p:ph type="dgm" sz="quarter" idx="12"/>
          </p:nvPr>
        </p:nvSpPr>
        <p:spPr>
          <a:xfrm>
            <a:off x="6096000" y="873760"/>
            <a:ext cx="5772150" cy="5466080"/>
          </a:xfrm>
        </p:spPr>
        <p:txBody>
          <a:bodyPr/>
          <a:lstStyle/>
          <a:p>
            <a:endParaRPr lang="en-US"/>
          </a:p>
        </p:txBody>
      </p:sp>
      <p:sp>
        <p:nvSpPr>
          <p:cNvPr id="9" name="Text Placeholder 7">
            <a:extLst>
              <a:ext uri="{FF2B5EF4-FFF2-40B4-BE49-F238E27FC236}">
                <a16:creationId xmlns:a16="http://schemas.microsoft.com/office/drawing/2014/main" id="{5A8DFF85-C402-E563-4342-454F8BCEACBF}"/>
              </a:ext>
            </a:extLst>
          </p:cNvPr>
          <p:cNvSpPr>
            <a:spLocks noGrp="1"/>
          </p:cNvSpPr>
          <p:nvPr>
            <p:ph type="body" sz="quarter" idx="13" hasCustomPrompt="1"/>
          </p:nvPr>
        </p:nvSpPr>
        <p:spPr>
          <a:xfrm>
            <a:off x="323850" y="873760"/>
            <a:ext cx="5640070" cy="5466080"/>
          </a:xfrm>
        </p:spPr>
        <p:txBody>
          <a:bodyPr/>
          <a:lstStyle/>
          <a:p>
            <a:pPr lvl="0"/>
            <a:r>
              <a:rPr lang="en-US"/>
              <a:t>Text</a:t>
            </a:r>
            <a:endParaRPr lang="en-US" dirty="0"/>
          </a:p>
        </p:txBody>
      </p:sp>
    </p:spTree>
    <p:extLst>
      <p:ext uri="{BB962C8B-B14F-4D97-AF65-F5344CB8AC3E}">
        <p14:creationId xmlns:p14="http://schemas.microsoft.com/office/powerpoint/2010/main" val="395532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FC81FB2-B9F2-0772-75CF-351F3F8F041B}"/>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16" name="Chart Placeholder 5">
            <a:extLst>
              <a:ext uri="{FF2B5EF4-FFF2-40B4-BE49-F238E27FC236}">
                <a16:creationId xmlns:a16="http://schemas.microsoft.com/office/drawing/2014/main" id="{BEC3893A-02F2-97D7-C672-F5760605963D}"/>
              </a:ext>
            </a:extLst>
          </p:cNvPr>
          <p:cNvSpPr>
            <a:spLocks noGrp="1"/>
          </p:cNvSpPr>
          <p:nvPr>
            <p:ph type="chart" sz="quarter" idx="12"/>
          </p:nvPr>
        </p:nvSpPr>
        <p:spPr>
          <a:xfrm>
            <a:off x="6451600" y="1625598"/>
            <a:ext cx="5416550" cy="4632325"/>
          </a:xfrm>
        </p:spPr>
        <p:txBody>
          <a:bodyPr/>
          <a:lstStyle/>
          <a:p>
            <a:endParaRPr lang="en-US"/>
          </a:p>
        </p:txBody>
      </p:sp>
      <p:sp>
        <p:nvSpPr>
          <p:cNvPr id="17" name="Text Placeholder 7">
            <a:extLst>
              <a:ext uri="{FF2B5EF4-FFF2-40B4-BE49-F238E27FC236}">
                <a16:creationId xmlns:a16="http://schemas.microsoft.com/office/drawing/2014/main" id="{EC1E64C4-DB86-BF06-A4F2-52099E8C8189}"/>
              </a:ext>
            </a:extLst>
          </p:cNvPr>
          <p:cNvSpPr>
            <a:spLocks noGrp="1"/>
          </p:cNvSpPr>
          <p:nvPr>
            <p:ph type="body" sz="quarter" idx="13" hasCustomPrompt="1"/>
          </p:nvPr>
        </p:nvSpPr>
        <p:spPr>
          <a:xfrm>
            <a:off x="323850" y="863601"/>
            <a:ext cx="11544300" cy="492443"/>
          </a:xfrm>
        </p:spPr>
        <p:txBody>
          <a:bodyPr/>
          <a:lstStyle>
            <a:lvl1pPr>
              <a:buNone/>
              <a:defRPr/>
            </a:lvl1pPr>
          </a:lstStyle>
          <a:p>
            <a:pPr lvl="0"/>
            <a:r>
              <a:rPr lang="en-US" dirty="0"/>
              <a:t>Summary</a:t>
            </a:r>
          </a:p>
        </p:txBody>
      </p:sp>
      <p:sp>
        <p:nvSpPr>
          <p:cNvPr id="18" name="Text Placeholder 9">
            <a:extLst>
              <a:ext uri="{FF2B5EF4-FFF2-40B4-BE49-F238E27FC236}">
                <a16:creationId xmlns:a16="http://schemas.microsoft.com/office/drawing/2014/main" id="{607B3266-D8CA-29A6-32B7-31415A12D987}"/>
              </a:ext>
            </a:extLst>
          </p:cNvPr>
          <p:cNvSpPr>
            <a:spLocks noGrp="1"/>
          </p:cNvSpPr>
          <p:nvPr>
            <p:ph type="body" sz="quarter" idx="14" hasCustomPrompt="1"/>
          </p:nvPr>
        </p:nvSpPr>
        <p:spPr>
          <a:xfrm>
            <a:off x="323850" y="1878227"/>
            <a:ext cx="5873750" cy="2815693"/>
          </a:xfrm>
        </p:spPr>
        <p:txBody>
          <a:bodyPr/>
          <a:lstStyle/>
          <a:p>
            <a:pPr lvl="0"/>
            <a:r>
              <a:rPr lang="en-US" dirty="0"/>
              <a:t>Points</a:t>
            </a:r>
          </a:p>
        </p:txBody>
      </p:sp>
      <p:sp>
        <p:nvSpPr>
          <p:cNvPr id="19" name="Text Placeholder 13">
            <a:extLst>
              <a:ext uri="{FF2B5EF4-FFF2-40B4-BE49-F238E27FC236}">
                <a16:creationId xmlns:a16="http://schemas.microsoft.com/office/drawing/2014/main" id="{031219F4-0B25-FACB-F9DF-590227B37E1C}"/>
              </a:ext>
            </a:extLst>
          </p:cNvPr>
          <p:cNvSpPr>
            <a:spLocks noGrp="1"/>
          </p:cNvSpPr>
          <p:nvPr>
            <p:ph type="body" sz="quarter" idx="16" hasCustomPrompt="1"/>
          </p:nvPr>
        </p:nvSpPr>
        <p:spPr>
          <a:xfrm>
            <a:off x="323850" y="4881881"/>
            <a:ext cx="5873750" cy="1376044"/>
          </a:xfrm>
        </p:spPr>
        <p:txBody>
          <a:bodyPr/>
          <a:lstStyle>
            <a:lvl1pPr>
              <a:buNone/>
              <a:defRPr/>
            </a:lvl1pPr>
          </a:lstStyle>
          <a:p>
            <a:pPr lvl="0"/>
            <a:r>
              <a:rPr lang="en-US" dirty="0"/>
              <a:t>Conclusion</a:t>
            </a:r>
          </a:p>
        </p:txBody>
      </p:sp>
    </p:spTree>
    <p:extLst>
      <p:ext uri="{BB962C8B-B14F-4D97-AF65-F5344CB8AC3E}">
        <p14:creationId xmlns:p14="http://schemas.microsoft.com/office/powerpoint/2010/main" val="2035309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EC9E42B-1C9E-CE13-2EF2-C886F2ECF4FC}"/>
              </a:ext>
            </a:extLst>
          </p:cNvPr>
          <p:cNvSpPr>
            <a:spLocks noGrp="1"/>
          </p:cNvSpPr>
          <p:nvPr>
            <p:ph type="title" hasCustomPrompt="1"/>
          </p:nvPr>
        </p:nvSpPr>
        <p:spPr>
          <a:xfrm>
            <a:off x="323850" y="298146"/>
            <a:ext cx="11544300" cy="492443"/>
          </a:xfrm>
        </p:spPr>
        <p:txBody>
          <a:bodyPr/>
          <a:lstStyle>
            <a:lvl1pPr algn="l">
              <a:defRPr/>
            </a:lvl1pPr>
          </a:lstStyle>
          <a:p>
            <a:r>
              <a:rPr lang="en-US" dirty="0"/>
              <a:t>Slide Title</a:t>
            </a:r>
          </a:p>
        </p:txBody>
      </p:sp>
      <p:sp>
        <p:nvSpPr>
          <p:cNvPr id="10" name="Text Placeholder 7">
            <a:extLst>
              <a:ext uri="{FF2B5EF4-FFF2-40B4-BE49-F238E27FC236}">
                <a16:creationId xmlns:a16="http://schemas.microsoft.com/office/drawing/2014/main" id="{9D31F28E-0D83-D1E7-D459-A18C97766640}"/>
              </a:ext>
            </a:extLst>
          </p:cNvPr>
          <p:cNvSpPr>
            <a:spLocks noGrp="1"/>
          </p:cNvSpPr>
          <p:nvPr>
            <p:ph type="body" sz="quarter" idx="13" hasCustomPrompt="1"/>
          </p:nvPr>
        </p:nvSpPr>
        <p:spPr>
          <a:xfrm>
            <a:off x="323850" y="863601"/>
            <a:ext cx="11544300" cy="492443"/>
          </a:xfrm>
        </p:spPr>
        <p:txBody>
          <a:bodyPr/>
          <a:lstStyle>
            <a:lvl1pPr>
              <a:buNone/>
              <a:defRPr/>
            </a:lvl1pPr>
          </a:lstStyle>
          <a:p>
            <a:pPr lvl="0"/>
            <a:r>
              <a:rPr lang="en-US" dirty="0"/>
              <a:t>Summary</a:t>
            </a:r>
          </a:p>
        </p:txBody>
      </p:sp>
      <p:sp>
        <p:nvSpPr>
          <p:cNvPr id="11" name="Text Placeholder 9">
            <a:extLst>
              <a:ext uri="{FF2B5EF4-FFF2-40B4-BE49-F238E27FC236}">
                <a16:creationId xmlns:a16="http://schemas.microsoft.com/office/drawing/2014/main" id="{EF0A9D03-F90F-7A64-385C-05E9D416CA89}"/>
              </a:ext>
            </a:extLst>
          </p:cNvPr>
          <p:cNvSpPr>
            <a:spLocks noGrp="1"/>
          </p:cNvSpPr>
          <p:nvPr>
            <p:ph type="body" sz="quarter" idx="14" hasCustomPrompt="1"/>
          </p:nvPr>
        </p:nvSpPr>
        <p:spPr>
          <a:xfrm>
            <a:off x="5994400" y="1692876"/>
            <a:ext cx="5873750" cy="2919448"/>
          </a:xfrm>
        </p:spPr>
        <p:txBody>
          <a:bodyPr/>
          <a:lstStyle/>
          <a:p>
            <a:pPr lvl="0"/>
            <a:r>
              <a:rPr lang="en-US" dirty="0"/>
              <a:t>Points</a:t>
            </a:r>
          </a:p>
        </p:txBody>
      </p:sp>
      <p:sp>
        <p:nvSpPr>
          <p:cNvPr id="12" name="Text Placeholder 13">
            <a:extLst>
              <a:ext uri="{FF2B5EF4-FFF2-40B4-BE49-F238E27FC236}">
                <a16:creationId xmlns:a16="http://schemas.microsoft.com/office/drawing/2014/main" id="{67B3FA6C-80C3-CDD1-CB79-51EE335EEF08}"/>
              </a:ext>
            </a:extLst>
          </p:cNvPr>
          <p:cNvSpPr>
            <a:spLocks noGrp="1"/>
          </p:cNvSpPr>
          <p:nvPr>
            <p:ph type="body" sz="quarter" idx="16" hasCustomPrompt="1"/>
          </p:nvPr>
        </p:nvSpPr>
        <p:spPr>
          <a:xfrm>
            <a:off x="5994400" y="4885282"/>
            <a:ext cx="5873750" cy="1376044"/>
          </a:xfrm>
        </p:spPr>
        <p:txBody>
          <a:bodyPr/>
          <a:lstStyle>
            <a:lvl1pPr>
              <a:buNone/>
              <a:defRPr/>
            </a:lvl1pPr>
          </a:lstStyle>
          <a:p>
            <a:pPr lvl="0"/>
            <a:r>
              <a:rPr lang="en-US" dirty="0"/>
              <a:t>Conclusion</a:t>
            </a:r>
          </a:p>
        </p:txBody>
      </p:sp>
      <p:sp>
        <p:nvSpPr>
          <p:cNvPr id="13" name="Chart Placeholder 14">
            <a:extLst>
              <a:ext uri="{FF2B5EF4-FFF2-40B4-BE49-F238E27FC236}">
                <a16:creationId xmlns:a16="http://schemas.microsoft.com/office/drawing/2014/main" id="{9EE57E5E-B111-2C7D-C502-506FF65585C2}"/>
              </a:ext>
            </a:extLst>
          </p:cNvPr>
          <p:cNvSpPr>
            <a:spLocks noGrp="1"/>
          </p:cNvSpPr>
          <p:nvPr>
            <p:ph type="chart" sz="quarter" idx="17"/>
          </p:nvPr>
        </p:nvSpPr>
        <p:spPr>
          <a:xfrm>
            <a:off x="323850" y="1544003"/>
            <a:ext cx="5396230" cy="4717323"/>
          </a:xfrm>
        </p:spPr>
        <p:txBody>
          <a:bodyPr/>
          <a:lstStyle/>
          <a:p>
            <a:endParaRPr lang="en-US"/>
          </a:p>
        </p:txBody>
      </p:sp>
    </p:spTree>
    <p:extLst>
      <p:ext uri="{BB962C8B-B14F-4D97-AF65-F5344CB8AC3E}">
        <p14:creationId xmlns:p14="http://schemas.microsoft.com/office/powerpoint/2010/main" val="2331163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16872-2ED5-8613-F156-95863B8AC2F5}"/>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11" name="Text Placeholder 5">
            <a:extLst>
              <a:ext uri="{FF2B5EF4-FFF2-40B4-BE49-F238E27FC236}">
                <a16:creationId xmlns:a16="http://schemas.microsoft.com/office/drawing/2014/main" id="{85AE66F1-562C-1BA3-7D6B-361141CC49BA}"/>
              </a:ext>
            </a:extLst>
          </p:cNvPr>
          <p:cNvSpPr>
            <a:spLocks noGrp="1"/>
          </p:cNvSpPr>
          <p:nvPr>
            <p:ph type="body" sz="quarter" idx="12" hasCustomPrompt="1"/>
          </p:nvPr>
        </p:nvSpPr>
        <p:spPr>
          <a:xfrm>
            <a:off x="323850" y="863601"/>
            <a:ext cx="11544300" cy="873760"/>
          </a:xfrm>
        </p:spPr>
        <p:txBody>
          <a:bodyPr/>
          <a:lstStyle>
            <a:lvl1pPr>
              <a:buNone/>
              <a:defRPr/>
            </a:lvl1pPr>
          </a:lstStyle>
          <a:p>
            <a:pPr lvl="0"/>
            <a:r>
              <a:rPr lang="en-US" dirty="0"/>
              <a:t>Summary</a:t>
            </a:r>
          </a:p>
        </p:txBody>
      </p:sp>
      <p:sp>
        <p:nvSpPr>
          <p:cNvPr id="12" name="Chart Placeholder 7">
            <a:extLst>
              <a:ext uri="{FF2B5EF4-FFF2-40B4-BE49-F238E27FC236}">
                <a16:creationId xmlns:a16="http://schemas.microsoft.com/office/drawing/2014/main" id="{417EEAE1-6273-4802-760A-30F6E379D97D}"/>
              </a:ext>
            </a:extLst>
          </p:cNvPr>
          <p:cNvSpPr>
            <a:spLocks noGrp="1"/>
          </p:cNvSpPr>
          <p:nvPr>
            <p:ph type="chart" sz="quarter" idx="13"/>
          </p:nvPr>
        </p:nvSpPr>
        <p:spPr>
          <a:xfrm>
            <a:off x="323850" y="2070100"/>
            <a:ext cx="6747510" cy="4279900"/>
          </a:xfrm>
        </p:spPr>
        <p:txBody>
          <a:bodyPr/>
          <a:lstStyle/>
          <a:p>
            <a:endParaRPr lang="en-US"/>
          </a:p>
        </p:txBody>
      </p:sp>
      <p:sp>
        <p:nvSpPr>
          <p:cNvPr id="13" name="Text Placeholder 9">
            <a:extLst>
              <a:ext uri="{FF2B5EF4-FFF2-40B4-BE49-F238E27FC236}">
                <a16:creationId xmlns:a16="http://schemas.microsoft.com/office/drawing/2014/main" id="{4DD06F58-095F-A5EB-4953-8A4C3EC6B19C}"/>
              </a:ext>
            </a:extLst>
          </p:cNvPr>
          <p:cNvSpPr>
            <a:spLocks noGrp="1"/>
          </p:cNvSpPr>
          <p:nvPr>
            <p:ph type="body" sz="quarter" idx="14" hasCustomPrompt="1"/>
          </p:nvPr>
        </p:nvSpPr>
        <p:spPr>
          <a:xfrm>
            <a:off x="7721600" y="3213100"/>
            <a:ext cx="4146550" cy="2781298"/>
          </a:xfrm>
        </p:spPr>
        <p:txBody>
          <a:bodyPr/>
          <a:lstStyle>
            <a:lvl1pPr>
              <a:buNone/>
              <a:defRPr/>
            </a:lvl1pPr>
          </a:lstStyle>
          <a:p>
            <a:pPr lvl="0"/>
            <a:r>
              <a:rPr lang="en-US" dirty="0"/>
              <a:t>Conclusion</a:t>
            </a:r>
          </a:p>
        </p:txBody>
      </p:sp>
    </p:spTree>
    <p:extLst>
      <p:ext uri="{BB962C8B-B14F-4D97-AF65-F5344CB8AC3E}">
        <p14:creationId xmlns:p14="http://schemas.microsoft.com/office/powerpoint/2010/main" val="148939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1B277E7-27DC-B5BD-68E6-B1052128F255}"/>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8" name="Text Placeholder 5">
            <a:extLst>
              <a:ext uri="{FF2B5EF4-FFF2-40B4-BE49-F238E27FC236}">
                <a16:creationId xmlns:a16="http://schemas.microsoft.com/office/drawing/2014/main" id="{E81F828E-49AA-1263-5774-20D7EB3E0005}"/>
              </a:ext>
            </a:extLst>
          </p:cNvPr>
          <p:cNvSpPr>
            <a:spLocks noGrp="1"/>
          </p:cNvSpPr>
          <p:nvPr>
            <p:ph type="body" sz="quarter" idx="12" hasCustomPrompt="1"/>
          </p:nvPr>
        </p:nvSpPr>
        <p:spPr>
          <a:xfrm>
            <a:off x="323850" y="863601"/>
            <a:ext cx="11544300" cy="873760"/>
          </a:xfrm>
        </p:spPr>
        <p:txBody>
          <a:bodyPr/>
          <a:lstStyle>
            <a:lvl1pPr>
              <a:buNone/>
              <a:defRPr/>
            </a:lvl1pPr>
          </a:lstStyle>
          <a:p>
            <a:pPr lvl="0"/>
            <a:r>
              <a:rPr lang="en-US" dirty="0"/>
              <a:t>Summary</a:t>
            </a:r>
          </a:p>
        </p:txBody>
      </p:sp>
      <p:sp>
        <p:nvSpPr>
          <p:cNvPr id="9" name="Text Placeholder 9">
            <a:extLst>
              <a:ext uri="{FF2B5EF4-FFF2-40B4-BE49-F238E27FC236}">
                <a16:creationId xmlns:a16="http://schemas.microsoft.com/office/drawing/2014/main" id="{BD4842CD-F344-FF2F-B5AF-20638E029F34}"/>
              </a:ext>
            </a:extLst>
          </p:cNvPr>
          <p:cNvSpPr>
            <a:spLocks noGrp="1"/>
          </p:cNvSpPr>
          <p:nvPr>
            <p:ph type="body" sz="quarter" idx="14" hasCustomPrompt="1"/>
          </p:nvPr>
        </p:nvSpPr>
        <p:spPr>
          <a:xfrm>
            <a:off x="323850" y="3070873"/>
            <a:ext cx="4146550" cy="2428240"/>
          </a:xfrm>
        </p:spPr>
        <p:txBody>
          <a:bodyPr/>
          <a:lstStyle>
            <a:lvl1pPr>
              <a:buNone/>
              <a:defRPr/>
            </a:lvl1pPr>
          </a:lstStyle>
          <a:p>
            <a:pPr lvl="0"/>
            <a:r>
              <a:rPr lang="en-US" dirty="0"/>
              <a:t>Conclusion</a:t>
            </a:r>
          </a:p>
        </p:txBody>
      </p:sp>
      <p:sp>
        <p:nvSpPr>
          <p:cNvPr id="10" name="Chart Placeholder 11">
            <a:extLst>
              <a:ext uri="{FF2B5EF4-FFF2-40B4-BE49-F238E27FC236}">
                <a16:creationId xmlns:a16="http://schemas.microsoft.com/office/drawing/2014/main" id="{779D3C07-66AA-12D4-7897-30925A68C7CE}"/>
              </a:ext>
            </a:extLst>
          </p:cNvPr>
          <p:cNvSpPr>
            <a:spLocks noGrp="1"/>
          </p:cNvSpPr>
          <p:nvPr>
            <p:ph type="chart" sz="quarter" idx="15"/>
          </p:nvPr>
        </p:nvSpPr>
        <p:spPr>
          <a:xfrm>
            <a:off x="4744720" y="2011998"/>
            <a:ext cx="7123430" cy="4236402"/>
          </a:xfrm>
        </p:spPr>
        <p:txBody>
          <a:bodyPr/>
          <a:lstStyle/>
          <a:p>
            <a:endParaRPr lang="en-US"/>
          </a:p>
        </p:txBody>
      </p:sp>
    </p:spTree>
    <p:extLst>
      <p:ext uri="{BB962C8B-B14F-4D97-AF65-F5344CB8AC3E}">
        <p14:creationId xmlns:p14="http://schemas.microsoft.com/office/powerpoint/2010/main" val="3060849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539C7-CEA8-B819-1717-5BC455244818}"/>
              </a:ext>
            </a:extLst>
          </p:cNvPr>
          <p:cNvSpPr>
            <a:spLocks noGrp="1"/>
          </p:cNvSpPr>
          <p:nvPr>
            <p:ph type="title" hasCustomPrompt="1"/>
          </p:nvPr>
        </p:nvSpPr>
        <p:spPr>
          <a:xfrm>
            <a:off x="323850" y="162560"/>
            <a:ext cx="5924550" cy="776553"/>
          </a:xfrm>
        </p:spPr>
        <p:txBody>
          <a:bodyPr/>
          <a:lstStyle/>
          <a:p>
            <a:r>
              <a:rPr lang="en-US" dirty="0"/>
              <a:t>Slide Title</a:t>
            </a:r>
          </a:p>
        </p:txBody>
      </p:sp>
      <p:sp>
        <p:nvSpPr>
          <p:cNvPr id="11" name="Chart Placeholder 5">
            <a:extLst>
              <a:ext uri="{FF2B5EF4-FFF2-40B4-BE49-F238E27FC236}">
                <a16:creationId xmlns:a16="http://schemas.microsoft.com/office/drawing/2014/main" id="{4C6CDA55-937F-7068-FB4B-EC2213F254AF}"/>
              </a:ext>
            </a:extLst>
          </p:cNvPr>
          <p:cNvSpPr>
            <a:spLocks noGrp="1"/>
          </p:cNvSpPr>
          <p:nvPr>
            <p:ph type="chart" sz="quarter" idx="12"/>
          </p:nvPr>
        </p:nvSpPr>
        <p:spPr>
          <a:xfrm>
            <a:off x="6421120" y="162560"/>
            <a:ext cx="5447030" cy="4899790"/>
          </a:xfrm>
        </p:spPr>
        <p:txBody>
          <a:bodyPr/>
          <a:lstStyle/>
          <a:p>
            <a:endParaRPr lang="en-US"/>
          </a:p>
        </p:txBody>
      </p:sp>
      <p:sp>
        <p:nvSpPr>
          <p:cNvPr id="12" name="Text Placeholder 7">
            <a:extLst>
              <a:ext uri="{FF2B5EF4-FFF2-40B4-BE49-F238E27FC236}">
                <a16:creationId xmlns:a16="http://schemas.microsoft.com/office/drawing/2014/main" id="{48C50A25-AA73-282E-48B7-CE9A24C4BFF9}"/>
              </a:ext>
            </a:extLst>
          </p:cNvPr>
          <p:cNvSpPr>
            <a:spLocks noGrp="1"/>
          </p:cNvSpPr>
          <p:nvPr>
            <p:ph type="body" sz="quarter" idx="13" hasCustomPrompt="1"/>
          </p:nvPr>
        </p:nvSpPr>
        <p:spPr>
          <a:xfrm>
            <a:off x="323850" y="1248032"/>
            <a:ext cx="5924550" cy="3598288"/>
          </a:xfrm>
        </p:spPr>
        <p:txBody>
          <a:bodyPr/>
          <a:lstStyle/>
          <a:p>
            <a:pPr lvl="0"/>
            <a:r>
              <a:rPr lang="en-US" dirty="0"/>
              <a:t>Sub Title 1</a:t>
            </a:r>
          </a:p>
          <a:p>
            <a:pPr lvl="0"/>
            <a:r>
              <a:rPr lang="en-US" dirty="0"/>
              <a:t>Points</a:t>
            </a:r>
          </a:p>
        </p:txBody>
      </p:sp>
      <p:sp>
        <p:nvSpPr>
          <p:cNvPr id="13" name="Text Placeholder 9">
            <a:extLst>
              <a:ext uri="{FF2B5EF4-FFF2-40B4-BE49-F238E27FC236}">
                <a16:creationId xmlns:a16="http://schemas.microsoft.com/office/drawing/2014/main" id="{73B9078A-AF0E-CD5A-F682-41CDD73F9B23}"/>
              </a:ext>
            </a:extLst>
          </p:cNvPr>
          <p:cNvSpPr>
            <a:spLocks noGrp="1"/>
          </p:cNvSpPr>
          <p:nvPr>
            <p:ph type="body" sz="quarter" idx="14" hasCustomPrompt="1"/>
          </p:nvPr>
        </p:nvSpPr>
        <p:spPr>
          <a:xfrm>
            <a:off x="323850" y="5151120"/>
            <a:ext cx="11544300" cy="1209039"/>
          </a:xfrm>
        </p:spPr>
        <p:txBody>
          <a:bodyPr/>
          <a:lstStyle/>
          <a:p>
            <a:pPr lvl="0"/>
            <a:r>
              <a:rPr lang="en-US" dirty="0"/>
              <a:t>Sub Title 2</a:t>
            </a:r>
          </a:p>
          <a:p>
            <a:pPr lvl="0"/>
            <a:r>
              <a:rPr lang="en-US" dirty="0"/>
              <a:t>Points</a:t>
            </a:r>
          </a:p>
        </p:txBody>
      </p:sp>
      <p:sp>
        <p:nvSpPr>
          <p:cNvPr id="14" name="TextBox 13">
            <a:extLst>
              <a:ext uri="{FF2B5EF4-FFF2-40B4-BE49-F238E27FC236}">
                <a16:creationId xmlns:a16="http://schemas.microsoft.com/office/drawing/2014/main" id="{D4724B17-CEDE-47B0-BB74-A8D9FD150599}"/>
              </a:ext>
            </a:extLst>
          </p:cNvPr>
          <p:cNvSpPr txBox="1"/>
          <p:nvPr userDrawn="1"/>
        </p:nvSpPr>
        <p:spPr>
          <a:xfrm>
            <a:off x="5242560" y="2580640"/>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Tree>
    <p:extLst>
      <p:ext uri="{BB962C8B-B14F-4D97-AF65-F5344CB8AC3E}">
        <p14:creationId xmlns:p14="http://schemas.microsoft.com/office/powerpoint/2010/main" val="2265115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AE88127-08D3-598B-72F1-0E5AC2E6AB51}"/>
              </a:ext>
            </a:extLst>
          </p:cNvPr>
          <p:cNvSpPr>
            <a:spLocks noGrp="1"/>
          </p:cNvSpPr>
          <p:nvPr>
            <p:ph type="title" hasCustomPrompt="1"/>
          </p:nvPr>
        </p:nvSpPr>
        <p:spPr>
          <a:xfrm>
            <a:off x="323850" y="152401"/>
            <a:ext cx="11656060" cy="508000"/>
          </a:xfrm>
        </p:spPr>
        <p:txBody>
          <a:bodyPr/>
          <a:lstStyle>
            <a:lvl1pPr algn="ctr">
              <a:defRPr/>
            </a:lvl1pPr>
          </a:lstStyle>
          <a:p>
            <a:r>
              <a:rPr lang="en-US" dirty="0"/>
              <a:t>Slide Title</a:t>
            </a:r>
          </a:p>
        </p:txBody>
      </p:sp>
      <p:sp>
        <p:nvSpPr>
          <p:cNvPr id="11" name="Text Placeholder 7">
            <a:extLst>
              <a:ext uri="{FF2B5EF4-FFF2-40B4-BE49-F238E27FC236}">
                <a16:creationId xmlns:a16="http://schemas.microsoft.com/office/drawing/2014/main" id="{01B9B1CB-C30A-C7FA-1A6C-85B1676A5139}"/>
              </a:ext>
            </a:extLst>
          </p:cNvPr>
          <p:cNvSpPr>
            <a:spLocks noGrp="1"/>
          </p:cNvSpPr>
          <p:nvPr>
            <p:ph type="body" sz="quarter" idx="13" hasCustomPrompt="1"/>
          </p:nvPr>
        </p:nvSpPr>
        <p:spPr>
          <a:xfrm>
            <a:off x="6543040" y="988541"/>
            <a:ext cx="5436870" cy="4176558"/>
          </a:xfrm>
        </p:spPr>
        <p:txBody>
          <a:bodyPr/>
          <a:lstStyle/>
          <a:p>
            <a:pPr lvl="0"/>
            <a:r>
              <a:rPr lang="en-US" dirty="0"/>
              <a:t>Text</a:t>
            </a:r>
          </a:p>
        </p:txBody>
      </p:sp>
      <p:sp>
        <p:nvSpPr>
          <p:cNvPr id="12" name="Text Placeholder 9">
            <a:extLst>
              <a:ext uri="{FF2B5EF4-FFF2-40B4-BE49-F238E27FC236}">
                <a16:creationId xmlns:a16="http://schemas.microsoft.com/office/drawing/2014/main" id="{834EB14B-D53E-C332-DEA1-E881AB61CC97}"/>
              </a:ext>
            </a:extLst>
          </p:cNvPr>
          <p:cNvSpPr>
            <a:spLocks noGrp="1"/>
          </p:cNvSpPr>
          <p:nvPr>
            <p:ph type="body" sz="quarter" idx="14" hasCustomPrompt="1"/>
          </p:nvPr>
        </p:nvSpPr>
        <p:spPr>
          <a:xfrm>
            <a:off x="323850" y="5364479"/>
            <a:ext cx="11656060" cy="965201"/>
          </a:xfrm>
        </p:spPr>
        <p:txBody>
          <a:bodyPr/>
          <a:lstStyle>
            <a:lvl1pPr>
              <a:buNone/>
              <a:defRPr/>
            </a:lvl1pPr>
          </a:lstStyle>
          <a:p>
            <a:pPr lvl="0"/>
            <a:r>
              <a:rPr lang="en-US" dirty="0"/>
              <a:t>Conclusion</a:t>
            </a:r>
          </a:p>
        </p:txBody>
      </p:sp>
      <p:sp>
        <p:nvSpPr>
          <p:cNvPr id="14" name="Chart Placeholder 13">
            <a:extLst>
              <a:ext uri="{FF2B5EF4-FFF2-40B4-BE49-F238E27FC236}">
                <a16:creationId xmlns:a16="http://schemas.microsoft.com/office/drawing/2014/main" id="{DD835E9E-296E-047C-DB81-59D8E681937F}"/>
              </a:ext>
            </a:extLst>
          </p:cNvPr>
          <p:cNvSpPr>
            <a:spLocks noGrp="1"/>
          </p:cNvSpPr>
          <p:nvPr>
            <p:ph type="chart" sz="quarter" idx="15"/>
          </p:nvPr>
        </p:nvSpPr>
        <p:spPr>
          <a:xfrm>
            <a:off x="323850" y="859782"/>
            <a:ext cx="6076950" cy="4385448"/>
          </a:xfrm>
        </p:spPr>
        <p:txBody>
          <a:bodyPr/>
          <a:lstStyle/>
          <a:p>
            <a:endParaRPr lang="en-US"/>
          </a:p>
        </p:txBody>
      </p:sp>
    </p:spTree>
    <p:extLst>
      <p:ext uri="{BB962C8B-B14F-4D97-AF65-F5344CB8AC3E}">
        <p14:creationId xmlns:p14="http://schemas.microsoft.com/office/powerpoint/2010/main" val="1372195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8C60E8-F5CE-30CA-AF2B-A41FBCBEBF9D}"/>
              </a:ext>
            </a:extLst>
          </p:cNvPr>
          <p:cNvSpPr>
            <a:spLocks noGrp="1"/>
          </p:cNvSpPr>
          <p:nvPr>
            <p:ph type="title" hasCustomPrompt="1"/>
          </p:nvPr>
        </p:nvSpPr>
        <p:spPr>
          <a:xfrm>
            <a:off x="323850" y="152401"/>
            <a:ext cx="11656060" cy="508000"/>
          </a:xfrm>
        </p:spPr>
        <p:txBody>
          <a:bodyPr/>
          <a:lstStyle>
            <a:lvl1pPr algn="l">
              <a:defRPr/>
            </a:lvl1pPr>
          </a:lstStyle>
          <a:p>
            <a:r>
              <a:rPr lang="en-US" dirty="0"/>
              <a:t>Slide Title</a:t>
            </a:r>
          </a:p>
        </p:txBody>
      </p:sp>
      <p:sp>
        <p:nvSpPr>
          <p:cNvPr id="12" name="Text Placeholder 7">
            <a:extLst>
              <a:ext uri="{FF2B5EF4-FFF2-40B4-BE49-F238E27FC236}">
                <a16:creationId xmlns:a16="http://schemas.microsoft.com/office/drawing/2014/main" id="{C99D349B-0D2B-5DE7-91AF-AA9C1E8BA799}"/>
              </a:ext>
            </a:extLst>
          </p:cNvPr>
          <p:cNvSpPr>
            <a:spLocks noGrp="1"/>
          </p:cNvSpPr>
          <p:nvPr>
            <p:ph type="body" sz="quarter" idx="13" hasCustomPrompt="1"/>
          </p:nvPr>
        </p:nvSpPr>
        <p:spPr>
          <a:xfrm>
            <a:off x="323850" y="942958"/>
            <a:ext cx="5436870" cy="4138965"/>
          </a:xfrm>
        </p:spPr>
        <p:txBody>
          <a:bodyPr/>
          <a:lstStyle/>
          <a:p>
            <a:pPr lvl="0"/>
            <a:r>
              <a:rPr lang="en-US" dirty="0"/>
              <a:t>Text</a:t>
            </a:r>
          </a:p>
        </p:txBody>
      </p:sp>
      <p:sp>
        <p:nvSpPr>
          <p:cNvPr id="13" name="Text Placeholder 9">
            <a:extLst>
              <a:ext uri="{FF2B5EF4-FFF2-40B4-BE49-F238E27FC236}">
                <a16:creationId xmlns:a16="http://schemas.microsoft.com/office/drawing/2014/main" id="{97CC7726-D066-0DC0-77D5-693E0B11CA7F}"/>
              </a:ext>
            </a:extLst>
          </p:cNvPr>
          <p:cNvSpPr>
            <a:spLocks noGrp="1"/>
          </p:cNvSpPr>
          <p:nvPr>
            <p:ph type="body" sz="quarter" idx="14" hasCustomPrompt="1"/>
          </p:nvPr>
        </p:nvSpPr>
        <p:spPr>
          <a:xfrm>
            <a:off x="323850" y="5364479"/>
            <a:ext cx="11656060" cy="965201"/>
          </a:xfrm>
        </p:spPr>
        <p:txBody>
          <a:bodyPr/>
          <a:lstStyle>
            <a:lvl1pPr>
              <a:buNone/>
              <a:defRPr/>
            </a:lvl1pPr>
          </a:lstStyle>
          <a:p>
            <a:pPr lvl="0"/>
            <a:r>
              <a:rPr lang="en-US" dirty="0"/>
              <a:t>Conclusion</a:t>
            </a:r>
          </a:p>
        </p:txBody>
      </p:sp>
      <p:sp>
        <p:nvSpPr>
          <p:cNvPr id="14" name="Chart Placeholder 13">
            <a:extLst>
              <a:ext uri="{FF2B5EF4-FFF2-40B4-BE49-F238E27FC236}">
                <a16:creationId xmlns:a16="http://schemas.microsoft.com/office/drawing/2014/main" id="{7F176395-73F9-389E-1B0F-62E0A0055B90}"/>
              </a:ext>
            </a:extLst>
          </p:cNvPr>
          <p:cNvSpPr>
            <a:spLocks noGrp="1"/>
          </p:cNvSpPr>
          <p:nvPr>
            <p:ph type="chart" sz="quarter" idx="15"/>
          </p:nvPr>
        </p:nvSpPr>
        <p:spPr>
          <a:xfrm>
            <a:off x="5943600" y="776605"/>
            <a:ext cx="6036310" cy="4305317"/>
          </a:xfrm>
        </p:spPr>
        <p:txBody>
          <a:bodyPr/>
          <a:lstStyle/>
          <a:p>
            <a:endParaRPr lang="en-US"/>
          </a:p>
        </p:txBody>
      </p:sp>
    </p:spTree>
    <p:extLst>
      <p:ext uri="{BB962C8B-B14F-4D97-AF65-F5344CB8AC3E}">
        <p14:creationId xmlns:p14="http://schemas.microsoft.com/office/powerpoint/2010/main" val="295012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74EDD-B8F5-5FE7-48B7-DE799C8449A5}"/>
              </a:ext>
            </a:extLst>
          </p:cNvPr>
          <p:cNvSpPr>
            <a:spLocks noGrp="1"/>
          </p:cNvSpPr>
          <p:nvPr>
            <p:ph type="title" hasCustomPrompt="1"/>
          </p:nvPr>
        </p:nvSpPr>
        <p:spPr>
          <a:xfrm>
            <a:off x="323849" y="152401"/>
            <a:ext cx="11637491" cy="528320"/>
          </a:xfrm>
        </p:spPr>
        <p:txBody>
          <a:bodyPr/>
          <a:lstStyle>
            <a:lvl1pPr algn="l">
              <a:defRPr/>
            </a:lvl1pPr>
          </a:lstStyle>
          <a:p>
            <a:r>
              <a:rPr lang="en-US" dirty="0"/>
              <a:t>Slide title</a:t>
            </a:r>
          </a:p>
        </p:txBody>
      </p:sp>
      <p:sp>
        <p:nvSpPr>
          <p:cNvPr id="8" name="Text Placeholder 7">
            <a:extLst>
              <a:ext uri="{FF2B5EF4-FFF2-40B4-BE49-F238E27FC236}">
                <a16:creationId xmlns:a16="http://schemas.microsoft.com/office/drawing/2014/main" id="{B82F40BE-4FD1-9F54-063E-650125266FCA}"/>
              </a:ext>
            </a:extLst>
          </p:cNvPr>
          <p:cNvSpPr>
            <a:spLocks noGrp="1"/>
          </p:cNvSpPr>
          <p:nvPr>
            <p:ph type="body" sz="quarter" idx="13" hasCustomPrompt="1"/>
          </p:nvPr>
        </p:nvSpPr>
        <p:spPr>
          <a:xfrm>
            <a:off x="323850" y="1036320"/>
            <a:ext cx="4828918" cy="5140960"/>
          </a:xfrm>
        </p:spPr>
        <p:txBody>
          <a:bodyPr/>
          <a:lstStyle/>
          <a:p>
            <a:pPr lvl="0"/>
            <a:r>
              <a:rPr lang="en-US" dirty="0"/>
              <a:t>Text</a:t>
            </a:r>
          </a:p>
        </p:txBody>
      </p:sp>
      <p:sp>
        <p:nvSpPr>
          <p:cNvPr id="9" name="Chart Placeholder 10">
            <a:extLst>
              <a:ext uri="{FF2B5EF4-FFF2-40B4-BE49-F238E27FC236}">
                <a16:creationId xmlns:a16="http://schemas.microsoft.com/office/drawing/2014/main" id="{46E6A4F5-41AE-0CA0-4CD7-C8FC62DB3E2D}"/>
              </a:ext>
            </a:extLst>
          </p:cNvPr>
          <p:cNvSpPr>
            <a:spLocks noGrp="1"/>
          </p:cNvSpPr>
          <p:nvPr>
            <p:ph type="chart" sz="quarter" idx="14"/>
          </p:nvPr>
        </p:nvSpPr>
        <p:spPr>
          <a:xfrm>
            <a:off x="5598160" y="873760"/>
            <a:ext cx="6363181" cy="5303520"/>
          </a:xfrm>
        </p:spPr>
        <p:txBody>
          <a:bodyPr/>
          <a:lstStyle/>
          <a:p>
            <a:endParaRPr lang="en-US"/>
          </a:p>
        </p:txBody>
      </p:sp>
    </p:spTree>
    <p:extLst>
      <p:ext uri="{BB962C8B-B14F-4D97-AF65-F5344CB8AC3E}">
        <p14:creationId xmlns:p14="http://schemas.microsoft.com/office/powerpoint/2010/main" val="689034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869D5-6C17-519F-0D99-FCA12DA5AFEC}"/>
              </a:ext>
            </a:extLst>
          </p:cNvPr>
          <p:cNvSpPr>
            <a:spLocks noGrp="1"/>
          </p:cNvSpPr>
          <p:nvPr>
            <p:ph type="title" hasCustomPrompt="1"/>
          </p:nvPr>
        </p:nvSpPr>
        <p:spPr>
          <a:xfrm>
            <a:off x="243840" y="158229"/>
            <a:ext cx="11694161" cy="499762"/>
          </a:xfrm>
        </p:spPr>
        <p:txBody>
          <a:bodyPr/>
          <a:lstStyle>
            <a:lvl1pPr algn="ctr">
              <a:defRPr/>
            </a:lvl1pPr>
          </a:lstStyle>
          <a:p>
            <a:r>
              <a:rPr lang="en-US" dirty="0"/>
              <a:t>Slide title</a:t>
            </a:r>
          </a:p>
        </p:txBody>
      </p:sp>
      <p:sp>
        <p:nvSpPr>
          <p:cNvPr id="10" name="Chart Placeholder 10">
            <a:extLst>
              <a:ext uri="{FF2B5EF4-FFF2-40B4-BE49-F238E27FC236}">
                <a16:creationId xmlns:a16="http://schemas.microsoft.com/office/drawing/2014/main" id="{3AD4A1E9-5C1B-AEE8-B778-8F6B0B953649}"/>
              </a:ext>
            </a:extLst>
          </p:cNvPr>
          <p:cNvSpPr>
            <a:spLocks noGrp="1"/>
          </p:cNvSpPr>
          <p:nvPr>
            <p:ph type="chart" sz="quarter" idx="12"/>
          </p:nvPr>
        </p:nvSpPr>
        <p:spPr>
          <a:xfrm>
            <a:off x="243840" y="882693"/>
            <a:ext cx="6705600" cy="5322658"/>
          </a:xfrm>
        </p:spPr>
        <p:txBody>
          <a:bodyPr/>
          <a:lstStyle/>
          <a:p>
            <a:endParaRPr lang="en-US"/>
          </a:p>
        </p:txBody>
      </p:sp>
      <p:sp>
        <p:nvSpPr>
          <p:cNvPr id="11" name="Text Placeholder 12">
            <a:extLst>
              <a:ext uri="{FF2B5EF4-FFF2-40B4-BE49-F238E27FC236}">
                <a16:creationId xmlns:a16="http://schemas.microsoft.com/office/drawing/2014/main" id="{293BA13F-92EC-E446-3B17-E3D6D7821DCB}"/>
              </a:ext>
            </a:extLst>
          </p:cNvPr>
          <p:cNvSpPr>
            <a:spLocks noGrp="1"/>
          </p:cNvSpPr>
          <p:nvPr>
            <p:ph type="body" sz="quarter" idx="13" hasCustomPrompt="1"/>
          </p:nvPr>
        </p:nvSpPr>
        <p:spPr>
          <a:xfrm>
            <a:off x="7233921" y="1037967"/>
            <a:ext cx="4704080" cy="5167383"/>
          </a:xfrm>
        </p:spPr>
        <p:txBody>
          <a:bodyPr/>
          <a:lstStyle/>
          <a:p>
            <a:pPr lvl="0"/>
            <a:r>
              <a:rPr lang="en-US" dirty="0"/>
              <a:t>Points</a:t>
            </a:r>
          </a:p>
        </p:txBody>
      </p:sp>
    </p:spTree>
    <p:extLst>
      <p:ext uri="{BB962C8B-B14F-4D97-AF65-F5344CB8AC3E}">
        <p14:creationId xmlns:p14="http://schemas.microsoft.com/office/powerpoint/2010/main" val="2947282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256B3-7E85-8DD7-5A6A-20D9981BC2A7}"/>
              </a:ext>
            </a:extLst>
          </p:cNvPr>
          <p:cNvSpPr>
            <a:spLocks noGrp="1"/>
          </p:cNvSpPr>
          <p:nvPr>
            <p:ph type="title" hasCustomPrompt="1"/>
          </p:nvPr>
        </p:nvSpPr>
        <p:spPr>
          <a:xfrm>
            <a:off x="325119" y="172721"/>
            <a:ext cx="11636221" cy="487680"/>
          </a:xfrm>
        </p:spPr>
        <p:txBody>
          <a:bodyPr/>
          <a:lstStyle/>
          <a:p>
            <a:r>
              <a:rPr lang="en-US" dirty="0"/>
              <a:t>Slide title</a:t>
            </a:r>
          </a:p>
        </p:txBody>
      </p:sp>
      <p:sp>
        <p:nvSpPr>
          <p:cNvPr id="10" name="Text Placeholder 7">
            <a:extLst>
              <a:ext uri="{FF2B5EF4-FFF2-40B4-BE49-F238E27FC236}">
                <a16:creationId xmlns:a16="http://schemas.microsoft.com/office/drawing/2014/main" id="{B95CDC80-A5BD-E53A-40D3-49048A042CEA}"/>
              </a:ext>
            </a:extLst>
          </p:cNvPr>
          <p:cNvSpPr>
            <a:spLocks noGrp="1"/>
          </p:cNvSpPr>
          <p:nvPr>
            <p:ph type="body" sz="quarter" idx="13" hasCustomPrompt="1"/>
          </p:nvPr>
        </p:nvSpPr>
        <p:spPr>
          <a:xfrm>
            <a:off x="325120" y="873758"/>
            <a:ext cx="5659119" cy="5323842"/>
          </a:xfrm>
        </p:spPr>
        <p:txBody>
          <a:bodyPr/>
          <a:lstStyle/>
          <a:p>
            <a:pPr lvl="0"/>
            <a:r>
              <a:rPr lang="en-US"/>
              <a:t>Text</a:t>
            </a:r>
            <a:endParaRPr lang="en-US" dirty="0"/>
          </a:p>
        </p:txBody>
      </p:sp>
      <p:sp>
        <p:nvSpPr>
          <p:cNvPr id="11" name="Chart Placeholder 10">
            <a:extLst>
              <a:ext uri="{FF2B5EF4-FFF2-40B4-BE49-F238E27FC236}">
                <a16:creationId xmlns:a16="http://schemas.microsoft.com/office/drawing/2014/main" id="{6FFFC88B-DBB6-B926-F818-B992268EC3E6}"/>
              </a:ext>
            </a:extLst>
          </p:cNvPr>
          <p:cNvSpPr>
            <a:spLocks noGrp="1"/>
          </p:cNvSpPr>
          <p:nvPr>
            <p:ph type="chart" sz="quarter" idx="14"/>
          </p:nvPr>
        </p:nvSpPr>
        <p:spPr>
          <a:xfrm>
            <a:off x="6207762" y="873759"/>
            <a:ext cx="5753579" cy="5323842"/>
          </a:xfrm>
        </p:spPr>
        <p:txBody>
          <a:bodyPr/>
          <a:lstStyle/>
          <a:p>
            <a:endParaRPr lang="en-US"/>
          </a:p>
        </p:txBody>
      </p:sp>
    </p:spTree>
    <p:extLst>
      <p:ext uri="{BB962C8B-B14F-4D97-AF65-F5344CB8AC3E}">
        <p14:creationId xmlns:p14="http://schemas.microsoft.com/office/powerpoint/2010/main" val="892691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1075CFD-A91B-3DC5-F11B-1FD55B33524D}"/>
              </a:ext>
            </a:extLst>
          </p:cNvPr>
          <p:cNvSpPr>
            <a:spLocks noGrp="1"/>
          </p:cNvSpPr>
          <p:nvPr>
            <p:ph type="title" hasCustomPrompt="1"/>
          </p:nvPr>
        </p:nvSpPr>
        <p:spPr>
          <a:xfrm>
            <a:off x="264161" y="160638"/>
            <a:ext cx="11663679" cy="540402"/>
          </a:xfrm>
        </p:spPr>
        <p:txBody>
          <a:bodyPr/>
          <a:lstStyle>
            <a:lvl1pPr algn="ctr">
              <a:defRPr/>
            </a:lvl1pPr>
          </a:lstStyle>
          <a:p>
            <a:r>
              <a:rPr lang="en-US" dirty="0"/>
              <a:t>Slide title</a:t>
            </a:r>
          </a:p>
        </p:txBody>
      </p:sp>
      <p:sp>
        <p:nvSpPr>
          <p:cNvPr id="8" name="Text Placeholder 12">
            <a:extLst>
              <a:ext uri="{FF2B5EF4-FFF2-40B4-BE49-F238E27FC236}">
                <a16:creationId xmlns:a16="http://schemas.microsoft.com/office/drawing/2014/main" id="{3A554B9F-0458-9C77-F608-7AC8AD0D5CED}"/>
              </a:ext>
            </a:extLst>
          </p:cNvPr>
          <p:cNvSpPr>
            <a:spLocks noGrp="1"/>
          </p:cNvSpPr>
          <p:nvPr>
            <p:ph type="body" sz="quarter" idx="13" hasCustomPrompt="1"/>
          </p:nvPr>
        </p:nvSpPr>
        <p:spPr>
          <a:xfrm>
            <a:off x="6228080" y="885102"/>
            <a:ext cx="5699760" cy="5271858"/>
          </a:xfrm>
        </p:spPr>
        <p:txBody>
          <a:bodyPr/>
          <a:lstStyle/>
          <a:p>
            <a:pPr lvl="0"/>
            <a:r>
              <a:rPr lang="en-US" dirty="0"/>
              <a:t>Points</a:t>
            </a:r>
          </a:p>
        </p:txBody>
      </p:sp>
      <p:sp>
        <p:nvSpPr>
          <p:cNvPr id="9" name="Chart Placeholder 10">
            <a:extLst>
              <a:ext uri="{FF2B5EF4-FFF2-40B4-BE49-F238E27FC236}">
                <a16:creationId xmlns:a16="http://schemas.microsoft.com/office/drawing/2014/main" id="{79979559-77A8-0064-5B5D-72B85DD452DE}"/>
              </a:ext>
            </a:extLst>
          </p:cNvPr>
          <p:cNvSpPr>
            <a:spLocks noGrp="1"/>
          </p:cNvSpPr>
          <p:nvPr>
            <p:ph type="chart" sz="quarter" idx="14"/>
          </p:nvPr>
        </p:nvSpPr>
        <p:spPr>
          <a:xfrm>
            <a:off x="264161" y="885103"/>
            <a:ext cx="5537199" cy="5383618"/>
          </a:xfrm>
        </p:spPr>
        <p:txBody>
          <a:bodyPr/>
          <a:lstStyle/>
          <a:p>
            <a:endParaRPr lang="en-US"/>
          </a:p>
        </p:txBody>
      </p:sp>
    </p:spTree>
    <p:extLst>
      <p:ext uri="{BB962C8B-B14F-4D97-AF65-F5344CB8AC3E}">
        <p14:creationId xmlns:p14="http://schemas.microsoft.com/office/powerpoint/2010/main" val="3182774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74B47-A841-BBD8-FFA1-68706E3A3A23}"/>
              </a:ext>
            </a:extLst>
          </p:cNvPr>
          <p:cNvSpPr>
            <a:spLocks noGrp="1"/>
          </p:cNvSpPr>
          <p:nvPr>
            <p:ph type="title" hasCustomPrompt="1"/>
          </p:nvPr>
        </p:nvSpPr>
        <p:spPr>
          <a:xfrm>
            <a:off x="323850" y="298146"/>
            <a:ext cx="6818630" cy="492443"/>
          </a:xfrm>
        </p:spPr>
        <p:txBody>
          <a:bodyPr/>
          <a:lstStyle>
            <a:lvl1pPr>
              <a:defRPr sz="2400"/>
            </a:lvl1pPr>
          </a:lstStyle>
          <a:p>
            <a:r>
              <a:rPr lang="en-US" dirty="0"/>
              <a:t>Slide Title</a:t>
            </a:r>
          </a:p>
        </p:txBody>
      </p:sp>
      <p:sp>
        <p:nvSpPr>
          <p:cNvPr id="10" name="SmartArt Placeholder 5">
            <a:extLst>
              <a:ext uri="{FF2B5EF4-FFF2-40B4-BE49-F238E27FC236}">
                <a16:creationId xmlns:a16="http://schemas.microsoft.com/office/drawing/2014/main" id="{0779B066-DC88-D52E-006E-FEAD953636F0}"/>
              </a:ext>
            </a:extLst>
          </p:cNvPr>
          <p:cNvSpPr>
            <a:spLocks noGrp="1"/>
          </p:cNvSpPr>
          <p:nvPr>
            <p:ph type="dgm" sz="quarter" idx="12"/>
          </p:nvPr>
        </p:nvSpPr>
        <p:spPr>
          <a:xfrm>
            <a:off x="7355840" y="298146"/>
            <a:ext cx="4724400" cy="5970574"/>
          </a:xfrm>
        </p:spPr>
        <p:txBody>
          <a:bodyPr/>
          <a:lstStyle/>
          <a:p>
            <a:endParaRPr lang="en-US"/>
          </a:p>
        </p:txBody>
      </p:sp>
      <p:sp>
        <p:nvSpPr>
          <p:cNvPr id="11" name="Text Placeholder 7">
            <a:extLst>
              <a:ext uri="{FF2B5EF4-FFF2-40B4-BE49-F238E27FC236}">
                <a16:creationId xmlns:a16="http://schemas.microsoft.com/office/drawing/2014/main" id="{E000CB34-95E9-5B73-3591-27845A818CA0}"/>
              </a:ext>
            </a:extLst>
          </p:cNvPr>
          <p:cNvSpPr>
            <a:spLocks noGrp="1"/>
          </p:cNvSpPr>
          <p:nvPr>
            <p:ph type="body" sz="quarter" idx="13" hasCustomPrompt="1"/>
          </p:nvPr>
        </p:nvSpPr>
        <p:spPr>
          <a:xfrm>
            <a:off x="323850" y="967754"/>
            <a:ext cx="6818630" cy="5372086"/>
          </a:xfrm>
        </p:spPr>
        <p:txBody>
          <a:bodyPr/>
          <a:lstStyle>
            <a:lvl1pPr>
              <a:defRPr sz="1600"/>
            </a:lvl1pPr>
          </a:lstStyle>
          <a:p>
            <a:pPr lvl="0"/>
            <a:r>
              <a:rPr lang="en-US" dirty="0"/>
              <a:t>Text</a:t>
            </a:r>
          </a:p>
        </p:txBody>
      </p:sp>
    </p:spTree>
    <p:extLst>
      <p:ext uri="{BB962C8B-B14F-4D97-AF65-F5344CB8AC3E}">
        <p14:creationId xmlns:p14="http://schemas.microsoft.com/office/powerpoint/2010/main" val="347477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49FD8-B45B-6EA1-41A0-5536CE858527}"/>
              </a:ext>
            </a:extLst>
          </p:cNvPr>
          <p:cNvSpPr>
            <a:spLocks noGrp="1"/>
          </p:cNvSpPr>
          <p:nvPr>
            <p:ph type="title" hasCustomPrompt="1"/>
          </p:nvPr>
        </p:nvSpPr>
        <p:spPr>
          <a:xfrm>
            <a:off x="242570" y="298146"/>
            <a:ext cx="11625580" cy="492443"/>
          </a:xfrm>
        </p:spPr>
        <p:txBody>
          <a:bodyPr/>
          <a:lstStyle>
            <a:lvl1pPr>
              <a:defRPr sz="2400"/>
            </a:lvl1pPr>
          </a:lstStyle>
          <a:p>
            <a:r>
              <a:rPr lang="en-US" dirty="0"/>
              <a:t>Slide Title</a:t>
            </a:r>
          </a:p>
        </p:txBody>
      </p:sp>
      <p:sp>
        <p:nvSpPr>
          <p:cNvPr id="10" name="SmartArt Placeholder 5">
            <a:extLst>
              <a:ext uri="{FF2B5EF4-FFF2-40B4-BE49-F238E27FC236}">
                <a16:creationId xmlns:a16="http://schemas.microsoft.com/office/drawing/2014/main" id="{93F2D8BC-1EFC-62BC-58C9-216634184DC6}"/>
              </a:ext>
            </a:extLst>
          </p:cNvPr>
          <p:cNvSpPr>
            <a:spLocks noGrp="1"/>
          </p:cNvSpPr>
          <p:nvPr>
            <p:ph type="dgm" sz="quarter" idx="12"/>
          </p:nvPr>
        </p:nvSpPr>
        <p:spPr>
          <a:xfrm>
            <a:off x="242570" y="873760"/>
            <a:ext cx="4339590" cy="5476240"/>
          </a:xfrm>
        </p:spPr>
        <p:txBody>
          <a:bodyPr/>
          <a:lstStyle/>
          <a:p>
            <a:endParaRPr lang="en-US"/>
          </a:p>
        </p:txBody>
      </p:sp>
      <p:sp>
        <p:nvSpPr>
          <p:cNvPr id="11" name="Text Placeholder 7">
            <a:extLst>
              <a:ext uri="{FF2B5EF4-FFF2-40B4-BE49-F238E27FC236}">
                <a16:creationId xmlns:a16="http://schemas.microsoft.com/office/drawing/2014/main" id="{80F962E0-6672-C1A8-788F-F4A03877D5FB}"/>
              </a:ext>
            </a:extLst>
          </p:cNvPr>
          <p:cNvSpPr>
            <a:spLocks noGrp="1"/>
          </p:cNvSpPr>
          <p:nvPr>
            <p:ph type="body" sz="quarter" idx="13" hasCustomPrompt="1"/>
          </p:nvPr>
        </p:nvSpPr>
        <p:spPr>
          <a:xfrm>
            <a:off x="5191760" y="985520"/>
            <a:ext cx="6676390" cy="5283200"/>
          </a:xfrm>
        </p:spPr>
        <p:txBody>
          <a:bodyPr/>
          <a:lstStyle>
            <a:lvl1pPr>
              <a:defRPr sz="1600"/>
            </a:lvl1pPr>
          </a:lstStyle>
          <a:p>
            <a:pPr lvl="0"/>
            <a:r>
              <a:rPr lang="en-US" dirty="0"/>
              <a:t>Text</a:t>
            </a:r>
          </a:p>
        </p:txBody>
      </p:sp>
    </p:spTree>
    <p:extLst>
      <p:ext uri="{BB962C8B-B14F-4D97-AF65-F5344CB8AC3E}">
        <p14:creationId xmlns:p14="http://schemas.microsoft.com/office/powerpoint/2010/main" val="251852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69CAD36-43CB-7DD8-6395-402F6EAD4BBA}"/>
              </a:ext>
            </a:extLst>
          </p:cNvPr>
          <p:cNvSpPr>
            <a:spLocks noGrp="1"/>
          </p:cNvSpPr>
          <p:nvPr>
            <p:ph type="title" hasCustomPrompt="1"/>
          </p:nvPr>
        </p:nvSpPr>
        <p:spPr>
          <a:xfrm>
            <a:off x="323850" y="298146"/>
            <a:ext cx="11544300" cy="492443"/>
          </a:xfrm>
        </p:spPr>
        <p:txBody>
          <a:bodyPr/>
          <a:lstStyle>
            <a:lvl1pPr>
              <a:defRPr sz="2400"/>
            </a:lvl1pPr>
          </a:lstStyle>
          <a:p>
            <a:r>
              <a:rPr lang="en-US" dirty="0"/>
              <a:t>Slide Title</a:t>
            </a:r>
          </a:p>
        </p:txBody>
      </p:sp>
      <p:sp>
        <p:nvSpPr>
          <p:cNvPr id="8" name="SmartArt Placeholder 5">
            <a:extLst>
              <a:ext uri="{FF2B5EF4-FFF2-40B4-BE49-F238E27FC236}">
                <a16:creationId xmlns:a16="http://schemas.microsoft.com/office/drawing/2014/main" id="{474B1FF0-041A-367D-0783-CD3774189CCA}"/>
              </a:ext>
            </a:extLst>
          </p:cNvPr>
          <p:cNvSpPr>
            <a:spLocks noGrp="1"/>
          </p:cNvSpPr>
          <p:nvPr>
            <p:ph type="dgm" sz="quarter" idx="12"/>
          </p:nvPr>
        </p:nvSpPr>
        <p:spPr>
          <a:xfrm>
            <a:off x="7142480" y="1229360"/>
            <a:ext cx="4725670" cy="4145280"/>
          </a:xfrm>
        </p:spPr>
        <p:txBody>
          <a:bodyPr/>
          <a:lstStyle/>
          <a:p>
            <a:endParaRPr lang="en-US"/>
          </a:p>
        </p:txBody>
      </p:sp>
      <p:sp>
        <p:nvSpPr>
          <p:cNvPr id="9" name="Text Placeholder 7">
            <a:extLst>
              <a:ext uri="{FF2B5EF4-FFF2-40B4-BE49-F238E27FC236}">
                <a16:creationId xmlns:a16="http://schemas.microsoft.com/office/drawing/2014/main" id="{4125AAA5-8682-2455-194D-8B202121B4BE}"/>
              </a:ext>
            </a:extLst>
          </p:cNvPr>
          <p:cNvSpPr>
            <a:spLocks noGrp="1"/>
          </p:cNvSpPr>
          <p:nvPr>
            <p:ph type="body" sz="quarter" idx="13" hasCustomPrompt="1"/>
          </p:nvPr>
        </p:nvSpPr>
        <p:spPr>
          <a:xfrm>
            <a:off x="323850" y="1066800"/>
            <a:ext cx="5345430" cy="5019040"/>
          </a:xfrm>
        </p:spPr>
        <p:txBody>
          <a:bodyPr/>
          <a:lstStyle>
            <a:lvl1pPr>
              <a:defRPr sz="1600"/>
            </a:lvl1pPr>
          </a:lstStyle>
          <a:p>
            <a:pPr lvl="0"/>
            <a:r>
              <a:rPr lang="en-US" dirty="0"/>
              <a:t>Points</a:t>
            </a:r>
          </a:p>
        </p:txBody>
      </p:sp>
    </p:spTree>
    <p:extLst>
      <p:ext uri="{BB962C8B-B14F-4D97-AF65-F5344CB8AC3E}">
        <p14:creationId xmlns:p14="http://schemas.microsoft.com/office/powerpoint/2010/main" val="3431630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15A13A-16F5-8FFF-F0E9-26B00A8433B4}"/>
              </a:ext>
            </a:extLst>
          </p:cNvPr>
          <p:cNvSpPr>
            <a:spLocks noGrp="1"/>
          </p:cNvSpPr>
          <p:nvPr>
            <p:ph type="title" hasCustomPrompt="1"/>
          </p:nvPr>
        </p:nvSpPr>
        <p:spPr>
          <a:xfrm>
            <a:off x="242570" y="196546"/>
            <a:ext cx="11544300" cy="492443"/>
          </a:xfrm>
        </p:spPr>
        <p:txBody>
          <a:bodyPr/>
          <a:lstStyle>
            <a:lvl1pPr>
              <a:defRPr sz="2400"/>
            </a:lvl1pPr>
          </a:lstStyle>
          <a:p>
            <a:r>
              <a:rPr lang="en-US" dirty="0"/>
              <a:t>Slide Title</a:t>
            </a:r>
          </a:p>
        </p:txBody>
      </p:sp>
      <p:sp>
        <p:nvSpPr>
          <p:cNvPr id="8" name="SmartArt Placeholder 5">
            <a:extLst>
              <a:ext uri="{FF2B5EF4-FFF2-40B4-BE49-F238E27FC236}">
                <a16:creationId xmlns:a16="http://schemas.microsoft.com/office/drawing/2014/main" id="{D9D091F6-C830-C3A8-84D8-F1A775071489}"/>
              </a:ext>
            </a:extLst>
          </p:cNvPr>
          <p:cNvSpPr>
            <a:spLocks noGrp="1"/>
          </p:cNvSpPr>
          <p:nvPr>
            <p:ph type="dgm" sz="quarter" idx="12"/>
          </p:nvPr>
        </p:nvSpPr>
        <p:spPr>
          <a:xfrm>
            <a:off x="552450" y="1356360"/>
            <a:ext cx="4725670" cy="4145280"/>
          </a:xfrm>
        </p:spPr>
        <p:txBody>
          <a:bodyPr/>
          <a:lstStyle/>
          <a:p>
            <a:endParaRPr lang="en-US"/>
          </a:p>
        </p:txBody>
      </p:sp>
      <p:sp>
        <p:nvSpPr>
          <p:cNvPr id="9" name="Text Placeholder 7">
            <a:extLst>
              <a:ext uri="{FF2B5EF4-FFF2-40B4-BE49-F238E27FC236}">
                <a16:creationId xmlns:a16="http://schemas.microsoft.com/office/drawing/2014/main" id="{A74DC7F2-E5DA-0C63-4503-BCDD70380C0F}"/>
              </a:ext>
            </a:extLst>
          </p:cNvPr>
          <p:cNvSpPr>
            <a:spLocks noGrp="1"/>
          </p:cNvSpPr>
          <p:nvPr>
            <p:ph type="body" sz="quarter" idx="13" hasCustomPrompt="1"/>
          </p:nvPr>
        </p:nvSpPr>
        <p:spPr>
          <a:xfrm>
            <a:off x="6294120" y="903923"/>
            <a:ext cx="5345430" cy="5019040"/>
          </a:xfrm>
        </p:spPr>
        <p:txBody>
          <a:bodyPr/>
          <a:lstStyle>
            <a:lvl1pPr>
              <a:defRPr sz="1600"/>
            </a:lvl1pPr>
          </a:lstStyle>
          <a:p>
            <a:pPr lvl="0"/>
            <a:r>
              <a:rPr lang="en-US" dirty="0"/>
              <a:t>Points</a:t>
            </a:r>
          </a:p>
        </p:txBody>
      </p:sp>
    </p:spTree>
    <p:extLst>
      <p:ext uri="{BB962C8B-B14F-4D97-AF65-F5344CB8AC3E}">
        <p14:creationId xmlns:p14="http://schemas.microsoft.com/office/powerpoint/2010/main" val="3580838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2DC747-CB1C-6C25-A005-2D253E6765F6}"/>
              </a:ext>
            </a:extLst>
          </p:cNvPr>
          <p:cNvSpPr>
            <a:spLocks noGrp="1"/>
          </p:cNvSpPr>
          <p:nvPr>
            <p:ph type="title" hasCustomPrompt="1"/>
          </p:nvPr>
        </p:nvSpPr>
        <p:spPr>
          <a:xfrm>
            <a:off x="323850" y="298146"/>
            <a:ext cx="11544300" cy="492443"/>
          </a:xfrm>
        </p:spPr>
        <p:txBody>
          <a:bodyPr/>
          <a:lstStyle>
            <a:lvl1pPr>
              <a:defRPr sz="2400"/>
            </a:lvl1pPr>
          </a:lstStyle>
          <a:p>
            <a:r>
              <a:rPr lang="en-US" dirty="0"/>
              <a:t>Slide Title</a:t>
            </a:r>
          </a:p>
        </p:txBody>
      </p:sp>
      <p:sp>
        <p:nvSpPr>
          <p:cNvPr id="8" name="SmartArt Placeholder 5">
            <a:extLst>
              <a:ext uri="{FF2B5EF4-FFF2-40B4-BE49-F238E27FC236}">
                <a16:creationId xmlns:a16="http://schemas.microsoft.com/office/drawing/2014/main" id="{37F2B079-D0F4-EF02-96F3-999C2436AED3}"/>
              </a:ext>
            </a:extLst>
          </p:cNvPr>
          <p:cNvSpPr>
            <a:spLocks noGrp="1"/>
          </p:cNvSpPr>
          <p:nvPr>
            <p:ph type="dgm" sz="quarter" idx="12"/>
          </p:nvPr>
        </p:nvSpPr>
        <p:spPr>
          <a:xfrm>
            <a:off x="323850" y="790589"/>
            <a:ext cx="11544300" cy="2843565"/>
          </a:xfrm>
        </p:spPr>
        <p:txBody>
          <a:bodyPr/>
          <a:lstStyle/>
          <a:p>
            <a:endParaRPr lang="en-US" dirty="0"/>
          </a:p>
        </p:txBody>
      </p:sp>
      <p:sp>
        <p:nvSpPr>
          <p:cNvPr id="9" name="Text Placeholder 7">
            <a:extLst>
              <a:ext uri="{FF2B5EF4-FFF2-40B4-BE49-F238E27FC236}">
                <a16:creationId xmlns:a16="http://schemas.microsoft.com/office/drawing/2014/main" id="{92DC31B7-76EE-436B-6359-01327D77050C}"/>
              </a:ext>
            </a:extLst>
          </p:cNvPr>
          <p:cNvSpPr>
            <a:spLocks noGrp="1"/>
          </p:cNvSpPr>
          <p:nvPr>
            <p:ph type="body" sz="quarter" idx="13" hasCustomPrompt="1"/>
          </p:nvPr>
        </p:nvSpPr>
        <p:spPr>
          <a:xfrm>
            <a:off x="323850" y="3746500"/>
            <a:ext cx="11544300" cy="2461260"/>
          </a:xfrm>
        </p:spPr>
        <p:txBody>
          <a:bodyPr/>
          <a:lstStyle>
            <a:lvl1pPr>
              <a:defRPr sz="1600"/>
            </a:lvl1pPr>
          </a:lstStyle>
          <a:p>
            <a:pPr lvl="0"/>
            <a:r>
              <a:rPr lang="en-US" dirty="0"/>
              <a:t>Text</a:t>
            </a:r>
          </a:p>
        </p:txBody>
      </p:sp>
    </p:spTree>
    <p:extLst>
      <p:ext uri="{BB962C8B-B14F-4D97-AF65-F5344CB8AC3E}">
        <p14:creationId xmlns:p14="http://schemas.microsoft.com/office/powerpoint/2010/main" val="543759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C5BE83EB-4C8C-6F9D-E1D0-6C1CCAE01D7C}"/>
              </a:ext>
            </a:extLst>
          </p:cNvPr>
          <p:cNvSpPr>
            <a:spLocks noGrp="1"/>
          </p:cNvSpPr>
          <p:nvPr>
            <p:ph type="title" hasCustomPrompt="1"/>
          </p:nvPr>
        </p:nvSpPr>
        <p:spPr>
          <a:xfrm>
            <a:off x="323850" y="298146"/>
            <a:ext cx="11544300" cy="492443"/>
          </a:xfrm>
        </p:spPr>
        <p:txBody>
          <a:bodyPr/>
          <a:lstStyle>
            <a:lvl1pPr>
              <a:defRPr sz="2400"/>
            </a:lvl1pPr>
          </a:lstStyle>
          <a:p>
            <a:r>
              <a:rPr lang="en-US" sz="2400" dirty="0"/>
              <a:t>Slide Title</a:t>
            </a:r>
            <a:endParaRPr lang="en-US" dirty="0"/>
          </a:p>
        </p:txBody>
      </p:sp>
      <p:sp>
        <p:nvSpPr>
          <p:cNvPr id="10" name="SmartArt Placeholder 6">
            <a:extLst>
              <a:ext uri="{FF2B5EF4-FFF2-40B4-BE49-F238E27FC236}">
                <a16:creationId xmlns:a16="http://schemas.microsoft.com/office/drawing/2014/main" id="{10CF51F2-BF28-F975-1D54-AB0AB3F7F98B}"/>
              </a:ext>
            </a:extLst>
          </p:cNvPr>
          <p:cNvSpPr>
            <a:spLocks noGrp="1"/>
          </p:cNvSpPr>
          <p:nvPr>
            <p:ph type="dgm" sz="quarter" idx="13"/>
          </p:nvPr>
        </p:nvSpPr>
        <p:spPr>
          <a:xfrm>
            <a:off x="6258560" y="985520"/>
            <a:ext cx="5609590" cy="5242560"/>
          </a:xfrm>
        </p:spPr>
        <p:txBody>
          <a:bodyPr/>
          <a:lstStyle/>
          <a:p>
            <a:endParaRPr lang="en-US"/>
          </a:p>
        </p:txBody>
      </p:sp>
      <p:sp>
        <p:nvSpPr>
          <p:cNvPr id="11" name="Text Placeholder 8">
            <a:extLst>
              <a:ext uri="{FF2B5EF4-FFF2-40B4-BE49-F238E27FC236}">
                <a16:creationId xmlns:a16="http://schemas.microsoft.com/office/drawing/2014/main" id="{16A355D4-0B59-05A8-D836-BFA90B568BF4}"/>
              </a:ext>
            </a:extLst>
          </p:cNvPr>
          <p:cNvSpPr>
            <a:spLocks noGrp="1"/>
          </p:cNvSpPr>
          <p:nvPr>
            <p:ph type="body" sz="quarter" idx="14" hasCustomPrompt="1"/>
          </p:nvPr>
        </p:nvSpPr>
        <p:spPr>
          <a:xfrm>
            <a:off x="323850" y="985520"/>
            <a:ext cx="5487670" cy="5242560"/>
          </a:xfrm>
        </p:spPr>
        <p:txBody>
          <a:bodyPr/>
          <a:lstStyle>
            <a:lvl1pPr>
              <a:defRPr sz="1600"/>
            </a:lvl1pPr>
          </a:lstStyle>
          <a:p>
            <a:pPr lvl="0"/>
            <a:r>
              <a:rPr lang="en-US" dirty="0"/>
              <a:t>Text</a:t>
            </a:r>
          </a:p>
        </p:txBody>
      </p:sp>
    </p:spTree>
    <p:extLst>
      <p:ext uri="{BB962C8B-B14F-4D97-AF65-F5344CB8AC3E}">
        <p14:creationId xmlns:p14="http://schemas.microsoft.com/office/powerpoint/2010/main" val="13124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C5E0CEA2-4A54-4B65-BB31-48145CC22CED}"/>
              </a:ext>
            </a:extLst>
          </p:cNvPr>
          <p:cNvSpPr>
            <a:spLocks noGrp="1"/>
          </p:cNvSpPr>
          <p:nvPr>
            <p:ph type="title" hasCustomPrompt="1"/>
          </p:nvPr>
        </p:nvSpPr>
        <p:spPr>
          <a:xfrm>
            <a:off x="323850" y="298146"/>
            <a:ext cx="11544300" cy="492443"/>
          </a:xfrm>
        </p:spPr>
        <p:txBody>
          <a:bodyPr/>
          <a:lstStyle>
            <a:lvl1pPr>
              <a:defRPr sz="2400"/>
            </a:lvl1pPr>
          </a:lstStyle>
          <a:p>
            <a:r>
              <a:rPr lang="en-US" sz="2400" dirty="0"/>
              <a:t>Slide Title</a:t>
            </a:r>
            <a:endParaRPr lang="en-US" dirty="0"/>
          </a:p>
        </p:txBody>
      </p:sp>
      <p:sp>
        <p:nvSpPr>
          <p:cNvPr id="10" name="SmartArt Placeholder 6">
            <a:extLst>
              <a:ext uri="{FF2B5EF4-FFF2-40B4-BE49-F238E27FC236}">
                <a16:creationId xmlns:a16="http://schemas.microsoft.com/office/drawing/2014/main" id="{52B62A3D-6E82-712D-FD54-FDF62C517937}"/>
              </a:ext>
            </a:extLst>
          </p:cNvPr>
          <p:cNvSpPr>
            <a:spLocks noGrp="1"/>
          </p:cNvSpPr>
          <p:nvPr>
            <p:ph type="dgm" sz="quarter" idx="13"/>
          </p:nvPr>
        </p:nvSpPr>
        <p:spPr>
          <a:xfrm>
            <a:off x="323850" y="1097280"/>
            <a:ext cx="5609590" cy="5242560"/>
          </a:xfrm>
        </p:spPr>
        <p:txBody>
          <a:bodyPr/>
          <a:lstStyle/>
          <a:p>
            <a:endParaRPr lang="en-US"/>
          </a:p>
        </p:txBody>
      </p:sp>
      <p:sp>
        <p:nvSpPr>
          <p:cNvPr id="11" name="Text Placeholder 8">
            <a:extLst>
              <a:ext uri="{FF2B5EF4-FFF2-40B4-BE49-F238E27FC236}">
                <a16:creationId xmlns:a16="http://schemas.microsoft.com/office/drawing/2014/main" id="{3F6EC0DF-0DD1-0F70-BE2E-4934CE5304D5}"/>
              </a:ext>
            </a:extLst>
          </p:cNvPr>
          <p:cNvSpPr>
            <a:spLocks noGrp="1"/>
          </p:cNvSpPr>
          <p:nvPr>
            <p:ph type="body" sz="quarter" idx="14" hasCustomPrompt="1"/>
          </p:nvPr>
        </p:nvSpPr>
        <p:spPr>
          <a:xfrm>
            <a:off x="6380480" y="1097280"/>
            <a:ext cx="5487670" cy="5242560"/>
          </a:xfrm>
        </p:spPr>
        <p:txBody>
          <a:bodyPr/>
          <a:lstStyle>
            <a:lvl1pPr>
              <a:defRPr sz="1600"/>
            </a:lvl1pPr>
          </a:lstStyle>
          <a:p>
            <a:pPr lvl="0"/>
            <a:r>
              <a:rPr lang="en-US" dirty="0"/>
              <a:t>Text</a:t>
            </a:r>
          </a:p>
        </p:txBody>
      </p:sp>
    </p:spTree>
    <p:extLst>
      <p:ext uri="{BB962C8B-B14F-4D97-AF65-F5344CB8AC3E}">
        <p14:creationId xmlns:p14="http://schemas.microsoft.com/office/powerpoint/2010/main" val="1573347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A9E884C-3768-5476-0B20-5D61B2ECD0C8}"/>
              </a:ext>
            </a:extLst>
          </p:cNvPr>
          <p:cNvSpPr>
            <a:spLocks noGrp="1"/>
          </p:cNvSpPr>
          <p:nvPr>
            <p:ph type="title" hasCustomPrompt="1"/>
          </p:nvPr>
        </p:nvSpPr>
        <p:spPr>
          <a:xfrm>
            <a:off x="323850" y="298146"/>
            <a:ext cx="11615420" cy="492443"/>
          </a:xfrm>
        </p:spPr>
        <p:txBody>
          <a:bodyPr/>
          <a:lstStyle>
            <a:lvl1pPr>
              <a:defRPr sz="2400"/>
            </a:lvl1pPr>
          </a:lstStyle>
          <a:p>
            <a:r>
              <a:rPr lang="en-US" dirty="0"/>
              <a:t>Slide Title</a:t>
            </a:r>
          </a:p>
        </p:txBody>
      </p:sp>
      <p:sp>
        <p:nvSpPr>
          <p:cNvPr id="8" name="SmartArt Placeholder 5">
            <a:extLst>
              <a:ext uri="{FF2B5EF4-FFF2-40B4-BE49-F238E27FC236}">
                <a16:creationId xmlns:a16="http://schemas.microsoft.com/office/drawing/2014/main" id="{5BF26858-A23C-C4C3-569A-C67523BFABFE}"/>
              </a:ext>
            </a:extLst>
          </p:cNvPr>
          <p:cNvSpPr>
            <a:spLocks noGrp="1"/>
          </p:cNvSpPr>
          <p:nvPr>
            <p:ph type="dgm" sz="quarter" idx="12"/>
          </p:nvPr>
        </p:nvSpPr>
        <p:spPr>
          <a:xfrm>
            <a:off x="323850" y="883920"/>
            <a:ext cx="6442710" cy="5455920"/>
          </a:xfrm>
        </p:spPr>
        <p:txBody>
          <a:bodyPr/>
          <a:lstStyle/>
          <a:p>
            <a:endParaRPr lang="en-US"/>
          </a:p>
        </p:txBody>
      </p:sp>
      <p:sp>
        <p:nvSpPr>
          <p:cNvPr id="9" name="Text Placeholder 7">
            <a:extLst>
              <a:ext uri="{FF2B5EF4-FFF2-40B4-BE49-F238E27FC236}">
                <a16:creationId xmlns:a16="http://schemas.microsoft.com/office/drawing/2014/main" id="{D7038516-39D5-1E90-0965-44CB425FFA53}"/>
              </a:ext>
            </a:extLst>
          </p:cNvPr>
          <p:cNvSpPr>
            <a:spLocks noGrp="1"/>
          </p:cNvSpPr>
          <p:nvPr>
            <p:ph type="body" sz="quarter" idx="13" hasCustomPrompt="1"/>
          </p:nvPr>
        </p:nvSpPr>
        <p:spPr>
          <a:xfrm>
            <a:off x="7193280" y="1005840"/>
            <a:ext cx="4745990" cy="5191760"/>
          </a:xfrm>
        </p:spPr>
        <p:txBody>
          <a:bodyPr/>
          <a:lstStyle>
            <a:lvl1pPr>
              <a:defRPr sz="1600"/>
            </a:lvl1pPr>
          </a:lstStyle>
          <a:p>
            <a:pPr lvl="0"/>
            <a:r>
              <a:rPr lang="en-US" sz="1600" dirty="0"/>
              <a:t>Text</a:t>
            </a:r>
            <a:endParaRPr lang="en-US" dirty="0"/>
          </a:p>
        </p:txBody>
      </p:sp>
    </p:spTree>
    <p:extLst>
      <p:ext uri="{BB962C8B-B14F-4D97-AF65-F5344CB8AC3E}">
        <p14:creationId xmlns:p14="http://schemas.microsoft.com/office/powerpoint/2010/main" val="2322331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2B1769-0F70-7902-C0ED-E25BBF1CB72C}"/>
              </a:ext>
            </a:extLst>
          </p:cNvPr>
          <p:cNvSpPr>
            <a:spLocks noGrp="1"/>
          </p:cNvSpPr>
          <p:nvPr>
            <p:ph type="title" hasCustomPrompt="1"/>
          </p:nvPr>
        </p:nvSpPr>
        <p:spPr>
          <a:xfrm>
            <a:off x="323850" y="298146"/>
            <a:ext cx="11615420" cy="492443"/>
          </a:xfrm>
        </p:spPr>
        <p:txBody>
          <a:bodyPr/>
          <a:lstStyle>
            <a:lvl1pPr>
              <a:defRPr sz="2400"/>
            </a:lvl1pPr>
          </a:lstStyle>
          <a:p>
            <a:r>
              <a:rPr lang="en-US" dirty="0"/>
              <a:t>Slide Title</a:t>
            </a:r>
          </a:p>
        </p:txBody>
      </p:sp>
      <p:sp>
        <p:nvSpPr>
          <p:cNvPr id="8" name="SmartArt Placeholder 5">
            <a:extLst>
              <a:ext uri="{FF2B5EF4-FFF2-40B4-BE49-F238E27FC236}">
                <a16:creationId xmlns:a16="http://schemas.microsoft.com/office/drawing/2014/main" id="{7C414E83-815D-316B-0181-3D816C59E389}"/>
              </a:ext>
            </a:extLst>
          </p:cNvPr>
          <p:cNvSpPr>
            <a:spLocks noGrp="1"/>
          </p:cNvSpPr>
          <p:nvPr>
            <p:ph type="dgm" sz="quarter" idx="12"/>
          </p:nvPr>
        </p:nvSpPr>
        <p:spPr>
          <a:xfrm>
            <a:off x="5405120" y="896634"/>
            <a:ext cx="6534150" cy="5455920"/>
          </a:xfrm>
        </p:spPr>
        <p:txBody>
          <a:bodyPr/>
          <a:lstStyle/>
          <a:p>
            <a:endParaRPr lang="en-US"/>
          </a:p>
        </p:txBody>
      </p:sp>
      <p:sp>
        <p:nvSpPr>
          <p:cNvPr id="9" name="Text Placeholder 7">
            <a:extLst>
              <a:ext uri="{FF2B5EF4-FFF2-40B4-BE49-F238E27FC236}">
                <a16:creationId xmlns:a16="http://schemas.microsoft.com/office/drawing/2014/main" id="{CA467CB9-0B23-C0C5-BBD4-F8364543C8BF}"/>
              </a:ext>
            </a:extLst>
          </p:cNvPr>
          <p:cNvSpPr>
            <a:spLocks noGrp="1"/>
          </p:cNvSpPr>
          <p:nvPr>
            <p:ph type="body" sz="quarter" idx="13" hasCustomPrompt="1"/>
          </p:nvPr>
        </p:nvSpPr>
        <p:spPr>
          <a:xfrm>
            <a:off x="252730" y="1022357"/>
            <a:ext cx="4847590" cy="5191760"/>
          </a:xfrm>
        </p:spPr>
        <p:txBody>
          <a:bodyPr/>
          <a:lstStyle>
            <a:lvl1pPr>
              <a:defRPr sz="1600"/>
            </a:lvl1pPr>
          </a:lstStyle>
          <a:p>
            <a:pPr lvl="0"/>
            <a:r>
              <a:rPr lang="en-US" sz="1600" dirty="0"/>
              <a:t>Text</a:t>
            </a:r>
            <a:endParaRPr lang="en-US" dirty="0"/>
          </a:p>
        </p:txBody>
      </p:sp>
    </p:spTree>
    <p:extLst>
      <p:ext uri="{BB962C8B-B14F-4D97-AF65-F5344CB8AC3E}">
        <p14:creationId xmlns:p14="http://schemas.microsoft.com/office/powerpoint/2010/main" val="962855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E45C04A-057C-FC21-BE06-FD4593579D77}"/>
              </a:ext>
            </a:extLst>
          </p:cNvPr>
          <p:cNvSpPr>
            <a:spLocks noGrp="1"/>
          </p:cNvSpPr>
          <p:nvPr>
            <p:ph type="title" hasCustomPrompt="1"/>
          </p:nvPr>
        </p:nvSpPr>
        <p:spPr>
          <a:xfrm>
            <a:off x="323850" y="298146"/>
            <a:ext cx="11544300" cy="492443"/>
          </a:xfrm>
        </p:spPr>
        <p:txBody>
          <a:bodyPr/>
          <a:lstStyle>
            <a:lvl1pPr>
              <a:defRPr sz="2400"/>
            </a:lvl1pPr>
          </a:lstStyle>
          <a:p>
            <a:r>
              <a:rPr lang="en-US" dirty="0"/>
              <a:t>Slide Title</a:t>
            </a:r>
          </a:p>
        </p:txBody>
      </p:sp>
      <p:sp>
        <p:nvSpPr>
          <p:cNvPr id="8" name="SmartArt Placeholder 5">
            <a:extLst>
              <a:ext uri="{FF2B5EF4-FFF2-40B4-BE49-F238E27FC236}">
                <a16:creationId xmlns:a16="http://schemas.microsoft.com/office/drawing/2014/main" id="{4B35A2E3-B9A4-F2E7-E651-E9AAE2F55D44}"/>
              </a:ext>
            </a:extLst>
          </p:cNvPr>
          <p:cNvSpPr>
            <a:spLocks noGrp="1"/>
          </p:cNvSpPr>
          <p:nvPr>
            <p:ph type="dgm" sz="quarter" idx="12"/>
          </p:nvPr>
        </p:nvSpPr>
        <p:spPr>
          <a:xfrm>
            <a:off x="323850" y="883920"/>
            <a:ext cx="11544300" cy="5405120"/>
          </a:xfrm>
        </p:spPr>
        <p:txBody>
          <a:bodyPr/>
          <a:lstStyle/>
          <a:p>
            <a:endParaRPr lang="en-US"/>
          </a:p>
        </p:txBody>
      </p:sp>
    </p:spTree>
    <p:extLst>
      <p:ext uri="{BB962C8B-B14F-4D97-AF65-F5344CB8AC3E}">
        <p14:creationId xmlns:p14="http://schemas.microsoft.com/office/powerpoint/2010/main" val="366839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430F34E-34AB-DAB3-E588-318BD4D1530C}"/>
              </a:ext>
            </a:extLst>
          </p:cNvPr>
          <p:cNvSpPr>
            <a:spLocks noGrp="1"/>
          </p:cNvSpPr>
          <p:nvPr>
            <p:ph type="title" hasCustomPrompt="1"/>
          </p:nvPr>
        </p:nvSpPr>
        <p:spPr>
          <a:xfrm>
            <a:off x="323850" y="298146"/>
            <a:ext cx="11544300" cy="492443"/>
          </a:xfrm>
        </p:spPr>
        <p:txBody>
          <a:bodyPr/>
          <a:lstStyle>
            <a:lvl1pPr>
              <a:defRPr sz="2400"/>
            </a:lvl1pPr>
          </a:lstStyle>
          <a:p>
            <a:r>
              <a:rPr lang="en-US" dirty="0"/>
              <a:t>Slide title</a:t>
            </a:r>
          </a:p>
        </p:txBody>
      </p:sp>
      <p:sp>
        <p:nvSpPr>
          <p:cNvPr id="8" name="SmartArt Placeholder 5">
            <a:extLst>
              <a:ext uri="{FF2B5EF4-FFF2-40B4-BE49-F238E27FC236}">
                <a16:creationId xmlns:a16="http://schemas.microsoft.com/office/drawing/2014/main" id="{B3BAFCE9-F133-A5EE-1564-0CFC1A66348F}"/>
              </a:ext>
            </a:extLst>
          </p:cNvPr>
          <p:cNvSpPr>
            <a:spLocks noGrp="1"/>
          </p:cNvSpPr>
          <p:nvPr>
            <p:ph type="dgm" sz="quarter" idx="12"/>
          </p:nvPr>
        </p:nvSpPr>
        <p:spPr>
          <a:xfrm>
            <a:off x="3931920" y="1808480"/>
            <a:ext cx="4328160" cy="3535680"/>
          </a:xfrm>
        </p:spPr>
        <p:txBody>
          <a:bodyPr/>
          <a:lstStyle/>
          <a:p>
            <a:endParaRPr lang="en-US"/>
          </a:p>
        </p:txBody>
      </p:sp>
      <p:sp>
        <p:nvSpPr>
          <p:cNvPr id="9" name="Text Placeholder 7">
            <a:extLst>
              <a:ext uri="{FF2B5EF4-FFF2-40B4-BE49-F238E27FC236}">
                <a16:creationId xmlns:a16="http://schemas.microsoft.com/office/drawing/2014/main" id="{538E037F-ABC1-511F-A2F4-00D876F21688}"/>
              </a:ext>
            </a:extLst>
          </p:cNvPr>
          <p:cNvSpPr>
            <a:spLocks noGrp="1"/>
          </p:cNvSpPr>
          <p:nvPr>
            <p:ph type="body" sz="quarter" idx="13" hasCustomPrompt="1"/>
          </p:nvPr>
        </p:nvSpPr>
        <p:spPr>
          <a:xfrm>
            <a:off x="323850" y="894080"/>
            <a:ext cx="4197350" cy="1799575"/>
          </a:xfrm>
        </p:spPr>
        <p:txBody>
          <a:bodyPr/>
          <a:lstStyle>
            <a:lvl1pPr>
              <a:defRPr sz="1600"/>
            </a:lvl1pPr>
          </a:lstStyle>
          <a:p>
            <a:pPr lvl="0"/>
            <a:r>
              <a:rPr lang="en-US" dirty="0"/>
              <a:t>Point 1</a:t>
            </a:r>
          </a:p>
        </p:txBody>
      </p:sp>
      <p:sp>
        <p:nvSpPr>
          <p:cNvPr id="10" name="Text Placeholder 9">
            <a:extLst>
              <a:ext uri="{FF2B5EF4-FFF2-40B4-BE49-F238E27FC236}">
                <a16:creationId xmlns:a16="http://schemas.microsoft.com/office/drawing/2014/main" id="{99DD4B7E-B1E6-EC48-846D-B31C897CED77}"/>
              </a:ext>
            </a:extLst>
          </p:cNvPr>
          <p:cNvSpPr>
            <a:spLocks noGrp="1"/>
          </p:cNvSpPr>
          <p:nvPr>
            <p:ph type="body" sz="quarter" idx="14" hasCustomPrompt="1"/>
          </p:nvPr>
        </p:nvSpPr>
        <p:spPr>
          <a:xfrm>
            <a:off x="323850" y="4562476"/>
            <a:ext cx="4197350" cy="1799575"/>
          </a:xfrm>
        </p:spPr>
        <p:txBody>
          <a:bodyPr/>
          <a:lstStyle>
            <a:lvl1pPr>
              <a:defRPr sz="1600"/>
            </a:lvl1pPr>
          </a:lstStyle>
          <a:p>
            <a:pPr lvl="0"/>
            <a:r>
              <a:rPr lang="en-US" dirty="0"/>
              <a:t>Point 3</a:t>
            </a:r>
          </a:p>
        </p:txBody>
      </p:sp>
      <p:sp>
        <p:nvSpPr>
          <p:cNvPr id="11" name="Text Placeholder 7">
            <a:extLst>
              <a:ext uri="{FF2B5EF4-FFF2-40B4-BE49-F238E27FC236}">
                <a16:creationId xmlns:a16="http://schemas.microsoft.com/office/drawing/2014/main" id="{BDD5038C-D7BC-89C4-4365-B79B70D0A7FE}"/>
              </a:ext>
            </a:extLst>
          </p:cNvPr>
          <p:cNvSpPr>
            <a:spLocks noGrp="1"/>
          </p:cNvSpPr>
          <p:nvPr>
            <p:ph type="body" sz="quarter" idx="15" hasCustomPrompt="1"/>
          </p:nvPr>
        </p:nvSpPr>
        <p:spPr>
          <a:xfrm>
            <a:off x="7670802" y="4562475"/>
            <a:ext cx="4197350" cy="1799575"/>
          </a:xfrm>
        </p:spPr>
        <p:txBody>
          <a:bodyPr/>
          <a:lstStyle>
            <a:lvl1pPr algn="r">
              <a:defRPr sz="1600"/>
            </a:lvl1pPr>
          </a:lstStyle>
          <a:p>
            <a:pPr lvl="0"/>
            <a:r>
              <a:rPr lang="en-US" dirty="0"/>
              <a:t>Point 4</a:t>
            </a:r>
          </a:p>
        </p:txBody>
      </p:sp>
      <p:sp>
        <p:nvSpPr>
          <p:cNvPr id="12" name="Text Placeholder 7">
            <a:extLst>
              <a:ext uri="{FF2B5EF4-FFF2-40B4-BE49-F238E27FC236}">
                <a16:creationId xmlns:a16="http://schemas.microsoft.com/office/drawing/2014/main" id="{02E34826-1F41-EAAB-4AD9-A0E203BB3C5F}"/>
              </a:ext>
            </a:extLst>
          </p:cNvPr>
          <p:cNvSpPr>
            <a:spLocks noGrp="1"/>
          </p:cNvSpPr>
          <p:nvPr>
            <p:ph type="body" sz="quarter" idx="16" hasCustomPrompt="1"/>
          </p:nvPr>
        </p:nvSpPr>
        <p:spPr>
          <a:xfrm>
            <a:off x="7670802" y="917353"/>
            <a:ext cx="4197350" cy="1799575"/>
          </a:xfrm>
        </p:spPr>
        <p:txBody>
          <a:bodyPr/>
          <a:lstStyle>
            <a:lvl1pPr algn="r">
              <a:defRPr sz="1600"/>
            </a:lvl1pPr>
          </a:lstStyle>
          <a:p>
            <a:pPr lvl="0"/>
            <a:r>
              <a:rPr lang="en-US" dirty="0"/>
              <a:t>Point 3</a:t>
            </a:r>
          </a:p>
        </p:txBody>
      </p:sp>
    </p:spTree>
    <p:extLst>
      <p:ext uri="{BB962C8B-B14F-4D97-AF65-F5344CB8AC3E}">
        <p14:creationId xmlns:p14="http://schemas.microsoft.com/office/powerpoint/2010/main" val="570752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40A90-B493-6CFC-ED00-B5C3EE0A8C92}"/>
              </a:ext>
            </a:extLst>
          </p:cNvPr>
          <p:cNvSpPr>
            <a:spLocks noGrp="1"/>
          </p:cNvSpPr>
          <p:nvPr>
            <p:ph type="title" hasCustomPrompt="1"/>
          </p:nvPr>
        </p:nvSpPr>
        <p:spPr>
          <a:xfrm>
            <a:off x="323850" y="298146"/>
            <a:ext cx="11262136" cy="573219"/>
          </a:xfrm>
        </p:spPr>
        <p:txBody>
          <a:bodyPr/>
          <a:lstStyle/>
          <a:p>
            <a:r>
              <a:rPr lang="en-US" dirty="0"/>
              <a:t>Slide Title</a:t>
            </a:r>
          </a:p>
        </p:txBody>
      </p:sp>
      <p:grpSp>
        <p:nvGrpSpPr>
          <p:cNvPr id="3" name="Group 2">
            <a:extLst>
              <a:ext uri="{FF2B5EF4-FFF2-40B4-BE49-F238E27FC236}">
                <a16:creationId xmlns:a16="http://schemas.microsoft.com/office/drawing/2014/main" id="{0FFCD0D8-D253-482F-93B7-4468EA1D675E}"/>
              </a:ext>
            </a:extLst>
          </p:cNvPr>
          <p:cNvGrpSpPr/>
          <p:nvPr userDrawn="1"/>
        </p:nvGrpSpPr>
        <p:grpSpPr>
          <a:xfrm>
            <a:off x="7603683" y="5082572"/>
            <a:ext cx="2470465" cy="333842"/>
            <a:chOff x="7731905" y="5342805"/>
            <a:chExt cx="2470465" cy="333842"/>
          </a:xfrm>
        </p:grpSpPr>
        <p:sp>
          <p:nvSpPr>
            <p:cNvPr id="4" name="Graphic 2">
              <a:extLst>
                <a:ext uri="{FF2B5EF4-FFF2-40B4-BE49-F238E27FC236}">
                  <a16:creationId xmlns:a16="http://schemas.microsoft.com/office/drawing/2014/main" id="{39CCCC3C-8F8F-D231-87AF-031F10EB9700}"/>
                </a:ext>
              </a:extLst>
            </p:cNvPr>
            <p:cNvSpPr/>
            <p:nvPr/>
          </p:nvSpPr>
          <p:spPr>
            <a:xfrm>
              <a:off x="7731905"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29" name="Graphic 4">
              <a:extLst>
                <a:ext uri="{FF2B5EF4-FFF2-40B4-BE49-F238E27FC236}">
                  <a16:creationId xmlns:a16="http://schemas.microsoft.com/office/drawing/2014/main" id="{857E4370-F04C-69A2-6AFA-1055EF3B1035}"/>
                </a:ext>
              </a:extLst>
            </p:cNvPr>
            <p:cNvSpPr/>
            <p:nvPr/>
          </p:nvSpPr>
          <p:spPr>
            <a:xfrm>
              <a:off x="8115700"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30" name="Graphic 3">
              <a:extLst>
                <a:ext uri="{FF2B5EF4-FFF2-40B4-BE49-F238E27FC236}">
                  <a16:creationId xmlns:a16="http://schemas.microsoft.com/office/drawing/2014/main" id="{02C7957D-B9E8-EA4F-42A6-511FB13D3964}"/>
                </a:ext>
              </a:extLst>
            </p:cNvPr>
            <p:cNvSpPr/>
            <p:nvPr/>
          </p:nvSpPr>
          <p:spPr>
            <a:xfrm>
              <a:off x="8499495"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31" name="Graphic 11">
              <a:extLst>
                <a:ext uri="{FF2B5EF4-FFF2-40B4-BE49-F238E27FC236}">
                  <a16:creationId xmlns:a16="http://schemas.microsoft.com/office/drawing/2014/main" id="{08374F22-F0DE-4069-649F-B48086521E6D}"/>
                </a:ext>
              </a:extLst>
            </p:cNvPr>
            <p:cNvSpPr/>
            <p:nvPr/>
          </p:nvSpPr>
          <p:spPr>
            <a:xfrm>
              <a:off x="8883290"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32" name="Graphic 12">
              <a:extLst>
                <a:ext uri="{FF2B5EF4-FFF2-40B4-BE49-F238E27FC236}">
                  <a16:creationId xmlns:a16="http://schemas.microsoft.com/office/drawing/2014/main" id="{D6D13581-EAA5-397A-A9C9-C97C9796A8DE}"/>
                </a:ext>
              </a:extLst>
            </p:cNvPr>
            <p:cNvSpPr/>
            <p:nvPr/>
          </p:nvSpPr>
          <p:spPr>
            <a:xfrm>
              <a:off x="9267085"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33" name="Graphic 14">
              <a:extLst>
                <a:ext uri="{FF2B5EF4-FFF2-40B4-BE49-F238E27FC236}">
                  <a16:creationId xmlns:a16="http://schemas.microsoft.com/office/drawing/2014/main" id="{E8DA79B4-0914-765D-EAA9-5975F9572132}"/>
                </a:ext>
              </a:extLst>
            </p:cNvPr>
            <p:cNvSpPr/>
            <p:nvPr/>
          </p:nvSpPr>
          <p:spPr>
            <a:xfrm>
              <a:off x="9650880"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34" name="Graphic 15">
              <a:extLst>
                <a:ext uri="{FF2B5EF4-FFF2-40B4-BE49-F238E27FC236}">
                  <a16:creationId xmlns:a16="http://schemas.microsoft.com/office/drawing/2014/main" id="{CE46FC3B-77F8-911C-D39C-9E5FE9610E2A}"/>
                </a:ext>
              </a:extLst>
            </p:cNvPr>
            <p:cNvSpPr/>
            <p:nvPr/>
          </p:nvSpPr>
          <p:spPr>
            <a:xfrm>
              <a:off x="10034673"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grpSp>
      <p:sp>
        <p:nvSpPr>
          <p:cNvPr id="35" name="Rectangle: Rounded Corners 5">
            <a:extLst>
              <a:ext uri="{FF2B5EF4-FFF2-40B4-BE49-F238E27FC236}">
                <a16:creationId xmlns:a16="http://schemas.microsoft.com/office/drawing/2014/main" id="{E8742A60-CF00-0CD0-9FE3-1E9DF3E1A266}"/>
              </a:ext>
            </a:extLst>
          </p:cNvPr>
          <p:cNvSpPr/>
          <p:nvPr userDrawn="1"/>
        </p:nvSpPr>
        <p:spPr>
          <a:xfrm>
            <a:off x="6205887" y="2027586"/>
            <a:ext cx="4451034" cy="1005840"/>
          </a:xfrm>
          <a:prstGeom prst="roundRect">
            <a:avLst>
              <a:gd name="adj" fmla="val 6093"/>
            </a:avLst>
          </a:prstGeom>
          <a:ln w="12700">
            <a:solidFill>
              <a:schemeClr val="bg2"/>
            </a:solidFill>
          </a:ln>
        </p:spPr>
        <p:style>
          <a:lnRef idx="1">
            <a:schemeClr val="accent1"/>
          </a:lnRef>
          <a:fillRef idx="0">
            <a:schemeClr val="accent1"/>
          </a:fillRef>
          <a:effectRef idx="0">
            <a:schemeClr val="accent1"/>
          </a:effectRef>
          <a:fontRef idx="minor">
            <a:schemeClr val="tx1"/>
          </a:fontRef>
        </p:style>
        <p:txBody>
          <a:bodyPr wrap="square" lIns="182880" tIns="182880" rIns="182880" bIns="182880" rtlCol="0" anchor="ctr" anchorCtr="0"/>
          <a:lstStyle/>
          <a:p>
            <a:pPr algn="ctr" defTabSz="412367">
              <a:spcAft>
                <a:spcPts val="800"/>
              </a:spcAft>
            </a:pPr>
            <a:endParaRPr lang="en-US" sz="2000">
              <a:solidFill>
                <a:srgbClr val="00BCEB"/>
              </a:solidFill>
              <a:latin typeface="+mj-lt"/>
              <a:cs typeface="CiscoSansTT Medium"/>
            </a:endParaRPr>
          </a:p>
        </p:txBody>
      </p:sp>
      <p:cxnSp>
        <p:nvCxnSpPr>
          <p:cNvPr id="36" name="Straight Arrow Connector 35">
            <a:extLst>
              <a:ext uri="{FF2B5EF4-FFF2-40B4-BE49-F238E27FC236}">
                <a16:creationId xmlns:a16="http://schemas.microsoft.com/office/drawing/2014/main" id="{52FCFF51-39F0-8D41-C7DA-CE41E9713D7E}"/>
              </a:ext>
            </a:extLst>
          </p:cNvPr>
          <p:cNvCxnSpPr>
            <a:cxnSpLocks/>
          </p:cNvCxnSpPr>
          <p:nvPr userDrawn="1"/>
        </p:nvCxnSpPr>
        <p:spPr>
          <a:xfrm flipH="1">
            <a:off x="1531415" y="3420505"/>
            <a:ext cx="3111263" cy="0"/>
          </a:xfrm>
          <a:prstGeom prst="straightConnector1">
            <a:avLst/>
          </a:prstGeom>
          <a:ln w="15875">
            <a:solidFill>
              <a:schemeClr val="bg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C503623-CC76-B511-1294-3D2AE3424F10}"/>
              </a:ext>
            </a:extLst>
          </p:cNvPr>
          <p:cNvCxnSpPr>
            <a:cxnSpLocks/>
          </p:cNvCxnSpPr>
          <p:nvPr userDrawn="1"/>
        </p:nvCxnSpPr>
        <p:spPr>
          <a:xfrm>
            <a:off x="7551624" y="3420505"/>
            <a:ext cx="3108960" cy="0"/>
          </a:xfrm>
          <a:prstGeom prst="straightConnector1">
            <a:avLst/>
          </a:prstGeom>
          <a:ln w="15875">
            <a:solidFill>
              <a:schemeClr val="bg1"/>
            </a:solidFill>
            <a:tailEnd type="arrow" w="lg" len="med"/>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A323185B-3EDA-1A50-304B-FFB04EEBCDE1}"/>
              </a:ext>
            </a:extLst>
          </p:cNvPr>
          <p:cNvGrpSpPr/>
          <p:nvPr userDrawn="1"/>
        </p:nvGrpSpPr>
        <p:grpSpPr>
          <a:xfrm rot="10800000">
            <a:off x="2117853" y="5082572"/>
            <a:ext cx="2470465" cy="333842"/>
            <a:chOff x="7731905" y="5342805"/>
            <a:chExt cx="2470465" cy="333842"/>
          </a:xfrm>
        </p:grpSpPr>
        <p:sp>
          <p:nvSpPr>
            <p:cNvPr id="41" name="Graphic 2">
              <a:extLst>
                <a:ext uri="{FF2B5EF4-FFF2-40B4-BE49-F238E27FC236}">
                  <a16:creationId xmlns:a16="http://schemas.microsoft.com/office/drawing/2014/main" id="{A112E0BE-2684-403B-F28F-94FA9C6EE611}"/>
                </a:ext>
              </a:extLst>
            </p:cNvPr>
            <p:cNvSpPr/>
            <p:nvPr/>
          </p:nvSpPr>
          <p:spPr>
            <a:xfrm>
              <a:off x="7731905"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46" name="Graphic 4">
              <a:extLst>
                <a:ext uri="{FF2B5EF4-FFF2-40B4-BE49-F238E27FC236}">
                  <a16:creationId xmlns:a16="http://schemas.microsoft.com/office/drawing/2014/main" id="{919892DB-DC35-4262-8C2C-B9624D2E3D4B}"/>
                </a:ext>
              </a:extLst>
            </p:cNvPr>
            <p:cNvSpPr/>
            <p:nvPr/>
          </p:nvSpPr>
          <p:spPr>
            <a:xfrm>
              <a:off x="8115700"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47" name="Graphic 3">
              <a:extLst>
                <a:ext uri="{FF2B5EF4-FFF2-40B4-BE49-F238E27FC236}">
                  <a16:creationId xmlns:a16="http://schemas.microsoft.com/office/drawing/2014/main" id="{64569EDF-2429-A6A9-BBD9-3F63D1E0A059}"/>
                </a:ext>
              </a:extLst>
            </p:cNvPr>
            <p:cNvSpPr/>
            <p:nvPr/>
          </p:nvSpPr>
          <p:spPr>
            <a:xfrm>
              <a:off x="8499495"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48" name="Graphic 11">
              <a:extLst>
                <a:ext uri="{FF2B5EF4-FFF2-40B4-BE49-F238E27FC236}">
                  <a16:creationId xmlns:a16="http://schemas.microsoft.com/office/drawing/2014/main" id="{0DBF0822-0025-94FB-E638-8CB409635796}"/>
                </a:ext>
              </a:extLst>
            </p:cNvPr>
            <p:cNvSpPr/>
            <p:nvPr/>
          </p:nvSpPr>
          <p:spPr>
            <a:xfrm>
              <a:off x="8883290"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49" name="Graphic 12">
              <a:extLst>
                <a:ext uri="{FF2B5EF4-FFF2-40B4-BE49-F238E27FC236}">
                  <a16:creationId xmlns:a16="http://schemas.microsoft.com/office/drawing/2014/main" id="{85BEE7D4-C66C-EC87-3263-3B12BEBAF9A3}"/>
                </a:ext>
              </a:extLst>
            </p:cNvPr>
            <p:cNvSpPr/>
            <p:nvPr/>
          </p:nvSpPr>
          <p:spPr>
            <a:xfrm>
              <a:off x="9267085"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50" name="Graphic 14">
              <a:extLst>
                <a:ext uri="{FF2B5EF4-FFF2-40B4-BE49-F238E27FC236}">
                  <a16:creationId xmlns:a16="http://schemas.microsoft.com/office/drawing/2014/main" id="{5BB76E22-DF49-C971-72B9-76C8BDBDF573}"/>
                </a:ext>
              </a:extLst>
            </p:cNvPr>
            <p:cNvSpPr/>
            <p:nvPr/>
          </p:nvSpPr>
          <p:spPr>
            <a:xfrm>
              <a:off x="9650880"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sp>
          <p:nvSpPr>
            <p:cNvPr id="51" name="Graphic 15">
              <a:extLst>
                <a:ext uri="{FF2B5EF4-FFF2-40B4-BE49-F238E27FC236}">
                  <a16:creationId xmlns:a16="http://schemas.microsoft.com/office/drawing/2014/main" id="{C7F6290F-F2CD-D51C-3B1B-BF55DCE4000B}"/>
                </a:ext>
              </a:extLst>
            </p:cNvPr>
            <p:cNvSpPr/>
            <p:nvPr/>
          </p:nvSpPr>
          <p:spPr>
            <a:xfrm>
              <a:off x="10034673" y="5342805"/>
              <a:ext cx="167697" cy="333842"/>
            </a:xfrm>
            <a:custGeom>
              <a:avLst/>
              <a:gdLst>
                <a:gd name="connsiteX0" fmla="*/ 0 w 167697"/>
                <a:gd name="connsiteY0" fmla="*/ 333842 h 333842"/>
                <a:gd name="connsiteX1" fmla="*/ 167698 w 167697"/>
                <a:gd name="connsiteY1" fmla="*/ 166921 h 333842"/>
                <a:gd name="connsiteX2" fmla="*/ 0 w 167697"/>
                <a:gd name="connsiteY2" fmla="*/ 0 h 333842"/>
              </a:gdLst>
              <a:ahLst/>
              <a:cxnLst>
                <a:cxn ang="0">
                  <a:pos x="connsiteX0" y="connsiteY0"/>
                </a:cxn>
                <a:cxn ang="0">
                  <a:pos x="connsiteX1" y="connsiteY1"/>
                </a:cxn>
                <a:cxn ang="0">
                  <a:pos x="connsiteX2" y="connsiteY2"/>
                </a:cxn>
              </a:cxnLst>
              <a:rect l="l" t="t" r="r" b="b"/>
              <a:pathLst>
                <a:path w="167697" h="333842">
                  <a:moveTo>
                    <a:pt x="0" y="333842"/>
                  </a:moveTo>
                  <a:lnTo>
                    <a:pt x="167698" y="166921"/>
                  </a:lnTo>
                  <a:lnTo>
                    <a:pt x="0" y="0"/>
                  </a:lnTo>
                </a:path>
              </a:pathLst>
            </a:custGeom>
            <a:noFill/>
            <a:ln w="12700" cap="rnd">
              <a:solidFill>
                <a:schemeClr val="bg1"/>
              </a:solidFill>
              <a:prstDash val="solid"/>
              <a:round/>
            </a:ln>
          </p:spPr>
          <p:txBody>
            <a:bodyPr rtlCol="0" anchor="ctr"/>
            <a:lstStyle/>
            <a:p>
              <a:endParaRPr lang="en-US"/>
            </a:p>
          </p:txBody>
        </p:sp>
      </p:grpSp>
      <p:sp>
        <p:nvSpPr>
          <p:cNvPr id="52" name="Rectangle: Rounded Corners 12">
            <a:extLst>
              <a:ext uri="{FF2B5EF4-FFF2-40B4-BE49-F238E27FC236}">
                <a16:creationId xmlns:a16="http://schemas.microsoft.com/office/drawing/2014/main" id="{828B8399-4489-12DC-369B-B88F676A7AA0}"/>
              </a:ext>
            </a:extLst>
          </p:cNvPr>
          <p:cNvSpPr/>
          <p:nvPr userDrawn="1"/>
        </p:nvSpPr>
        <p:spPr>
          <a:xfrm>
            <a:off x="1532987" y="2027586"/>
            <a:ext cx="4453128" cy="1005840"/>
          </a:xfrm>
          <a:prstGeom prst="roundRect">
            <a:avLst>
              <a:gd name="adj" fmla="val 6093"/>
            </a:avLst>
          </a:prstGeom>
          <a:ln w="19050">
            <a:gradFill flip="none" rotWithShape="1">
              <a:gsLst>
                <a:gs pos="0">
                  <a:schemeClr val="accent2"/>
                </a:gs>
                <a:gs pos="66000">
                  <a:schemeClr val="accent1"/>
                </a:gs>
                <a:gs pos="49000">
                  <a:schemeClr val="accent1"/>
                </a:gs>
                <a:gs pos="81000">
                  <a:schemeClr val="accent3"/>
                </a:gs>
                <a:gs pos="100000">
                  <a:schemeClr val="accent4"/>
                </a:gs>
              </a:gsLst>
              <a:lin ang="0" scaled="1"/>
              <a:tileRect/>
            </a:gradFill>
            <a:tailEnd type="none"/>
          </a:ln>
        </p:spPr>
        <p:style>
          <a:lnRef idx="1">
            <a:schemeClr val="accent1"/>
          </a:lnRef>
          <a:fillRef idx="0">
            <a:schemeClr val="accent1"/>
          </a:fillRef>
          <a:effectRef idx="0">
            <a:schemeClr val="accent1"/>
          </a:effectRef>
          <a:fontRef idx="minor">
            <a:schemeClr val="tx1"/>
          </a:fontRef>
        </p:style>
        <p:txBody>
          <a:bodyPr wrap="square" lIns="182880" tIns="182880" rIns="182880" bIns="182880" rtlCol="0" anchor="ctr" anchorCtr="0"/>
          <a:lstStyle/>
          <a:p>
            <a:pPr algn="ctr" defTabSz="412367">
              <a:spcAft>
                <a:spcPts val="800"/>
              </a:spcAft>
            </a:pPr>
            <a:endParaRPr lang="en-US" sz="2000">
              <a:solidFill>
                <a:srgbClr val="00BCEB"/>
              </a:solidFill>
              <a:latin typeface="+mj-lt"/>
              <a:cs typeface="CiscoSansTT Medium"/>
            </a:endParaRPr>
          </a:p>
        </p:txBody>
      </p:sp>
      <p:sp>
        <p:nvSpPr>
          <p:cNvPr id="53" name="Rectangle: Rounded Corners 23">
            <a:extLst>
              <a:ext uri="{FF2B5EF4-FFF2-40B4-BE49-F238E27FC236}">
                <a16:creationId xmlns:a16="http://schemas.microsoft.com/office/drawing/2014/main" id="{F4C0C8C9-AFF7-488B-A409-AF753A1FEBA4}"/>
              </a:ext>
            </a:extLst>
          </p:cNvPr>
          <p:cNvSpPr/>
          <p:nvPr userDrawn="1"/>
        </p:nvSpPr>
        <p:spPr>
          <a:xfrm>
            <a:off x="1531415" y="3794339"/>
            <a:ext cx="9129169" cy="1005840"/>
          </a:xfrm>
          <a:prstGeom prst="roundRect">
            <a:avLst>
              <a:gd name="adj" fmla="val 7453"/>
            </a:avLst>
          </a:prstGeom>
          <a:ln w="12700">
            <a:solidFill>
              <a:schemeClr val="bg2"/>
            </a:solidFill>
            <a:tailEnd type="none"/>
          </a:ln>
        </p:spPr>
        <p:style>
          <a:lnRef idx="1">
            <a:schemeClr val="accent1"/>
          </a:lnRef>
          <a:fillRef idx="0">
            <a:schemeClr val="accent1"/>
          </a:fillRef>
          <a:effectRef idx="0">
            <a:schemeClr val="accent1"/>
          </a:effectRef>
          <a:fontRef idx="minor">
            <a:schemeClr val="tx1"/>
          </a:fontRef>
        </p:style>
        <p:txBody>
          <a:bodyPr wrap="square" lIns="1645920" tIns="91440" rIns="1645920" bIns="45720" rtlCol="0" anchor="ctr"/>
          <a:lstStyle/>
          <a:p>
            <a:pPr algn="ctr" defTabSz="412367" fontAlgn="base">
              <a:spcBef>
                <a:spcPct val="0"/>
              </a:spcBef>
              <a:spcAft>
                <a:spcPts val="800"/>
              </a:spcAft>
              <a:defRPr/>
            </a:pPr>
            <a:endParaRPr lang="en-US" sz="2000">
              <a:solidFill>
                <a:srgbClr val="00BCEB"/>
              </a:solidFill>
              <a:latin typeface="+mj-lt"/>
              <a:cs typeface="CiscoSansTT Medium"/>
            </a:endParaRPr>
          </a:p>
        </p:txBody>
      </p:sp>
      <p:sp>
        <p:nvSpPr>
          <p:cNvPr id="54" name="Picture Placeholder 38">
            <a:extLst>
              <a:ext uri="{FF2B5EF4-FFF2-40B4-BE49-F238E27FC236}">
                <a16:creationId xmlns:a16="http://schemas.microsoft.com/office/drawing/2014/main" id="{BD05DE36-9F07-385C-70A7-C0082E035158}"/>
              </a:ext>
            </a:extLst>
          </p:cNvPr>
          <p:cNvSpPr>
            <a:spLocks noGrp="1"/>
          </p:cNvSpPr>
          <p:nvPr>
            <p:ph type="pic" sz="quarter" idx="10"/>
          </p:nvPr>
        </p:nvSpPr>
        <p:spPr>
          <a:xfrm>
            <a:off x="4504469" y="3970278"/>
            <a:ext cx="732155" cy="653961"/>
          </a:xfrm>
        </p:spPr>
        <p:txBody>
          <a:bodyPr/>
          <a:lstStyle/>
          <a:p>
            <a:endParaRPr lang="en-US"/>
          </a:p>
        </p:txBody>
      </p:sp>
      <p:sp>
        <p:nvSpPr>
          <p:cNvPr id="55" name="Picture Placeholder 38">
            <a:extLst>
              <a:ext uri="{FF2B5EF4-FFF2-40B4-BE49-F238E27FC236}">
                <a16:creationId xmlns:a16="http://schemas.microsoft.com/office/drawing/2014/main" id="{6563C9B5-1D80-C3EA-FEB8-577A74F0EF0D}"/>
              </a:ext>
            </a:extLst>
          </p:cNvPr>
          <p:cNvSpPr>
            <a:spLocks noGrp="1"/>
          </p:cNvSpPr>
          <p:nvPr>
            <p:ph type="pic" sz="quarter" idx="11"/>
          </p:nvPr>
        </p:nvSpPr>
        <p:spPr>
          <a:xfrm>
            <a:off x="1769490" y="2188654"/>
            <a:ext cx="732155" cy="653961"/>
          </a:xfrm>
        </p:spPr>
        <p:txBody>
          <a:bodyPr/>
          <a:lstStyle/>
          <a:p>
            <a:endParaRPr lang="en-US"/>
          </a:p>
        </p:txBody>
      </p:sp>
      <p:sp>
        <p:nvSpPr>
          <p:cNvPr id="56" name="Picture Placeholder 38">
            <a:extLst>
              <a:ext uri="{FF2B5EF4-FFF2-40B4-BE49-F238E27FC236}">
                <a16:creationId xmlns:a16="http://schemas.microsoft.com/office/drawing/2014/main" id="{75705739-226B-BDB5-D576-6128CB378A68}"/>
              </a:ext>
            </a:extLst>
          </p:cNvPr>
          <p:cNvSpPr>
            <a:spLocks noGrp="1"/>
          </p:cNvSpPr>
          <p:nvPr>
            <p:ph type="pic" sz="quarter" idx="12"/>
          </p:nvPr>
        </p:nvSpPr>
        <p:spPr>
          <a:xfrm>
            <a:off x="6399306" y="2211976"/>
            <a:ext cx="732155" cy="653961"/>
          </a:xfrm>
        </p:spPr>
        <p:txBody>
          <a:bodyPr/>
          <a:lstStyle/>
          <a:p>
            <a:endParaRPr lang="en-US"/>
          </a:p>
        </p:txBody>
      </p:sp>
      <p:sp>
        <p:nvSpPr>
          <p:cNvPr id="57" name="Text Placeholder 2">
            <a:extLst>
              <a:ext uri="{FF2B5EF4-FFF2-40B4-BE49-F238E27FC236}">
                <a16:creationId xmlns:a16="http://schemas.microsoft.com/office/drawing/2014/main" id="{B9552190-93EB-A341-FD98-1B73545C9985}"/>
              </a:ext>
            </a:extLst>
          </p:cNvPr>
          <p:cNvSpPr>
            <a:spLocks noGrp="1"/>
          </p:cNvSpPr>
          <p:nvPr>
            <p:ph type="body" sz="quarter" idx="13" hasCustomPrompt="1"/>
          </p:nvPr>
        </p:nvSpPr>
        <p:spPr>
          <a:xfrm>
            <a:off x="2721418" y="2330995"/>
            <a:ext cx="3145946" cy="415925"/>
          </a:xfrm>
        </p:spPr>
        <p:txBody>
          <a:bodyPr/>
          <a:lstStyle>
            <a:lvl1pPr algn="ctr">
              <a:buNone/>
              <a:defRPr sz="1600" b="1"/>
            </a:lvl1pPr>
          </a:lstStyle>
          <a:p>
            <a:pPr lvl="0"/>
            <a:r>
              <a:rPr lang="en-US" dirty="0"/>
              <a:t>Sub Title1</a:t>
            </a:r>
          </a:p>
        </p:txBody>
      </p:sp>
      <p:sp>
        <p:nvSpPr>
          <p:cNvPr id="58" name="Text Placeholder 2">
            <a:extLst>
              <a:ext uri="{FF2B5EF4-FFF2-40B4-BE49-F238E27FC236}">
                <a16:creationId xmlns:a16="http://schemas.microsoft.com/office/drawing/2014/main" id="{E6E5AB1A-4E34-5DE7-AD3B-5AE259BF492B}"/>
              </a:ext>
            </a:extLst>
          </p:cNvPr>
          <p:cNvSpPr>
            <a:spLocks noGrp="1"/>
          </p:cNvSpPr>
          <p:nvPr>
            <p:ph type="body" sz="quarter" idx="14" hasCustomPrompt="1"/>
          </p:nvPr>
        </p:nvSpPr>
        <p:spPr>
          <a:xfrm>
            <a:off x="7244080" y="2307671"/>
            <a:ext cx="3281680" cy="415925"/>
          </a:xfrm>
        </p:spPr>
        <p:txBody>
          <a:bodyPr/>
          <a:lstStyle>
            <a:lvl1pPr algn="ctr">
              <a:buNone/>
              <a:defRPr sz="1600" b="1"/>
            </a:lvl1pPr>
          </a:lstStyle>
          <a:p>
            <a:pPr lvl="0"/>
            <a:r>
              <a:rPr lang="en-US" dirty="0"/>
              <a:t>Sub Title2</a:t>
            </a:r>
          </a:p>
        </p:txBody>
      </p:sp>
      <p:sp>
        <p:nvSpPr>
          <p:cNvPr id="59" name="Text Placeholder 2">
            <a:extLst>
              <a:ext uri="{FF2B5EF4-FFF2-40B4-BE49-F238E27FC236}">
                <a16:creationId xmlns:a16="http://schemas.microsoft.com/office/drawing/2014/main" id="{366A041A-EBF9-8F22-76B3-583CEE49FF80}"/>
              </a:ext>
            </a:extLst>
          </p:cNvPr>
          <p:cNvSpPr>
            <a:spLocks noGrp="1"/>
          </p:cNvSpPr>
          <p:nvPr>
            <p:ph type="body" sz="quarter" idx="15" hasCustomPrompt="1"/>
          </p:nvPr>
        </p:nvSpPr>
        <p:spPr>
          <a:xfrm>
            <a:off x="5626922" y="4089295"/>
            <a:ext cx="3009078" cy="415925"/>
          </a:xfrm>
        </p:spPr>
        <p:txBody>
          <a:bodyPr/>
          <a:lstStyle>
            <a:lvl1pPr algn="ctr">
              <a:buNone/>
              <a:defRPr sz="1600" b="1"/>
            </a:lvl1pPr>
          </a:lstStyle>
          <a:p>
            <a:pPr lvl="0"/>
            <a:r>
              <a:rPr lang="en-US" dirty="0"/>
              <a:t>Sub Title3</a:t>
            </a:r>
          </a:p>
        </p:txBody>
      </p:sp>
    </p:spTree>
    <p:extLst>
      <p:ext uri="{BB962C8B-B14F-4D97-AF65-F5344CB8AC3E}">
        <p14:creationId xmlns:p14="http://schemas.microsoft.com/office/powerpoint/2010/main" val="1828749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4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8958C-77D0-D308-C521-3BA6F51914BE}"/>
              </a:ext>
            </a:extLst>
          </p:cNvPr>
          <p:cNvSpPr>
            <a:spLocks noGrp="1"/>
          </p:cNvSpPr>
          <p:nvPr>
            <p:ph type="title" hasCustomPrompt="1"/>
          </p:nvPr>
        </p:nvSpPr>
        <p:spPr/>
        <p:txBody>
          <a:bodyPr/>
          <a:lstStyle/>
          <a:p>
            <a:r>
              <a:rPr lang="en-US" dirty="0"/>
              <a:t>Slide Title</a:t>
            </a:r>
          </a:p>
        </p:txBody>
      </p:sp>
      <p:sp>
        <p:nvSpPr>
          <p:cNvPr id="8" name="Rounded Rectangle 7">
            <a:extLst>
              <a:ext uri="{FF2B5EF4-FFF2-40B4-BE49-F238E27FC236}">
                <a16:creationId xmlns:a16="http://schemas.microsoft.com/office/drawing/2014/main" id="{2BAF4976-C35F-F3E7-4D1C-E6B7E955DE38}"/>
              </a:ext>
            </a:extLst>
          </p:cNvPr>
          <p:cNvSpPr/>
          <p:nvPr userDrawn="1"/>
        </p:nvSpPr>
        <p:spPr>
          <a:xfrm>
            <a:off x="613609" y="2505315"/>
            <a:ext cx="2707106" cy="2625483"/>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9" name="Rounded Rectangle 8">
            <a:extLst>
              <a:ext uri="{FF2B5EF4-FFF2-40B4-BE49-F238E27FC236}">
                <a16:creationId xmlns:a16="http://schemas.microsoft.com/office/drawing/2014/main" id="{1D69FF1F-3D23-A605-C680-589FE73F1E0A}"/>
              </a:ext>
            </a:extLst>
          </p:cNvPr>
          <p:cNvSpPr/>
          <p:nvPr userDrawn="1"/>
        </p:nvSpPr>
        <p:spPr>
          <a:xfrm>
            <a:off x="625641" y="2505316"/>
            <a:ext cx="2707106" cy="2625484"/>
          </a:xfrm>
          <a:prstGeom prst="roundRect">
            <a:avLst/>
          </a:prstGeom>
          <a:noFill/>
          <a:ln w="22225">
            <a:gradFill flip="none" rotWithShape="1">
              <a:gsLst>
                <a:gs pos="0">
                  <a:schemeClr val="tx1"/>
                </a:gs>
                <a:gs pos="36000">
                  <a:schemeClr val="accent1"/>
                </a:gs>
                <a:gs pos="64000">
                  <a:schemeClr val="accent3"/>
                </a:gs>
                <a:gs pos="100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0" name="Rounded Rectangle 9">
            <a:extLst>
              <a:ext uri="{FF2B5EF4-FFF2-40B4-BE49-F238E27FC236}">
                <a16:creationId xmlns:a16="http://schemas.microsoft.com/office/drawing/2014/main" id="{26483743-D398-15E3-0CEB-42C305B2F674}"/>
              </a:ext>
            </a:extLst>
          </p:cNvPr>
          <p:cNvSpPr/>
          <p:nvPr userDrawn="1"/>
        </p:nvSpPr>
        <p:spPr>
          <a:xfrm>
            <a:off x="4740860" y="2505316"/>
            <a:ext cx="2707106" cy="2625482"/>
          </a:xfrm>
          <a:prstGeom prst="roundRect">
            <a:avLst/>
          </a:prstGeom>
          <a:noFill/>
          <a:ln w="22225">
            <a:gradFill flip="none" rotWithShape="1">
              <a:gsLst>
                <a:gs pos="0">
                  <a:schemeClr val="tx1"/>
                </a:gs>
                <a:gs pos="36000">
                  <a:schemeClr val="accent1"/>
                </a:gs>
                <a:gs pos="64000">
                  <a:schemeClr val="accent3"/>
                </a:gs>
                <a:gs pos="100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1" name="Rounded Rectangle 10">
            <a:extLst>
              <a:ext uri="{FF2B5EF4-FFF2-40B4-BE49-F238E27FC236}">
                <a16:creationId xmlns:a16="http://schemas.microsoft.com/office/drawing/2014/main" id="{E6FBC692-ED5A-95CB-2BA0-6886A494181C}"/>
              </a:ext>
            </a:extLst>
          </p:cNvPr>
          <p:cNvSpPr/>
          <p:nvPr userDrawn="1"/>
        </p:nvSpPr>
        <p:spPr>
          <a:xfrm>
            <a:off x="8856079" y="2505315"/>
            <a:ext cx="2707106" cy="2625481"/>
          </a:xfrm>
          <a:prstGeom prst="roundRect">
            <a:avLst/>
          </a:prstGeom>
          <a:noFill/>
          <a:ln w="22225">
            <a:gradFill flip="none" rotWithShape="1">
              <a:gsLst>
                <a:gs pos="0">
                  <a:schemeClr val="tx1"/>
                </a:gs>
                <a:gs pos="36000">
                  <a:schemeClr val="accent1"/>
                </a:gs>
                <a:gs pos="64000">
                  <a:schemeClr val="accent3"/>
                </a:gs>
                <a:gs pos="100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3" name="Picture Placeholder 12">
            <a:extLst>
              <a:ext uri="{FF2B5EF4-FFF2-40B4-BE49-F238E27FC236}">
                <a16:creationId xmlns:a16="http://schemas.microsoft.com/office/drawing/2014/main" id="{3048377E-DB3F-3243-250A-56F05B3A4085}"/>
              </a:ext>
            </a:extLst>
          </p:cNvPr>
          <p:cNvSpPr>
            <a:spLocks noGrp="1"/>
          </p:cNvSpPr>
          <p:nvPr>
            <p:ph type="pic" sz="quarter" idx="12"/>
          </p:nvPr>
        </p:nvSpPr>
        <p:spPr>
          <a:xfrm>
            <a:off x="1509962" y="2703837"/>
            <a:ext cx="914400" cy="914400"/>
          </a:xfrm>
        </p:spPr>
        <p:txBody>
          <a:bodyPr/>
          <a:lstStyle/>
          <a:p>
            <a:endParaRPr lang="en-US"/>
          </a:p>
        </p:txBody>
      </p:sp>
      <p:sp>
        <p:nvSpPr>
          <p:cNvPr id="14" name="Picture Placeholder 12">
            <a:extLst>
              <a:ext uri="{FF2B5EF4-FFF2-40B4-BE49-F238E27FC236}">
                <a16:creationId xmlns:a16="http://schemas.microsoft.com/office/drawing/2014/main" id="{56A5DD36-46AA-9B22-BA11-324D219886E0}"/>
              </a:ext>
            </a:extLst>
          </p:cNvPr>
          <p:cNvSpPr>
            <a:spLocks noGrp="1"/>
          </p:cNvSpPr>
          <p:nvPr>
            <p:ph type="pic" sz="quarter" idx="13"/>
          </p:nvPr>
        </p:nvSpPr>
        <p:spPr>
          <a:xfrm>
            <a:off x="5637213" y="2703837"/>
            <a:ext cx="914400" cy="914400"/>
          </a:xfrm>
        </p:spPr>
        <p:txBody>
          <a:bodyPr/>
          <a:lstStyle/>
          <a:p>
            <a:endParaRPr lang="en-US"/>
          </a:p>
        </p:txBody>
      </p:sp>
      <p:sp>
        <p:nvSpPr>
          <p:cNvPr id="15" name="Picture Placeholder 12">
            <a:extLst>
              <a:ext uri="{FF2B5EF4-FFF2-40B4-BE49-F238E27FC236}">
                <a16:creationId xmlns:a16="http://schemas.microsoft.com/office/drawing/2014/main" id="{0271B9A8-1497-EDD0-07F9-145D7CBA5B02}"/>
              </a:ext>
            </a:extLst>
          </p:cNvPr>
          <p:cNvSpPr>
            <a:spLocks noGrp="1"/>
          </p:cNvSpPr>
          <p:nvPr>
            <p:ph type="pic" sz="quarter" idx="14"/>
          </p:nvPr>
        </p:nvSpPr>
        <p:spPr>
          <a:xfrm>
            <a:off x="9752432" y="2703837"/>
            <a:ext cx="914400" cy="914400"/>
          </a:xfrm>
        </p:spPr>
        <p:txBody>
          <a:bodyPr/>
          <a:lstStyle/>
          <a:p>
            <a:endParaRPr lang="en-US"/>
          </a:p>
        </p:txBody>
      </p:sp>
      <p:sp>
        <p:nvSpPr>
          <p:cNvPr id="17" name="Text Placeholder 16">
            <a:extLst>
              <a:ext uri="{FF2B5EF4-FFF2-40B4-BE49-F238E27FC236}">
                <a16:creationId xmlns:a16="http://schemas.microsoft.com/office/drawing/2014/main" id="{0B1158CE-EEDF-FF98-12A4-0A41D4F08229}"/>
              </a:ext>
            </a:extLst>
          </p:cNvPr>
          <p:cNvSpPr>
            <a:spLocks noGrp="1"/>
          </p:cNvSpPr>
          <p:nvPr>
            <p:ph type="body" sz="quarter" idx="15" hasCustomPrompt="1"/>
          </p:nvPr>
        </p:nvSpPr>
        <p:spPr>
          <a:xfrm>
            <a:off x="786981" y="4047067"/>
            <a:ext cx="2384425" cy="914400"/>
          </a:xfrm>
        </p:spPr>
        <p:txBody>
          <a:bodyPr/>
          <a:lstStyle>
            <a:lvl1pPr algn="ctr">
              <a:buNone/>
              <a:defRPr sz="1600" b="1"/>
            </a:lvl1pPr>
          </a:lstStyle>
          <a:p>
            <a:pPr lvl="0"/>
            <a:r>
              <a:rPr lang="en-US" dirty="0"/>
              <a:t>Sub Title1</a:t>
            </a:r>
          </a:p>
        </p:txBody>
      </p:sp>
      <p:sp>
        <p:nvSpPr>
          <p:cNvPr id="18" name="Text Placeholder 16">
            <a:extLst>
              <a:ext uri="{FF2B5EF4-FFF2-40B4-BE49-F238E27FC236}">
                <a16:creationId xmlns:a16="http://schemas.microsoft.com/office/drawing/2014/main" id="{9353A257-2DB9-9F7E-E78F-7FEF8172CEB8}"/>
              </a:ext>
            </a:extLst>
          </p:cNvPr>
          <p:cNvSpPr>
            <a:spLocks noGrp="1"/>
          </p:cNvSpPr>
          <p:nvPr>
            <p:ph type="body" sz="quarter" idx="16" hasCustomPrompt="1"/>
          </p:nvPr>
        </p:nvSpPr>
        <p:spPr>
          <a:xfrm>
            <a:off x="4902200" y="4047067"/>
            <a:ext cx="2384425" cy="914400"/>
          </a:xfrm>
        </p:spPr>
        <p:txBody>
          <a:bodyPr/>
          <a:lstStyle>
            <a:lvl1pPr algn="ctr">
              <a:buNone/>
              <a:defRPr sz="1600" b="1"/>
            </a:lvl1pPr>
          </a:lstStyle>
          <a:p>
            <a:pPr lvl="0"/>
            <a:r>
              <a:rPr lang="en-US" dirty="0"/>
              <a:t>Sub Title2</a:t>
            </a:r>
          </a:p>
        </p:txBody>
      </p:sp>
      <p:sp>
        <p:nvSpPr>
          <p:cNvPr id="19" name="Text Placeholder 16">
            <a:extLst>
              <a:ext uri="{FF2B5EF4-FFF2-40B4-BE49-F238E27FC236}">
                <a16:creationId xmlns:a16="http://schemas.microsoft.com/office/drawing/2014/main" id="{AB6FA402-3B28-385C-A436-B11FF8B66239}"/>
              </a:ext>
            </a:extLst>
          </p:cNvPr>
          <p:cNvSpPr>
            <a:spLocks noGrp="1"/>
          </p:cNvSpPr>
          <p:nvPr>
            <p:ph type="body" sz="quarter" idx="17" hasCustomPrompt="1"/>
          </p:nvPr>
        </p:nvSpPr>
        <p:spPr>
          <a:xfrm>
            <a:off x="9020594" y="4021970"/>
            <a:ext cx="2384425" cy="914400"/>
          </a:xfrm>
        </p:spPr>
        <p:txBody>
          <a:bodyPr/>
          <a:lstStyle>
            <a:lvl1pPr algn="ctr">
              <a:buNone/>
              <a:defRPr sz="1600" b="1"/>
            </a:lvl1pPr>
          </a:lstStyle>
          <a:p>
            <a:pPr lvl="0"/>
            <a:r>
              <a:rPr lang="en-US" dirty="0"/>
              <a:t>Sub Title3</a:t>
            </a:r>
          </a:p>
        </p:txBody>
      </p:sp>
    </p:spTree>
    <p:extLst>
      <p:ext uri="{BB962C8B-B14F-4D97-AF65-F5344CB8AC3E}">
        <p14:creationId xmlns:p14="http://schemas.microsoft.com/office/powerpoint/2010/main" val="298756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55_Custom Layout">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1E509F2B-6360-1C2E-ADCB-64B8790D7915}"/>
              </a:ext>
            </a:extLst>
          </p:cNvPr>
          <p:cNvSpPr/>
          <p:nvPr userDrawn="1"/>
        </p:nvSpPr>
        <p:spPr>
          <a:xfrm>
            <a:off x="4784820" y="4147895"/>
            <a:ext cx="6827520" cy="1440812"/>
          </a:xfrm>
          <a:prstGeom prst="roundRect">
            <a:avLst>
              <a:gd name="adj" fmla="val 50000"/>
            </a:avLst>
          </a:prstGeom>
          <a:no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cxnSp>
        <p:nvCxnSpPr>
          <p:cNvPr id="10" name="Straight Connector 9">
            <a:extLst>
              <a:ext uri="{FF2B5EF4-FFF2-40B4-BE49-F238E27FC236}">
                <a16:creationId xmlns:a16="http://schemas.microsoft.com/office/drawing/2014/main" id="{63CC16E1-3F7F-8F92-8490-AB7891AD364F}"/>
              </a:ext>
            </a:extLst>
          </p:cNvPr>
          <p:cNvCxnSpPr>
            <a:cxnSpLocks/>
          </p:cNvCxnSpPr>
          <p:nvPr userDrawn="1"/>
        </p:nvCxnSpPr>
        <p:spPr>
          <a:xfrm>
            <a:off x="7630160" y="4198509"/>
            <a:ext cx="0" cy="1390198"/>
          </a:xfrm>
          <a:prstGeom prst="line">
            <a:avLst/>
          </a:prstGeom>
          <a:ln w="12700">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11" name="Rounded Rectangle 10">
            <a:extLst>
              <a:ext uri="{FF2B5EF4-FFF2-40B4-BE49-F238E27FC236}">
                <a16:creationId xmlns:a16="http://schemas.microsoft.com/office/drawing/2014/main" id="{6A7E3F52-2217-0220-9508-59FE939F14A9}"/>
              </a:ext>
            </a:extLst>
          </p:cNvPr>
          <p:cNvSpPr/>
          <p:nvPr userDrawn="1"/>
        </p:nvSpPr>
        <p:spPr>
          <a:xfrm>
            <a:off x="5577840" y="2477692"/>
            <a:ext cx="6059174" cy="1440812"/>
          </a:xfrm>
          <a:prstGeom prst="roundRect">
            <a:avLst>
              <a:gd name="adj" fmla="val 50000"/>
            </a:avLst>
          </a:prstGeom>
          <a:noFill/>
          <a:ln w="127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cxnSp>
        <p:nvCxnSpPr>
          <p:cNvPr id="15" name="Straight Connector 14">
            <a:extLst>
              <a:ext uri="{FF2B5EF4-FFF2-40B4-BE49-F238E27FC236}">
                <a16:creationId xmlns:a16="http://schemas.microsoft.com/office/drawing/2014/main" id="{87076758-E583-5EA8-ACDD-12176CBEFD23}"/>
              </a:ext>
            </a:extLst>
          </p:cNvPr>
          <p:cNvCxnSpPr>
            <a:cxnSpLocks/>
          </p:cNvCxnSpPr>
          <p:nvPr userDrawn="1"/>
        </p:nvCxnSpPr>
        <p:spPr>
          <a:xfrm>
            <a:off x="8280400" y="2529230"/>
            <a:ext cx="0" cy="1337864"/>
          </a:xfrm>
          <a:prstGeom prst="line">
            <a:avLst/>
          </a:prstGeom>
          <a:ln w="12700">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22053A88-E904-A21F-E765-7F8547F7DE54}"/>
              </a:ext>
            </a:extLst>
          </p:cNvPr>
          <p:cNvSpPr/>
          <p:nvPr userDrawn="1"/>
        </p:nvSpPr>
        <p:spPr>
          <a:xfrm>
            <a:off x="6244046" y="708615"/>
            <a:ext cx="5392968" cy="1440813"/>
          </a:xfrm>
          <a:prstGeom prst="roundRect">
            <a:avLst>
              <a:gd name="adj" fmla="val 50000"/>
            </a:avLst>
          </a:prstGeom>
          <a:noFill/>
          <a:ln w="127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cxnSp>
        <p:nvCxnSpPr>
          <p:cNvPr id="23" name="Straight Connector 22">
            <a:extLst>
              <a:ext uri="{FF2B5EF4-FFF2-40B4-BE49-F238E27FC236}">
                <a16:creationId xmlns:a16="http://schemas.microsoft.com/office/drawing/2014/main" id="{E79E7D4F-4408-FE57-95C3-000E12CB909F}"/>
              </a:ext>
            </a:extLst>
          </p:cNvPr>
          <p:cNvCxnSpPr>
            <a:cxnSpLocks/>
          </p:cNvCxnSpPr>
          <p:nvPr userDrawn="1"/>
        </p:nvCxnSpPr>
        <p:spPr>
          <a:xfrm>
            <a:off x="8722776" y="779735"/>
            <a:ext cx="0" cy="1298120"/>
          </a:xfrm>
          <a:prstGeom prst="line">
            <a:avLst/>
          </a:prstGeom>
          <a:ln w="12700">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25" name="Text Placeholder 24">
            <a:extLst>
              <a:ext uri="{FF2B5EF4-FFF2-40B4-BE49-F238E27FC236}">
                <a16:creationId xmlns:a16="http://schemas.microsoft.com/office/drawing/2014/main" id="{62191CF8-26F0-254E-BAA9-CC735FD368AD}"/>
              </a:ext>
            </a:extLst>
          </p:cNvPr>
          <p:cNvSpPr>
            <a:spLocks noGrp="1"/>
          </p:cNvSpPr>
          <p:nvPr>
            <p:ph type="body" sz="quarter" idx="12" hasCustomPrompt="1"/>
          </p:nvPr>
        </p:nvSpPr>
        <p:spPr>
          <a:xfrm>
            <a:off x="8844221" y="779735"/>
            <a:ext cx="2438557" cy="1298120"/>
          </a:xfrm>
        </p:spPr>
        <p:txBody>
          <a:bodyPr/>
          <a:lstStyle>
            <a:lvl1pPr>
              <a:defRPr sz="1400"/>
            </a:lvl1pPr>
          </a:lstStyle>
          <a:p>
            <a:pPr lvl="0"/>
            <a:r>
              <a:rPr lang="en-US" dirty="0"/>
              <a:t>Text</a:t>
            </a:r>
          </a:p>
        </p:txBody>
      </p:sp>
      <p:sp>
        <p:nvSpPr>
          <p:cNvPr id="27" name="Picture Placeholder 26">
            <a:extLst>
              <a:ext uri="{FF2B5EF4-FFF2-40B4-BE49-F238E27FC236}">
                <a16:creationId xmlns:a16="http://schemas.microsoft.com/office/drawing/2014/main" id="{3EAE7169-D6A1-C0EF-3BBA-944AFA2B4858}"/>
              </a:ext>
            </a:extLst>
          </p:cNvPr>
          <p:cNvSpPr>
            <a:spLocks noGrp="1"/>
          </p:cNvSpPr>
          <p:nvPr>
            <p:ph type="pic" sz="quarter" idx="13"/>
          </p:nvPr>
        </p:nvSpPr>
        <p:spPr>
          <a:xfrm>
            <a:off x="6374964" y="1127668"/>
            <a:ext cx="666387" cy="539523"/>
          </a:xfrm>
        </p:spPr>
        <p:txBody>
          <a:bodyPr/>
          <a:lstStyle/>
          <a:p>
            <a:endParaRPr lang="en-US"/>
          </a:p>
        </p:txBody>
      </p:sp>
      <p:sp>
        <p:nvSpPr>
          <p:cNvPr id="28" name="Text Placeholder 24">
            <a:extLst>
              <a:ext uri="{FF2B5EF4-FFF2-40B4-BE49-F238E27FC236}">
                <a16:creationId xmlns:a16="http://schemas.microsoft.com/office/drawing/2014/main" id="{A2E8ACE4-9C3D-D51B-40E0-D641A4B965D8}"/>
              </a:ext>
            </a:extLst>
          </p:cNvPr>
          <p:cNvSpPr>
            <a:spLocks noGrp="1"/>
          </p:cNvSpPr>
          <p:nvPr>
            <p:ph type="body" sz="quarter" idx="14" hasCustomPrompt="1"/>
          </p:nvPr>
        </p:nvSpPr>
        <p:spPr>
          <a:xfrm>
            <a:off x="7170215" y="945404"/>
            <a:ext cx="1437212" cy="897400"/>
          </a:xfrm>
        </p:spPr>
        <p:txBody>
          <a:bodyPr/>
          <a:lstStyle>
            <a:lvl1pPr algn="ctr">
              <a:buNone/>
              <a:defRPr sz="1400" b="1"/>
            </a:lvl1pPr>
          </a:lstStyle>
          <a:p>
            <a:pPr lvl="0"/>
            <a:r>
              <a:rPr lang="en-US" dirty="0"/>
              <a:t>Sub Title1</a:t>
            </a:r>
          </a:p>
        </p:txBody>
      </p:sp>
      <p:sp>
        <p:nvSpPr>
          <p:cNvPr id="29" name="Picture Placeholder 26">
            <a:extLst>
              <a:ext uri="{FF2B5EF4-FFF2-40B4-BE49-F238E27FC236}">
                <a16:creationId xmlns:a16="http://schemas.microsoft.com/office/drawing/2014/main" id="{B6074FFF-3DDF-AF07-FEFA-99B77E4A0FFD}"/>
              </a:ext>
            </a:extLst>
          </p:cNvPr>
          <p:cNvSpPr>
            <a:spLocks noGrp="1"/>
          </p:cNvSpPr>
          <p:nvPr>
            <p:ph type="pic" sz="quarter" idx="15"/>
          </p:nvPr>
        </p:nvSpPr>
        <p:spPr>
          <a:xfrm>
            <a:off x="5734753" y="2925470"/>
            <a:ext cx="666387" cy="539523"/>
          </a:xfrm>
        </p:spPr>
        <p:txBody>
          <a:bodyPr/>
          <a:lstStyle/>
          <a:p>
            <a:endParaRPr lang="en-US"/>
          </a:p>
        </p:txBody>
      </p:sp>
      <p:sp>
        <p:nvSpPr>
          <p:cNvPr id="30" name="Text Placeholder 24">
            <a:extLst>
              <a:ext uri="{FF2B5EF4-FFF2-40B4-BE49-F238E27FC236}">
                <a16:creationId xmlns:a16="http://schemas.microsoft.com/office/drawing/2014/main" id="{CB05F1D8-C0A6-3566-8B68-B52FF33E2767}"/>
              </a:ext>
            </a:extLst>
          </p:cNvPr>
          <p:cNvSpPr>
            <a:spLocks noGrp="1"/>
          </p:cNvSpPr>
          <p:nvPr>
            <p:ph type="body" sz="quarter" idx="16" hasCustomPrompt="1"/>
          </p:nvPr>
        </p:nvSpPr>
        <p:spPr>
          <a:xfrm>
            <a:off x="6634770" y="2764469"/>
            <a:ext cx="1437212" cy="967687"/>
          </a:xfrm>
        </p:spPr>
        <p:txBody>
          <a:bodyPr/>
          <a:lstStyle>
            <a:lvl1pPr algn="ctr">
              <a:buNone/>
              <a:defRPr sz="1400" b="1"/>
            </a:lvl1pPr>
          </a:lstStyle>
          <a:p>
            <a:pPr lvl="0"/>
            <a:r>
              <a:rPr lang="en-US" dirty="0"/>
              <a:t>Sub Title2</a:t>
            </a:r>
          </a:p>
        </p:txBody>
      </p:sp>
      <p:sp>
        <p:nvSpPr>
          <p:cNvPr id="31" name="Text Placeholder 24">
            <a:extLst>
              <a:ext uri="{FF2B5EF4-FFF2-40B4-BE49-F238E27FC236}">
                <a16:creationId xmlns:a16="http://schemas.microsoft.com/office/drawing/2014/main" id="{41CAF413-29D2-7DD1-A574-72305A43CAF3}"/>
              </a:ext>
            </a:extLst>
          </p:cNvPr>
          <p:cNvSpPr>
            <a:spLocks noGrp="1"/>
          </p:cNvSpPr>
          <p:nvPr>
            <p:ph type="body" sz="quarter" idx="17" hasCustomPrompt="1"/>
          </p:nvPr>
        </p:nvSpPr>
        <p:spPr>
          <a:xfrm>
            <a:off x="8381959" y="2529230"/>
            <a:ext cx="2825967" cy="1337864"/>
          </a:xfrm>
        </p:spPr>
        <p:txBody>
          <a:bodyPr/>
          <a:lstStyle>
            <a:lvl1pPr algn="l">
              <a:buFont typeface="Arial" panose="020B0604020202020204" pitchFamily="34" charset="0"/>
              <a:buChar char="•"/>
              <a:defRPr sz="1400" b="0"/>
            </a:lvl1pPr>
          </a:lstStyle>
          <a:p>
            <a:pPr lvl="0"/>
            <a:r>
              <a:rPr lang="en-US" dirty="0"/>
              <a:t>Text</a:t>
            </a:r>
          </a:p>
        </p:txBody>
      </p:sp>
      <p:sp>
        <p:nvSpPr>
          <p:cNvPr id="32" name="Picture Placeholder 26">
            <a:extLst>
              <a:ext uri="{FF2B5EF4-FFF2-40B4-BE49-F238E27FC236}">
                <a16:creationId xmlns:a16="http://schemas.microsoft.com/office/drawing/2014/main" id="{B6487CD0-613D-32CA-17B1-1052F9EE4D2B}"/>
              </a:ext>
            </a:extLst>
          </p:cNvPr>
          <p:cNvSpPr>
            <a:spLocks noGrp="1"/>
          </p:cNvSpPr>
          <p:nvPr>
            <p:ph type="pic" sz="quarter" idx="18"/>
          </p:nvPr>
        </p:nvSpPr>
        <p:spPr>
          <a:xfrm>
            <a:off x="5037886" y="4623846"/>
            <a:ext cx="666387" cy="539523"/>
          </a:xfrm>
        </p:spPr>
        <p:txBody>
          <a:bodyPr/>
          <a:lstStyle/>
          <a:p>
            <a:endParaRPr lang="en-US"/>
          </a:p>
        </p:txBody>
      </p:sp>
      <p:sp>
        <p:nvSpPr>
          <p:cNvPr id="33" name="Text Placeholder 24">
            <a:extLst>
              <a:ext uri="{FF2B5EF4-FFF2-40B4-BE49-F238E27FC236}">
                <a16:creationId xmlns:a16="http://schemas.microsoft.com/office/drawing/2014/main" id="{8B9C9D1E-9C7B-592E-0154-6897AA98AB26}"/>
              </a:ext>
            </a:extLst>
          </p:cNvPr>
          <p:cNvSpPr>
            <a:spLocks noGrp="1"/>
          </p:cNvSpPr>
          <p:nvPr>
            <p:ph type="body" sz="quarter" idx="19" hasCustomPrompt="1"/>
          </p:nvPr>
        </p:nvSpPr>
        <p:spPr>
          <a:xfrm>
            <a:off x="5979332" y="4406740"/>
            <a:ext cx="1437212" cy="1018700"/>
          </a:xfrm>
        </p:spPr>
        <p:txBody>
          <a:bodyPr/>
          <a:lstStyle>
            <a:lvl1pPr algn="ctr">
              <a:buNone/>
              <a:defRPr sz="1400" b="1"/>
            </a:lvl1pPr>
          </a:lstStyle>
          <a:p>
            <a:pPr lvl="0"/>
            <a:r>
              <a:rPr lang="en-US" dirty="0"/>
              <a:t>Sub Title3</a:t>
            </a:r>
          </a:p>
        </p:txBody>
      </p:sp>
      <p:sp>
        <p:nvSpPr>
          <p:cNvPr id="34" name="Text Placeholder 24">
            <a:extLst>
              <a:ext uri="{FF2B5EF4-FFF2-40B4-BE49-F238E27FC236}">
                <a16:creationId xmlns:a16="http://schemas.microsoft.com/office/drawing/2014/main" id="{DC4C767B-7CAD-0E6A-E1DC-4B1EEB7CEEAA}"/>
              </a:ext>
            </a:extLst>
          </p:cNvPr>
          <p:cNvSpPr>
            <a:spLocks noGrp="1"/>
          </p:cNvSpPr>
          <p:nvPr>
            <p:ph type="body" sz="quarter" idx="20" hasCustomPrompt="1"/>
          </p:nvPr>
        </p:nvSpPr>
        <p:spPr>
          <a:xfrm>
            <a:off x="7843778" y="4198509"/>
            <a:ext cx="3364148" cy="1390198"/>
          </a:xfrm>
        </p:spPr>
        <p:txBody>
          <a:bodyPr/>
          <a:lstStyle>
            <a:lvl1pPr algn="l">
              <a:buFont typeface="Arial" panose="020B0604020202020204" pitchFamily="34" charset="0"/>
              <a:buChar char="•"/>
              <a:defRPr sz="1400" b="0"/>
            </a:lvl1pPr>
          </a:lstStyle>
          <a:p>
            <a:pPr lvl="0"/>
            <a:r>
              <a:rPr lang="en-US" dirty="0"/>
              <a:t>Text</a:t>
            </a:r>
          </a:p>
        </p:txBody>
      </p:sp>
      <p:sp>
        <p:nvSpPr>
          <p:cNvPr id="35" name="Title 1">
            <a:extLst>
              <a:ext uri="{FF2B5EF4-FFF2-40B4-BE49-F238E27FC236}">
                <a16:creationId xmlns:a16="http://schemas.microsoft.com/office/drawing/2014/main" id="{8D02F934-1582-7AEA-8BC5-414D33573502}"/>
              </a:ext>
            </a:extLst>
          </p:cNvPr>
          <p:cNvSpPr>
            <a:spLocks noGrp="1"/>
          </p:cNvSpPr>
          <p:nvPr>
            <p:ph type="title" hasCustomPrompt="1"/>
          </p:nvPr>
        </p:nvSpPr>
        <p:spPr>
          <a:xfrm>
            <a:off x="232291" y="1900446"/>
            <a:ext cx="5086892" cy="1888089"/>
          </a:xfrm>
        </p:spPr>
        <p:txBody>
          <a:bodyPr/>
          <a:lstStyle>
            <a:lvl1pPr algn="ctr">
              <a:defRPr/>
            </a:lvl1pPr>
          </a:lstStyle>
          <a:p>
            <a:r>
              <a:rPr lang="en-US" dirty="0"/>
              <a:t>Slide Title</a:t>
            </a:r>
          </a:p>
        </p:txBody>
      </p:sp>
    </p:spTree>
    <p:extLst>
      <p:ext uri="{BB962C8B-B14F-4D97-AF65-F5344CB8AC3E}">
        <p14:creationId xmlns:p14="http://schemas.microsoft.com/office/powerpoint/2010/main" val="245999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7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884579B-D38E-9605-0A86-B4A0D331CAD2}"/>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8" name="Rounded Rectangle 7">
            <a:extLst>
              <a:ext uri="{FF2B5EF4-FFF2-40B4-BE49-F238E27FC236}">
                <a16:creationId xmlns:a16="http://schemas.microsoft.com/office/drawing/2014/main" id="{61C6522F-EB65-E096-4A5B-06EA2A87AF2E}"/>
              </a:ext>
            </a:extLst>
          </p:cNvPr>
          <p:cNvSpPr/>
          <p:nvPr userDrawn="1"/>
        </p:nvSpPr>
        <p:spPr>
          <a:xfrm>
            <a:off x="323850" y="2071867"/>
            <a:ext cx="3553668" cy="3495555"/>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9" name="Rounded Rectangle 8">
            <a:extLst>
              <a:ext uri="{FF2B5EF4-FFF2-40B4-BE49-F238E27FC236}">
                <a16:creationId xmlns:a16="http://schemas.microsoft.com/office/drawing/2014/main" id="{9B5E8200-EFFF-7795-B3F5-BE86AC9DF04F}"/>
              </a:ext>
            </a:extLst>
          </p:cNvPr>
          <p:cNvSpPr/>
          <p:nvPr userDrawn="1"/>
        </p:nvSpPr>
        <p:spPr>
          <a:xfrm>
            <a:off x="4317579" y="2071868"/>
            <a:ext cx="3553668" cy="3495544"/>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0" name="Rounded Rectangle 9">
            <a:extLst>
              <a:ext uri="{FF2B5EF4-FFF2-40B4-BE49-F238E27FC236}">
                <a16:creationId xmlns:a16="http://schemas.microsoft.com/office/drawing/2014/main" id="{A46E36B4-73BD-2B27-BAB5-2575E6F034A4}"/>
              </a:ext>
            </a:extLst>
          </p:cNvPr>
          <p:cNvSpPr/>
          <p:nvPr userDrawn="1"/>
        </p:nvSpPr>
        <p:spPr>
          <a:xfrm>
            <a:off x="8314482" y="2095016"/>
            <a:ext cx="3553668" cy="3472395"/>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cxnSp>
        <p:nvCxnSpPr>
          <p:cNvPr id="11" name="Straight Connector 10">
            <a:extLst>
              <a:ext uri="{FF2B5EF4-FFF2-40B4-BE49-F238E27FC236}">
                <a16:creationId xmlns:a16="http://schemas.microsoft.com/office/drawing/2014/main" id="{C945F1A2-1233-CAD8-70AD-EC4CA3638FEE}"/>
              </a:ext>
            </a:extLst>
          </p:cNvPr>
          <p:cNvCxnSpPr/>
          <p:nvPr userDrawn="1"/>
        </p:nvCxnSpPr>
        <p:spPr>
          <a:xfrm>
            <a:off x="323850" y="2986268"/>
            <a:ext cx="3553668" cy="0"/>
          </a:xfrm>
          <a:prstGeom prst="line">
            <a:avLst/>
          </a:prstGeom>
          <a:ln>
            <a:gradFill flip="none" rotWithShape="1">
              <a:gsLst>
                <a:gs pos="0">
                  <a:schemeClr val="accent4"/>
                </a:gs>
                <a:gs pos="31000">
                  <a:schemeClr val="accent3"/>
                </a:gs>
                <a:gs pos="60000">
                  <a:schemeClr val="accent1"/>
                </a:gs>
                <a:gs pos="88000">
                  <a:schemeClr val="tx1"/>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0D155C1-F0E8-4C1C-0247-4A0FDE3472BA}"/>
              </a:ext>
            </a:extLst>
          </p:cNvPr>
          <p:cNvCxnSpPr/>
          <p:nvPr userDrawn="1"/>
        </p:nvCxnSpPr>
        <p:spPr>
          <a:xfrm>
            <a:off x="4317579" y="2986268"/>
            <a:ext cx="3553668" cy="0"/>
          </a:xfrm>
          <a:prstGeom prst="line">
            <a:avLst/>
          </a:prstGeom>
          <a:ln>
            <a:gradFill flip="none" rotWithShape="1">
              <a:gsLst>
                <a:gs pos="0">
                  <a:schemeClr val="accent4"/>
                </a:gs>
                <a:gs pos="33000">
                  <a:schemeClr val="accent3"/>
                </a:gs>
                <a:gs pos="69000">
                  <a:schemeClr val="accent1"/>
                </a:gs>
                <a:gs pos="92000">
                  <a:schemeClr val="tx1"/>
                </a:gs>
              </a:gsLst>
              <a:path path="circle">
                <a:fillToRect l="100000" t="100000"/>
              </a:path>
              <a:tileRect r="-100000" b="-100000"/>
            </a:gradFill>
          </a:ln>
        </p:spPr>
        <p:style>
          <a:lnRef idx="2">
            <a:schemeClr val="accent3"/>
          </a:lnRef>
          <a:fillRef idx="0">
            <a:schemeClr val="accent3"/>
          </a:fillRef>
          <a:effectRef idx="1">
            <a:schemeClr val="accent3"/>
          </a:effectRef>
          <a:fontRef idx="minor">
            <a:schemeClr val="tx1"/>
          </a:fontRef>
        </p:style>
      </p:cxnSp>
      <p:cxnSp>
        <p:nvCxnSpPr>
          <p:cNvPr id="13" name="Straight Connector 12">
            <a:extLst>
              <a:ext uri="{FF2B5EF4-FFF2-40B4-BE49-F238E27FC236}">
                <a16:creationId xmlns:a16="http://schemas.microsoft.com/office/drawing/2014/main" id="{027E9A16-A120-426F-5C86-607124B779D1}"/>
              </a:ext>
            </a:extLst>
          </p:cNvPr>
          <p:cNvCxnSpPr>
            <a:cxnSpLocks/>
          </p:cNvCxnSpPr>
          <p:nvPr userDrawn="1"/>
        </p:nvCxnSpPr>
        <p:spPr>
          <a:xfrm>
            <a:off x="8333772" y="2986268"/>
            <a:ext cx="3534378" cy="0"/>
          </a:xfrm>
          <a:prstGeom prst="line">
            <a:avLst/>
          </a:prstGeom>
          <a:ln>
            <a:gradFill flip="none" rotWithShape="1">
              <a:gsLst>
                <a:gs pos="0">
                  <a:schemeClr val="accent4"/>
                </a:gs>
                <a:gs pos="43000">
                  <a:schemeClr val="accent3"/>
                </a:gs>
                <a:gs pos="73000">
                  <a:schemeClr val="accent1"/>
                </a:gs>
                <a:gs pos="100000">
                  <a:schemeClr val="tx1"/>
                </a:gs>
              </a:gsLst>
              <a:path path="circle">
                <a:fillToRect l="100000" t="100000"/>
              </a:path>
              <a:tileRect r="-100000" b="-100000"/>
            </a:gradFill>
          </a:ln>
        </p:spPr>
        <p:style>
          <a:lnRef idx="2">
            <a:schemeClr val="accent4"/>
          </a:lnRef>
          <a:fillRef idx="0">
            <a:schemeClr val="accent4"/>
          </a:fillRef>
          <a:effectRef idx="1">
            <a:schemeClr val="accent4"/>
          </a:effectRef>
          <a:fontRef idx="minor">
            <a:schemeClr val="tx1"/>
          </a:fontRef>
        </p:style>
      </p:cxnSp>
      <p:sp>
        <p:nvSpPr>
          <p:cNvPr id="14" name="Picture Placeholder 18">
            <a:extLst>
              <a:ext uri="{FF2B5EF4-FFF2-40B4-BE49-F238E27FC236}">
                <a16:creationId xmlns:a16="http://schemas.microsoft.com/office/drawing/2014/main" id="{66EEDCCF-E9EF-0BBE-5EA1-C0869A4768E7}"/>
              </a:ext>
            </a:extLst>
          </p:cNvPr>
          <p:cNvSpPr>
            <a:spLocks noGrp="1"/>
          </p:cNvSpPr>
          <p:nvPr>
            <p:ph type="pic" sz="quarter" idx="12"/>
          </p:nvPr>
        </p:nvSpPr>
        <p:spPr>
          <a:xfrm>
            <a:off x="450810" y="3443469"/>
            <a:ext cx="914400" cy="914400"/>
          </a:xfrm>
        </p:spPr>
        <p:txBody>
          <a:bodyPr/>
          <a:lstStyle/>
          <a:p>
            <a:endParaRPr lang="en-US"/>
          </a:p>
        </p:txBody>
      </p:sp>
      <p:sp>
        <p:nvSpPr>
          <p:cNvPr id="15" name="Text Placeholder 20">
            <a:extLst>
              <a:ext uri="{FF2B5EF4-FFF2-40B4-BE49-F238E27FC236}">
                <a16:creationId xmlns:a16="http://schemas.microsoft.com/office/drawing/2014/main" id="{9319F21B-65AE-608E-9271-9F5A4F20B04C}"/>
              </a:ext>
            </a:extLst>
          </p:cNvPr>
          <p:cNvSpPr>
            <a:spLocks noGrp="1"/>
          </p:cNvSpPr>
          <p:nvPr>
            <p:ph type="body" sz="quarter" idx="13" hasCustomPrompt="1"/>
          </p:nvPr>
        </p:nvSpPr>
        <p:spPr>
          <a:xfrm>
            <a:off x="1492170" y="3102016"/>
            <a:ext cx="2281177" cy="2222329"/>
          </a:xfrm>
        </p:spPr>
        <p:txBody>
          <a:bodyPr/>
          <a:lstStyle>
            <a:lvl1pPr>
              <a:defRPr sz="1600"/>
            </a:lvl1pPr>
          </a:lstStyle>
          <a:p>
            <a:pPr lvl="0"/>
            <a:r>
              <a:rPr lang="en-US" dirty="0"/>
              <a:t>Text</a:t>
            </a:r>
          </a:p>
        </p:txBody>
      </p:sp>
      <p:sp>
        <p:nvSpPr>
          <p:cNvPr id="16" name="Text Placeholder 20">
            <a:extLst>
              <a:ext uri="{FF2B5EF4-FFF2-40B4-BE49-F238E27FC236}">
                <a16:creationId xmlns:a16="http://schemas.microsoft.com/office/drawing/2014/main" id="{5E4F04F0-BBF3-9BD8-4CCA-39EB624875FA}"/>
              </a:ext>
            </a:extLst>
          </p:cNvPr>
          <p:cNvSpPr>
            <a:spLocks noGrp="1"/>
          </p:cNvSpPr>
          <p:nvPr>
            <p:ph type="body" sz="quarter" idx="14" hasCustomPrompt="1"/>
          </p:nvPr>
        </p:nvSpPr>
        <p:spPr>
          <a:xfrm>
            <a:off x="9462298" y="3102014"/>
            <a:ext cx="2281177" cy="2222329"/>
          </a:xfrm>
        </p:spPr>
        <p:txBody>
          <a:bodyPr/>
          <a:lstStyle>
            <a:lvl1pPr>
              <a:defRPr sz="1600"/>
            </a:lvl1pPr>
          </a:lstStyle>
          <a:p>
            <a:pPr lvl="0"/>
            <a:r>
              <a:rPr lang="en-US" dirty="0"/>
              <a:t>Text</a:t>
            </a:r>
          </a:p>
        </p:txBody>
      </p:sp>
      <p:sp>
        <p:nvSpPr>
          <p:cNvPr id="17" name="Text Placeholder 20">
            <a:extLst>
              <a:ext uri="{FF2B5EF4-FFF2-40B4-BE49-F238E27FC236}">
                <a16:creationId xmlns:a16="http://schemas.microsoft.com/office/drawing/2014/main" id="{A15BC6A3-DBE4-2954-57C6-6EAA2F702A6E}"/>
              </a:ext>
            </a:extLst>
          </p:cNvPr>
          <p:cNvSpPr>
            <a:spLocks noGrp="1"/>
          </p:cNvSpPr>
          <p:nvPr>
            <p:ph type="body" sz="quarter" idx="15" hasCustomPrompt="1"/>
          </p:nvPr>
        </p:nvSpPr>
        <p:spPr>
          <a:xfrm>
            <a:off x="5515096" y="3102014"/>
            <a:ext cx="2281177" cy="2222329"/>
          </a:xfrm>
        </p:spPr>
        <p:txBody>
          <a:bodyPr/>
          <a:lstStyle>
            <a:lvl1pPr>
              <a:defRPr sz="1600"/>
            </a:lvl1pPr>
          </a:lstStyle>
          <a:p>
            <a:pPr lvl="0"/>
            <a:r>
              <a:rPr lang="en-US" dirty="0"/>
              <a:t>Text</a:t>
            </a:r>
          </a:p>
        </p:txBody>
      </p:sp>
      <p:sp>
        <p:nvSpPr>
          <p:cNvPr id="18" name="Picture Placeholder 18">
            <a:extLst>
              <a:ext uri="{FF2B5EF4-FFF2-40B4-BE49-F238E27FC236}">
                <a16:creationId xmlns:a16="http://schemas.microsoft.com/office/drawing/2014/main" id="{8969EB92-555A-3037-9C85-C4013B5EA628}"/>
              </a:ext>
            </a:extLst>
          </p:cNvPr>
          <p:cNvSpPr>
            <a:spLocks noGrp="1"/>
          </p:cNvSpPr>
          <p:nvPr>
            <p:ph type="pic" sz="quarter" idx="16"/>
          </p:nvPr>
        </p:nvSpPr>
        <p:spPr>
          <a:xfrm>
            <a:off x="8423224" y="3443469"/>
            <a:ext cx="914400" cy="914400"/>
          </a:xfrm>
        </p:spPr>
        <p:txBody>
          <a:bodyPr/>
          <a:lstStyle/>
          <a:p>
            <a:endParaRPr lang="en-US"/>
          </a:p>
        </p:txBody>
      </p:sp>
      <p:sp>
        <p:nvSpPr>
          <p:cNvPr id="19" name="Picture Placeholder 18">
            <a:extLst>
              <a:ext uri="{FF2B5EF4-FFF2-40B4-BE49-F238E27FC236}">
                <a16:creationId xmlns:a16="http://schemas.microsoft.com/office/drawing/2014/main" id="{21943901-47BB-CED5-7CC3-29686E86BE6D}"/>
              </a:ext>
            </a:extLst>
          </p:cNvPr>
          <p:cNvSpPr>
            <a:spLocks noGrp="1"/>
          </p:cNvSpPr>
          <p:nvPr>
            <p:ph type="pic" sz="quarter" idx="17"/>
          </p:nvPr>
        </p:nvSpPr>
        <p:spPr>
          <a:xfrm>
            <a:off x="4459138" y="3443469"/>
            <a:ext cx="914400" cy="914400"/>
          </a:xfrm>
        </p:spPr>
        <p:txBody>
          <a:bodyPr/>
          <a:lstStyle/>
          <a:p>
            <a:endParaRPr lang="en-US"/>
          </a:p>
        </p:txBody>
      </p:sp>
      <p:sp>
        <p:nvSpPr>
          <p:cNvPr id="20" name="Round Same Side Corner Rectangle 19">
            <a:extLst>
              <a:ext uri="{FF2B5EF4-FFF2-40B4-BE49-F238E27FC236}">
                <a16:creationId xmlns:a16="http://schemas.microsoft.com/office/drawing/2014/main" id="{2EC27E50-927C-E350-C18F-273C8E607FC0}"/>
              </a:ext>
            </a:extLst>
          </p:cNvPr>
          <p:cNvSpPr/>
          <p:nvPr userDrawn="1"/>
        </p:nvSpPr>
        <p:spPr>
          <a:xfrm>
            <a:off x="960699" y="1533656"/>
            <a:ext cx="2280212" cy="816006"/>
          </a:xfrm>
          <a:prstGeom prst="round2SameRect">
            <a:avLst/>
          </a:prstGeom>
          <a:ln/>
        </p:spPr>
        <p:style>
          <a:lnRef idx="2">
            <a:schemeClr val="dk1"/>
          </a:lnRef>
          <a:fillRef idx="1">
            <a:schemeClr val="lt1"/>
          </a:fillRef>
          <a:effectRef idx="0">
            <a:schemeClr val="dk1"/>
          </a:effectRef>
          <a:fontRef idx="minor">
            <a:schemeClr val="dk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1" name="Triangle 20">
            <a:extLst>
              <a:ext uri="{FF2B5EF4-FFF2-40B4-BE49-F238E27FC236}">
                <a16:creationId xmlns:a16="http://schemas.microsoft.com/office/drawing/2014/main" id="{AF1581F5-6CD8-F39E-4C56-0E864D900366}"/>
              </a:ext>
            </a:extLst>
          </p:cNvPr>
          <p:cNvSpPr/>
          <p:nvPr userDrawn="1"/>
        </p:nvSpPr>
        <p:spPr>
          <a:xfrm rot="10800000">
            <a:off x="1874977" y="2355462"/>
            <a:ext cx="451413" cy="381955"/>
          </a:xfrm>
          <a:prstGeom prst="triangle">
            <a:avLst/>
          </a:prstGeom>
          <a:ln/>
        </p:spPr>
        <p:style>
          <a:lnRef idx="2">
            <a:schemeClr val="dk1"/>
          </a:lnRef>
          <a:fillRef idx="1">
            <a:schemeClr val="lt1"/>
          </a:fillRef>
          <a:effectRef idx="0">
            <a:schemeClr val="dk1"/>
          </a:effectRef>
          <a:fontRef idx="minor">
            <a:schemeClr val="dk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2" name="Text Placeholder 28">
            <a:extLst>
              <a:ext uri="{FF2B5EF4-FFF2-40B4-BE49-F238E27FC236}">
                <a16:creationId xmlns:a16="http://schemas.microsoft.com/office/drawing/2014/main" id="{AFD46C2B-91F1-9B8C-1741-9195B135D04B}"/>
              </a:ext>
            </a:extLst>
          </p:cNvPr>
          <p:cNvSpPr>
            <a:spLocks noGrp="1"/>
          </p:cNvSpPr>
          <p:nvPr>
            <p:ph type="body" sz="quarter" idx="18" hasCustomPrompt="1"/>
          </p:nvPr>
        </p:nvSpPr>
        <p:spPr>
          <a:xfrm>
            <a:off x="1125455" y="1681412"/>
            <a:ext cx="1950456" cy="544673"/>
          </a:xfrm>
        </p:spPr>
        <p:txBody>
          <a:bodyPr/>
          <a:lstStyle>
            <a:lvl1pPr algn="ctr">
              <a:buNone/>
              <a:defRPr sz="1600" b="1"/>
            </a:lvl1pPr>
          </a:lstStyle>
          <a:p>
            <a:pPr lvl="0"/>
            <a:r>
              <a:rPr lang="en-US" dirty="0"/>
              <a:t>Sub Title1</a:t>
            </a:r>
          </a:p>
        </p:txBody>
      </p:sp>
      <p:sp>
        <p:nvSpPr>
          <p:cNvPr id="23" name="Round Same Side Corner Rectangle 22">
            <a:extLst>
              <a:ext uri="{FF2B5EF4-FFF2-40B4-BE49-F238E27FC236}">
                <a16:creationId xmlns:a16="http://schemas.microsoft.com/office/drawing/2014/main" id="{07A9660F-E584-7E89-7E86-BDAF3AAF0F1B}"/>
              </a:ext>
            </a:extLst>
          </p:cNvPr>
          <p:cNvSpPr/>
          <p:nvPr userDrawn="1"/>
        </p:nvSpPr>
        <p:spPr>
          <a:xfrm>
            <a:off x="4955894" y="1533656"/>
            <a:ext cx="2280212" cy="816006"/>
          </a:xfrm>
          <a:prstGeom prst="round2SameRect">
            <a:avLst/>
          </a:prstGeom>
          <a:ln/>
        </p:spPr>
        <p:style>
          <a:lnRef idx="2">
            <a:schemeClr val="dk1"/>
          </a:lnRef>
          <a:fillRef idx="1">
            <a:schemeClr val="lt1"/>
          </a:fillRef>
          <a:effectRef idx="0">
            <a:schemeClr val="dk1"/>
          </a:effectRef>
          <a:fontRef idx="minor">
            <a:schemeClr val="dk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4" name="Triangle 23">
            <a:extLst>
              <a:ext uri="{FF2B5EF4-FFF2-40B4-BE49-F238E27FC236}">
                <a16:creationId xmlns:a16="http://schemas.microsoft.com/office/drawing/2014/main" id="{B9312009-2769-946D-FF96-5F4999910B1B}"/>
              </a:ext>
            </a:extLst>
          </p:cNvPr>
          <p:cNvSpPr/>
          <p:nvPr userDrawn="1"/>
        </p:nvSpPr>
        <p:spPr>
          <a:xfrm rot="10800000">
            <a:off x="5870293" y="2349662"/>
            <a:ext cx="451413" cy="381955"/>
          </a:xfrm>
          <a:prstGeom prst="triangle">
            <a:avLst/>
          </a:prstGeom>
          <a:ln/>
        </p:spPr>
        <p:style>
          <a:lnRef idx="2">
            <a:schemeClr val="dk1"/>
          </a:lnRef>
          <a:fillRef idx="1">
            <a:schemeClr val="lt1"/>
          </a:fillRef>
          <a:effectRef idx="0">
            <a:schemeClr val="dk1"/>
          </a:effectRef>
          <a:fontRef idx="minor">
            <a:schemeClr val="dk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5" name="Text Placeholder 28">
            <a:extLst>
              <a:ext uri="{FF2B5EF4-FFF2-40B4-BE49-F238E27FC236}">
                <a16:creationId xmlns:a16="http://schemas.microsoft.com/office/drawing/2014/main" id="{1404EA8B-083F-FA1E-E1D0-55E588AD4DA7}"/>
              </a:ext>
            </a:extLst>
          </p:cNvPr>
          <p:cNvSpPr>
            <a:spLocks noGrp="1"/>
          </p:cNvSpPr>
          <p:nvPr>
            <p:ph type="body" sz="quarter" idx="19" hasCustomPrompt="1"/>
          </p:nvPr>
        </p:nvSpPr>
        <p:spPr>
          <a:xfrm>
            <a:off x="5119185" y="1638089"/>
            <a:ext cx="1950456" cy="544673"/>
          </a:xfrm>
        </p:spPr>
        <p:txBody>
          <a:bodyPr/>
          <a:lstStyle>
            <a:lvl1pPr algn="ctr">
              <a:buNone/>
              <a:defRPr sz="1600" b="1"/>
            </a:lvl1pPr>
          </a:lstStyle>
          <a:p>
            <a:pPr lvl="0"/>
            <a:r>
              <a:rPr lang="en-US" dirty="0"/>
              <a:t>Sub Title2</a:t>
            </a:r>
          </a:p>
        </p:txBody>
      </p:sp>
      <p:sp>
        <p:nvSpPr>
          <p:cNvPr id="26" name="Round Same Side Corner Rectangle 25">
            <a:extLst>
              <a:ext uri="{FF2B5EF4-FFF2-40B4-BE49-F238E27FC236}">
                <a16:creationId xmlns:a16="http://schemas.microsoft.com/office/drawing/2014/main" id="{EE852348-AFB2-B115-864B-93F0799107F7}"/>
              </a:ext>
            </a:extLst>
          </p:cNvPr>
          <p:cNvSpPr/>
          <p:nvPr userDrawn="1"/>
        </p:nvSpPr>
        <p:spPr>
          <a:xfrm>
            <a:off x="8960855" y="1536224"/>
            <a:ext cx="2280212" cy="816006"/>
          </a:xfrm>
          <a:prstGeom prst="round2SameRect">
            <a:avLst/>
          </a:prstGeom>
          <a:ln/>
        </p:spPr>
        <p:style>
          <a:lnRef idx="2">
            <a:schemeClr val="dk1"/>
          </a:lnRef>
          <a:fillRef idx="1">
            <a:schemeClr val="lt1"/>
          </a:fillRef>
          <a:effectRef idx="0">
            <a:schemeClr val="dk1"/>
          </a:effectRef>
          <a:fontRef idx="minor">
            <a:schemeClr val="dk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7" name="Triangle 26">
            <a:extLst>
              <a:ext uri="{FF2B5EF4-FFF2-40B4-BE49-F238E27FC236}">
                <a16:creationId xmlns:a16="http://schemas.microsoft.com/office/drawing/2014/main" id="{7B344418-26EE-0013-F33D-BD8674BB15CD}"/>
              </a:ext>
            </a:extLst>
          </p:cNvPr>
          <p:cNvSpPr/>
          <p:nvPr userDrawn="1"/>
        </p:nvSpPr>
        <p:spPr>
          <a:xfrm rot="10800000">
            <a:off x="9865609" y="2349662"/>
            <a:ext cx="451413" cy="381955"/>
          </a:xfrm>
          <a:prstGeom prst="triangle">
            <a:avLst/>
          </a:prstGeom>
          <a:ln/>
        </p:spPr>
        <p:style>
          <a:lnRef idx="2">
            <a:schemeClr val="dk1"/>
          </a:lnRef>
          <a:fillRef idx="1">
            <a:schemeClr val="lt1"/>
          </a:fillRef>
          <a:effectRef idx="0">
            <a:schemeClr val="dk1"/>
          </a:effectRef>
          <a:fontRef idx="minor">
            <a:schemeClr val="dk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8" name="Text Placeholder 28">
            <a:extLst>
              <a:ext uri="{FF2B5EF4-FFF2-40B4-BE49-F238E27FC236}">
                <a16:creationId xmlns:a16="http://schemas.microsoft.com/office/drawing/2014/main" id="{EDC8B5FC-BF52-6880-C901-606A5AF59CE0}"/>
              </a:ext>
            </a:extLst>
          </p:cNvPr>
          <p:cNvSpPr>
            <a:spLocks noGrp="1"/>
          </p:cNvSpPr>
          <p:nvPr>
            <p:ph type="body" sz="quarter" idx="20" hasCustomPrompt="1"/>
          </p:nvPr>
        </p:nvSpPr>
        <p:spPr>
          <a:xfrm>
            <a:off x="9125733" y="1669321"/>
            <a:ext cx="1950456" cy="544673"/>
          </a:xfrm>
        </p:spPr>
        <p:txBody>
          <a:bodyPr/>
          <a:lstStyle>
            <a:lvl1pPr algn="ctr">
              <a:buNone/>
              <a:defRPr sz="1600" b="1"/>
            </a:lvl1pPr>
          </a:lstStyle>
          <a:p>
            <a:pPr lvl="0"/>
            <a:r>
              <a:rPr lang="en-US" dirty="0"/>
              <a:t>Sub Title3</a:t>
            </a:r>
          </a:p>
        </p:txBody>
      </p:sp>
      <p:cxnSp>
        <p:nvCxnSpPr>
          <p:cNvPr id="29" name="Straight Connector 28">
            <a:extLst>
              <a:ext uri="{FF2B5EF4-FFF2-40B4-BE49-F238E27FC236}">
                <a16:creationId xmlns:a16="http://schemas.microsoft.com/office/drawing/2014/main" id="{3CD594F7-2D66-B484-9281-197D4A592834}"/>
              </a:ext>
            </a:extLst>
          </p:cNvPr>
          <p:cNvCxnSpPr/>
          <p:nvPr userDrawn="1"/>
        </p:nvCxnSpPr>
        <p:spPr>
          <a:xfrm>
            <a:off x="323850" y="1030147"/>
            <a:ext cx="11544300" cy="0"/>
          </a:xfrm>
          <a:prstGeom prst="line">
            <a:avLst/>
          </a:prstGeom>
          <a:ln>
            <a:gradFill flip="none" rotWithShape="1">
              <a:gsLst>
                <a:gs pos="0">
                  <a:schemeClr val="accent4"/>
                </a:gs>
                <a:gs pos="38000">
                  <a:schemeClr val="accent3"/>
                </a:gs>
                <a:gs pos="71000">
                  <a:schemeClr val="accent1"/>
                </a:gs>
                <a:gs pos="100000">
                  <a:schemeClr val="tx1"/>
                </a:gs>
              </a:gsLst>
              <a:path path="circle">
                <a:fillToRect l="100000" t="100000"/>
              </a:path>
              <a:tileRect r="-100000" b="-100000"/>
            </a:gra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67359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C33849-211A-31CC-2F79-100DE4B4F00E}"/>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10" name="Notched Right Arrow 9">
            <a:extLst>
              <a:ext uri="{FF2B5EF4-FFF2-40B4-BE49-F238E27FC236}">
                <a16:creationId xmlns:a16="http://schemas.microsoft.com/office/drawing/2014/main" id="{345DF943-2C08-200D-1226-BA4A5C0D5523}"/>
              </a:ext>
            </a:extLst>
          </p:cNvPr>
          <p:cNvSpPr/>
          <p:nvPr userDrawn="1"/>
        </p:nvSpPr>
        <p:spPr>
          <a:xfrm>
            <a:off x="317502" y="1000461"/>
            <a:ext cx="3727450" cy="2140772"/>
          </a:xfrm>
          <a:prstGeom prst="notchedRightArrow">
            <a:avLst/>
          </a:prstGeom>
          <a:ln/>
        </p:spPr>
        <p:style>
          <a:lnRef idx="2">
            <a:schemeClr val="dk1"/>
          </a:lnRef>
          <a:fillRef idx="1">
            <a:schemeClr val="lt1"/>
          </a:fillRef>
          <a:effectRef idx="0">
            <a:schemeClr val="dk1"/>
          </a:effectRef>
          <a:fontRef idx="minor">
            <a:schemeClr val="dk1"/>
          </a:fontRef>
        </p:style>
        <p:txBody>
          <a:bodyPr lIns="182880" tIns="182880" rIns="182880" bIns="182880" rtlCol="0" anchor="ctr"/>
          <a:lstStyle/>
          <a:p>
            <a:pPr algn="ctr"/>
            <a:endParaRPr lang="en-US" sz="1600" dirty="0" err="1">
              <a:solidFill>
                <a:schemeClr val="bg1"/>
              </a:solidFill>
            </a:endParaRPr>
          </a:p>
        </p:txBody>
      </p:sp>
      <p:sp>
        <p:nvSpPr>
          <p:cNvPr id="11" name="Notched Right Arrow 10">
            <a:extLst>
              <a:ext uri="{FF2B5EF4-FFF2-40B4-BE49-F238E27FC236}">
                <a16:creationId xmlns:a16="http://schemas.microsoft.com/office/drawing/2014/main" id="{CC778013-CC66-2412-5820-CB7D6EDAB134}"/>
              </a:ext>
            </a:extLst>
          </p:cNvPr>
          <p:cNvSpPr/>
          <p:nvPr userDrawn="1"/>
        </p:nvSpPr>
        <p:spPr>
          <a:xfrm>
            <a:off x="4227514" y="1000461"/>
            <a:ext cx="3727450" cy="2140771"/>
          </a:xfrm>
          <a:prstGeom prst="notchedRightArrow">
            <a:avLst/>
          </a:prstGeom>
          <a:ln/>
        </p:spPr>
        <p:style>
          <a:lnRef idx="2">
            <a:schemeClr val="dk1"/>
          </a:lnRef>
          <a:fillRef idx="1">
            <a:schemeClr val="lt1"/>
          </a:fillRef>
          <a:effectRef idx="0">
            <a:schemeClr val="dk1"/>
          </a:effectRef>
          <a:fontRef idx="minor">
            <a:schemeClr val="dk1"/>
          </a:fontRef>
        </p:style>
        <p:txBody>
          <a:bodyPr lIns="182880" tIns="182880" rIns="182880" bIns="182880" rtlCol="0" anchor="ctr"/>
          <a:lstStyle/>
          <a:p>
            <a:pPr algn="ctr"/>
            <a:endParaRPr lang="en-US" sz="1600" dirty="0" err="1">
              <a:solidFill>
                <a:schemeClr val="bg1"/>
              </a:solidFill>
            </a:endParaRPr>
          </a:p>
        </p:txBody>
      </p:sp>
      <p:sp>
        <p:nvSpPr>
          <p:cNvPr id="12" name="Notched Right Arrow 11">
            <a:extLst>
              <a:ext uri="{FF2B5EF4-FFF2-40B4-BE49-F238E27FC236}">
                <a16:creationId xmlns:a16="http://schemas.microsoft.com/office/drawing/2014/main" id="{7254FD60-D90F-ECCD-0794-678F37DC9684}"/>
              </a:ext>
            </a:extLst>
          </p:cNvPr>
          <p:cNvSpPr/>
          <p:nvPr userDrawn="1"/>
        </p:nvSpPr>
        <p:spPr>
          <a:xfrm>
            <a:off x="8131179" y="1000461"/>
            <a:ext cx="3727450" cy="2140771"/>
          </a:xfrm>
          <a:prstGeom prst="notchedRightArrow">
            <a:avLst/>
          </a:prstGeom>
          <a:ln/>
        </p:spPr>
        <p:style>
          <a:lnRef idx="2">
            <a:schemeClr val="dk1"/>
          </a:lnRef>
          <a:fillRef idx="1">
            <a:schemeClr val="lt1"/>
          </a:fillRef>
          <a:effectRef idx="0">
            <a:schemeClr val="dk1"/>
          </a:effectRef>
          <a:fontRef idx="minor">
            <a:schemeClr val="dk1"/>
          </a:fontRef>
        </p:style>
        <p:txBody>
          <a:bodyPr lIns="182880" tIns="182880" rIns="182880" bIns="182880" rtlCol="0" anchor="ctr"/>
          <a:lstStyle/>
          <a:p>
            <a:pPr algn="ctr"/>
            <a:endParaRPr lang="en-US" sz="1600" dirty="0" err="1">
              <a:solidFill>
                <a:schemeClr val="bg1"/>
              </a:solidFill>
            </a:endParaRPr>
          </a:p>
        </p:txBody>
      </p:sp>
      <p:sp>
        <p:nvSpPr>
          <p:cNvPr id="13" name="Picture Placeholder 8">
            <a:extLst>
              <a:ext uri="{FF2B5EF4-FFF2-40B4-BE49-F238E27FC236}">
                <a16:creationId xmlns:a16="http://schemas.microsoft.com/office/drawing/2014/main" id="{AD6BCE15-FE9B-BBA4-F147-4C0F65D9488C}"/>
              </a:ext>
            </a:extLst>
          </p:cNvPr>
          <p:cNvSpPr>
            <a:spLocks noGrp="1"/>
          </p:cNvSpPr>
          <p:nvPr>
            <p:ph type="pic" sz="quarter" idx="12"/>
          </p:nvPr>
        </p:nvSpPr>
        <p:spPr>
          <a:xfrm>
            <a:off x="1579768" y="1682756"/>
            <a:ext cx="914400" cy="782321"/>
          </a:xfrm>
        </p:spPr>
        <p:txBody>
          <a:bodyPr/>
          <a:lstStyle/>
          <a:p>
            <a:endParaRPr lang="en-US"/>
          </a:p>
        </p:txBody>
      </p:sp>
      <p:sp>
        <p:nvSpPr>
          <p:cNvPr id="14" name="Picture Placeholder 10">
            <a:extLst>
              <a:ext uri="{FF2B5EF4-FFF2-40B4-BE49-F238E27FC236}">
                <a16:creationId xmlns:a16="http://schemas.microsoft.com/office/drawing/2014/main" id="{59F7C4A8-EB56-58D4-7CE6-C051F1912A61}"/>
              </a:ext>
            </a:extLst>
          </p:cNvPr>
          <p:cNvSpPr>
            <a:spLocks noGrp="1"/>
          </p:cNvSpPr>
          <p:nvPr>
            <p:ph type="pic" sz="quarter" idx="13"/>
          </p:nvPr>
        </p:nvSpPr>
        <p:spPr>
          <a:xfrm>
            <a:off x="5412265" y="1677376"/>
            <a:ext cx="914400" cy="782321"/>
          </a:xfrm>
        </p:spPr>
        <p:txBody>
          <a:bodyPr/>
          <a:lstStyle/>
          <a:p>
            <a:endParaRPr lang="en-US"/>
          </a:p>
        </p:txBody>
      </p:sp>
      <p:sp>
        <p:nvSpPr>
          <p:cNvPr id="15" name="Picture Placeholder 12">
            <a:extLst>
              <a:ext uri="{FF2B5EF4-FFF2-40B4-BE49-F238E27FC236}">
                <a16:creationId xmlns:a16="http://schemas.microsoft.com/office/drawing/2014/main" id="{66BB484B-BBD7-5FF1-F923-84197B782AC0}"/>
              </a:ext>
            </a:extLst>
          </p:cNvPr>
          <p:cNvSpPr>
            <a:spLocks noGrp="1"/>
          </p:cNvSpPr>
          <p:nvPr>
            <p:ph type="pic" sz="quarter" idx="14"/>
          </p:nvPr>
        </p:nvSpPr>
        <p:spPr>
          <a:xfrm>
            <a:off x="9305337" y="1677375"/>
            <a:ext cx="914400" cy="782321"/>
          </a:xfrm>
        </p:spPr>
        <p:txBody>
          <a:bodyPr/>
          <a:lstStyle/>
          <a:p>
            <a:endParaRPr lang="en-US"/>
          </a:p>
        </p:txBody>
      </p:sp>
      <p:sp>
        <p:nvSpPr>
          <p:cNvPr id="16" name="Text Placeholder 14">
            <a:extLst>
              <a:ext uri="{FF2B5EF4-FFF2-40B4-BE49-F238E27FC236}">
                <a16:creationId xmlns:a16="http://schemas.microsoft.com/office/drawing/2014/main" id="{C1214F64-3766-2357-52B1-B721C01343AF}"/>
              </a:ext>
            </a:extLst>
          </p:cNvPr>
          <p:cNvSpPr>
            <a:spLocks noGrp="1"/>
          </p:cNvSpPr>
          <p:nvPr>
            <p:ph type="body" sz="quarter" idx="15" hasCustomPrompt="1"/>
          </p:nvPr>
        </p:nvSpPr>
        <p:spPr>
          <a:xfrm>
            <a:off x="323850" y="3991151"/>
            <a:ext cx="3506257" cy="1910298"/>
          </a:xfrm>
        </p:spPr>
        <p:txBody>
          <a:bodyPr/>
          <a:lstStyle>
            <a:lvl1pPr>
              <a:defRPr sz="1600"/>
            </a:lvl1pPr>
          </a:lstStyle>
          <a:p>
            <a:pPr lvl="0"/>
            <a:r>
              <a:rPr lang="en-US" dirty="0"/>
              <a:t>Text1</a:t>
            </a:r>
          </a:p>
        </p:txBody>
      </p:sp>
      <p:sp>
        <p:nvSpPr>
          <p:cNvPr id="17" name="Text Placeholder 16">
            <a:extLst>
              <a:ext uri="{FF2B5EF4-FFF2-40B4-BE49-F238E27FC236}">
                <a16:creationId xmlns:a16="http://schemas.microsoft.com/office/drawing/2014/main" id="{EB6F3474-17DF-E6FD-22C8-8D3ECA1F3D4B}"/>
              </a:ext>
            </a:extLst>
          </p:cNvPr>
          <p:cNvSpPr>
            <a:spLocks noGrp="1"/>
          </p:cNvSpPr>
          <p:nvPr>
            <p:ph type="body" sz="quarter" idx="16" hasCustomPrompt="1"/>
          </p:nvPr>
        </p:nvSpPr>
        <p:spPr>
          <a:xfrm>
            <a:off x="4341284" y="3991151"/>
            <a:ext cx="3506258" cy="1915679"/>
          </a:xfrm>
        </p:spPr>
        <p:txBody>
          <a:bodyPr/>
          <a:lstStyle>
            <a:lvl1pPr>
              <a:defRPr sz="1600"/>
            </a:lvl1pPr>
          </a:lstStyle>
          <a:p>
            <a:pPr lvl="0"/>
            <a:r>
              <a:rPr lang="en-US" dirty="0"/>
              <a:t>Text2</a:t>
            </a:r>
          </a:p>
        </p:txBody>
      </p:sp>
      <p:sp>
        <p:nvSpPr>
          <p:cNvPr id="18" name="Text Placeholder 18">
            <a:extLst>
              <a:ext uri="{FF2B5EF4-FFF2-40B4-BE49-F238E27FC236}">
                <a16:creationId xmlns:a16="http://schemas.microsoft.com/office/drawing/2014/main" id="{1E4BA9A5-B5D5-6455-56C1-DDC369EA4540}"/>
              </a:ext>
            </a:extLst>
          </p:cNvPr>
          <p:cNvSpPr>
            <a:spLocks noGrp="1"/>
          </p:cNvSpPr>
          <p:nvPr>
            <p:ph type="body" sz="quarter" idx="17" hasCustomPrompt="1"/>
          </p:nvPr>
        </p:nvSpPr>
        <p:spPr>
          <a:xfrm>
            <a:off x="8352370" y="3985769"/>
            <a:ext cx="3506259" cy="1915680"/>
          </a:xfrm>
        </p:spPr>
        <p:txBody>
          <a:bodyPr/>
          <a:lstStyle>
            <a:lvl1pPr>
              <a:defRPr sz="1600"/>
            </a:lvl1pPr>
          </a:lstStyle>
          <a:p>
            <a:pPr lvl="0"/>
            <a:r>
              <a:rPr lang="en-US" dirty="0"/>
              <a:t>Text3</a:t>
            </a:r>
          </a:p>
        </p:txBody>
      </p:sp>
      <p:cxnSp>
        <p:nvCxnSpPr>
          <p:cNvPr id="2" name="Straight Connector 1">
            <a:extLst>
              <a:ext uri="{FF2B5EF4-FFF2-40B4-BE49-F238E27FC236}">
                <a16:creationId xmlns:a16="http://schemas.microsoft.com/office/drawing/2014/main" id="{4B7CFF10-342B-6BA6-5B87-4365066930B7}"/>
              </a:ext>
            </a:extLst>
          </p:cNvPr>
          <p:cNvCxnSpPr/>
          <p:nvPr userDrawn="1"/>
        </p:nvCxnSpPr>
        <p:spPr>
          <a:xfrm>
            <a:off x="314329" y="956551"/>
            <a:ext cx="11544300" cy="0"/>
          </a:xfrm>
          <a:prstGeom prst="line">
            <a:avLst/>
          </a:prstGeom>
          <a:ln>
            <a:gradFill flip="none" rotWithShape="1">
              <a:gsLst>
                <a:gs pos="0">
                  <a:schemeClr val="accent4"/>
                </a:gs>
                <a:gs pos="38000">
                  <a:schemeClr val="accent3"/>
                </a:gs>
                <a:gs pos="71000">
                  <a:schemeClr val="accent1"/>
                </a:gs>
                <a:gs pos="100000">
                  <a:schemeClr val="tx1"/>
                </a:gs>
              </a:gsLst>
              <a:path path="circle">
                <a:fillToRect l="100000" t="100000"/>
              </a:path>
              <a:tileRect r="-100000" b="-100000"/>
            </a:gradFill>
          </a:ln>
        </p:spPr>
        <p:style>
          <a:lnRef idx="2">
            <a:schemeClr val="dk1"/>
          </a:lnRef>
          <a:fillRef idx="0">
            <a:schemeClr val="dk1"/>
          </a:fillRef>
          <a:effectRef idx="1">
            <a:schemeClr val="dk1"/>
          </a:effectRef>
          <a:fontRef idx="minor">
            <a:schemeClr val="tx1"/>
          </a:fontRef>
        </p:style>
      </p:cxnSp>
      <p:sp>
        <p:nvSpPr>
          <p:cNvPr id="4" name="Text Placeholder 3">
            <a:extLst>
              <a:ext uri="{FF2B5EF4-FFF2-40B4-BE49-F238E27FC236}">
                <a16:creationId xmlns:a16="http://schemas.microsoft.com/office/drawing/2014/main" id="{21C2DD9A-B84B-2AFC-FAC2-FF5CC28F9474}"/>
              </a:ext>
            </a:extLst>
          </p:cNvPr>
          <p:cNvSpPr>
            <a:spLocks noGrp="1"/>
          </p:cNvSpPr>
          <p:nvPr>
            <p:ph type="body" sz="quarter" idx="18" hasCustomPrompt="1"/>
          </p:nvPr>
        </p:nvSpPr>
        <p:spPr>
          <a:xfrm>
            <a:off x="314329" y="3185142"/>
            <a:ext cx="3512603" cy="491433"/>
          </a:xfrm>
        </p:spPr>
        <p:txBody>
          <a:bodyPr/>
          <a:lstStyle>
            <a:lvl1pPr algn="ctr">
              <a:buNone/>
              <a:defRPr sz="1600" b="1"/>
            </a:lvl1pPr>
          </a:lstStyle>
          <a:p>
            <a:pPr lvl="0"/>
            <a:r>
              <a:rPr lang="en-US" dirty="0"/>
              <a:t>Sub Title1</a:t>
            </a:r>
          </a:p>
        </p:txBody>
      </p:sp>
      <p:sp>
        <p:nvSpPr>
          <p:cNvPr id="19" name="Text Placeholder 3">
            <a:extLst>
              <a:ext uri="{FF2B5EF4-FFF2-40B4-BE49-F238E27FC236}">
                <a16:creationId xmlns:a16="http://schemas.microsoft.com/office/drawing/2014/main" id="{1FB8EE3D-E458-9699-9A10-6804A7337395}"/>
              </a:ext>
            </a:extLst>
          </p:cNvPr>
          <p:cNvSpPr>
            <a:spLocks noGrp="1"/>
          </p:cNvSpPr>
          <p:nvPr>
            <p:ph type="body" sz="quarter" idx="19" hasCustomPrompt="1"/>
          </p:nvPr>
        </p:nvSpPr>
        <p:spPr>
          <a:xfrm>
            <a:off x="4310597" y="3171756"/>
            <a:ext cx="3512603" cy="491433"/>
          </a:xfrm>
        </p:spPr>
        <p:txBody>
          <a:bodyPr/>
          <a:lstStyle>
            <a:lvl1pPr algn="ctr">
              <a:buNone/>
              <a:defRPr sz="1600" b="1"/>
            </a:lvl1pPr>
          </a:lstStyle>
          <a:p>
            <a:pPr lvl="0"/>
            <a:r>
              <a:rPr lang="en-US" dirty="0"/>
              <a:t>Sub Title2</a:t>
            </a:r>
          </a:p>
        </p:txBody>
      </p:sp>
      <p:sp>
        <p:nvSpPr>
          <p:cNvPr id="20" name="Text Placeholder 3">
            <a:extLst>
              <a:ext uri="{FF2B5EF4-FFF2-40B4-BE49-F238E27FC236}">
                <a16:creationId xmlns:a16="http://schemas.microsoft.com/office/drawing/2014/main" id="{F2FCE38D-9169-1355-9B3D-9DA596B8BD97}"/>
              </a:ext>
            </a:extLst>
          </p:cNvPr>
          <p:cNvSpPr>
            <a:spLocks noGrp="1"/>
          </p:cNvSpPr>
          <p:nvPr>
            <p:ph type="body" sz="quarter" idx="20" hasCustomPrompt="1"/>
          </p:nvPr>
        </p:nvSpPr>
        <p:spPr>
          <a:xfrm>
            <a:off x="8306865" y="3171755"/>
            <a:ext cx="3512603" cy="491433"/>
          </a:xfrm>
        </p:spPr>
        <p:txBody>
          <a:bodyPr/>
          <a:lstStyle>
            <a:lvl1pPr algn="ctr">
              <a:buNone/>
              <a:defRPr sz="1600" b="1"/>
            </a:lvl1pPr>
          </a:lstStyle>
          <a:p>
            <a:pPr lvl="0"/>
            <a:r>
              <a:rPr lang="en-US" dirty="0"/>
              <a:t>Sub Title3</a:t>
            </a:r>
          </a:p>
        </p:txBody>
      </p:sp>
      <p:cxnSp>
        <p:nvCxnSpPr>
          <p:cNvPr id="3" name="Straight Connector 2">
            <a:extLst>
              <a:ext uri="{FF2B5EF4-FFF2-40B4-BE49-F238E27FC236}">
                <a16:creationId xmlns:a16="http://schemas.microsoft.com/office/drawing/2014/main" id="{EAE702E0-A3DA-A38F-4937-4A2FA5D7B9C7}"/>
              </a:ext>
            </a:extLst>
          </p:cNvPr>
          <p:cNvCxnSpPr>
            <a:cxnSpLocks/>
          </p:cNvCxnSpPr>
          <p:nvPr userDrawn="1"/>
        </p:nvCxnSpPr>
        <p:spPr>
          <a:xfrm>
            <a:off x="314329" y="3826825"/>
            <a:ext cx="3512603" cy="0"/>
          </a:xfrm>
          <a:prstGeom prst="line">
            <a:avLst/>
          </a:prstGeom>
          <a:ln>
            <a:gradFill flip="none" rotWithShape="1">
              <a:gsLst>
                <a:gs pos="0">
                  <a:schemeClr val="tx1"/>
                </a:gs>
                <a:gs pos="40000">
                  <a:schemeClr val="accent1"/>
                </a:gs>
                <a:gs pos="72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A78F80C-B6FC-293B-BE52-CEC2C1D4398A}"/>
              </a:ext>
            </a:extLst>
          </p:cNvPr>
          <p:cNvCxnSpPr>
            <a:cxnSpLocks/>
          </p:cNvCxnSpPr>
          <p:nvPr userDrawn="1"/>
        </p:nvCxnSpPr>
        <p:spPr>
          <a:xfrm>
            <a:off x="4286522" y="3826825"/>
            <a:ext cx="3512603" cy="0"/>
          </a:xfrm>
          <a:prstGeom prst="line">
            <a:avLst/>
          </a:prstGeom>
          <a:ln>
            <a:gradFill flip="none" rotWithShape="1">
              <a:gsLst>
                <a:gs pos="0">
                  <a:schemeClr val="tx1"/>
                </a:gs>
                <a:gs pos="40000">
                  <a:schemeClr val="accent1"/>
                </a:gs>
                <a:gs pos="72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E23A30E-004C-8C43-EE9E-5891A31536AD}"/>
              </a:ext>
            </a:extLst>
          </p:cNvPr>
          <p:cNvCxnSpPr>
            <a:cxnSpLocks/>
          </p:cNvCxnSpPr>
          <p:nvPr userDrawn="1"/>
        </p:nvCxnSpPr>
        <p:spPr>
          <a:xfrm>
            <a:off x="8297553" y="3826825"/>
            <a:ext cx="3512603" cy="0"/>
          </a:xfrm>
          <a:prstGeom prst="line">
            <a:avLst/>
          </a:prstGeom>
          <a:ln>
            <a:gradFill flip="none" rotWithShape="1">
              <a:gsLst>
                <a:gs pos="0">
                  <a:schemeClr val="tx1"/>
                </a:gs>
                <a:gs pos="40000">
                  <a:schemeClr val="accent1"/>
                </a:gs>
                <a:gs pos="72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9861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4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1EE04-C69F-D2F9-857D-6680D02462A6}"/>
              </a:ext>
            </a:extLst>
          </p:cNvPr>
          <p:cNvSpPr>
            <a:spLocks noGrp="1"/>
          </p:cNvSpPr>
          <p:nvPr>
            <p:ph type="title" hasCustomPrompt="1"/>
          </p:nvPr>
        </p:nvSpPr>
        <p:spPr/>
        <p:txBody>
          <a:bodyPr/>
          <a:lstStyle/>
          <a:p>
            <a:r>
              <a:rPr lang="en-US" dirty="0"/>
              <a:t>Slide Title</a:t>
            </a:r>
          </a:p>
        </p:txBody>
      </p:sp>
      <p:sp>
        <p:nvSpPr>
          <p:cNvPr id="5" name="Picture Placeholder 22">
            <a:extLst>
              <a:ext uri="{FF2B5EF4-FFF2-40B4-BE49-F238E27FC236}">
                <a16:creationId xmlns:a16="http://schemas.microsoft.com/office/drawing/2014/main" id="{9939C16A-C714-9EFA-B491-34E1FA525F9A}"/>
              </a:ext>
            </a:extLst>
          </p:cNvPr>
          <p:cNvSpPr>
            <a:spLocks noGrp="1"/>
          </p:cNvSpPr>
          <p:nvPr>
            <p:ph type="pic" sz="quarter" idx="13"/>
          </p:nvPr>
        </p:nvSpPr>
        <p:spPr>
          <a:xfrm>
            <a:off x="4137024" y="2495416"/>
            <a:ext cx="820738" cy="710670"/>
          </a:xfrm>
        </p:spPr>
        <p:txBody>
          <a:bodyPr/>
          <a:lstStyle/>
          <a:p>
            <a:endParaRPr lang="en-US"/>
          </a:p>
        </p:txBody>
      </p:sp>
      <p:sp>
        <p:nvSpPr>
          <p:cNvPr id="6" name="Picture Placeholder 22">
            <a:extLst>
              <a:ext uri="{FF2B5EF4-FFF2-40B4-BE49-F238E27FC236}">
                <a16:creationId xmlns:a16="http://schemas.microsoft.com/office/drawing/2014/main" id="{F7DC95FE-E0D8-4A50-E9D0-B88288664064}"/>
              </a:ext>
            </a:extLst>
          </p:cNvPr>
          <p:cNvSpPr>
            <a:spLocks noGrp="1"/>
          </p:cNvSpPr>
          <p:nvPr>
            <p:ph type="pic" sz="quarter" idx="14"/>
          </p:nvPr>
        </p:nvSpPr>
        <p:spPr>
          <a:xfrm>
            <a:off x="7169149" y="2478197"/>
            <a:ext cx="820738" cy="710670"/>
          </a:xfrm>
        </p:spPr>
        <p:txBody>
          <a:bodyPr/>
          <a:lstStyle/>
          <a:p>
            <a:endParaRPr lang="en-US"/>
          </a:p>
        </p:txBody>
      </p:sp>
      <p:sp>
        <p:nvSpPr>
          <p:cNvPr id="7" name="Picture Placeholder 22">
            <a:extLst>
              <a:ext uri="{FF2B5EF4-FFF2-40B4-BE49-F238E27FC236}">
                <a16:creationId xmlns:a16="http://schemas.microsoft.com/office/drawing/2014/main" id="{ADD5E81A-9CF8-1CA9-54F1-3DF720A2D96A}"/>
              </a:ext>
            </a:extLst>
          </p:cNvPr>
          <p:cNvSpPr>
            <a:spLocks noGrp="1"/>
          </p:cNvSpPr>
          <p:nvPr>
            <p:ph type="pic" sz="quarter" idx="15"/>
          </p:nvPr>
        </p:nvSpPr>
        <p:spPr>
          <a:xfrm>
            <a:off x="10201275" y="2478197"/>
            <a:ext cx="820738" cy="710670"/>
          </a:xfrm>
        </p:spPr>
        <p:txBody>
          <a:bodyPr/>
          <a:lstStyle/>
          <a:p>
            <a:endParaRPr lang="en-US"/>
          </a:p>
        </p:txBody>
      </p:sp>
      <p:sp>
        <p:nvSpPr>
          <p:cNvPr id="8" name="Picture Placeholder 22">
            <a:extLst>
              <a:ext uri="{FF2B5EF4-FFF2-40B4-BE49-F238E27FC236}">
                <a16:creationId xmlns:a16="http://schemas.microsoft.com/office/drawing/2014/main" id="{08FE994D-7FA2-C8C2-1E99-3AE359B69B85}"/>
              </a:ext>
            </a:extLst>
          </p:cNvPr>
          <p:cNvSpPr>
            <a:spLocks noGrp="1"/>
          </p:cNvSpPr>
          <p:nvPr>
            <p:ph type="pic" sz="quarter" idx="16"/>
          </p:nvPr>
        </p:nvSpPr>
        <p:spPr>
          <a:xfrm>
            <a:off x="1104898" y="2495416"/>
            <a:ext cx="820738" cy="710670"/>
          </a:xfrm>
        </p:spPr>
        <p:txBody>
          <a:bodyPr/>
          <a:lstStyle/>
          <a:p>
            <a:endParaRPr lang="en-US"/>
          </a:p>
        </p:txBody>
      </p:sp>
      <p:sp>
        <p:nvSpPr>
          <p:cNvPr id="10" name="Rectangle: Rounded Corners 29">
            <a:extLst>
              <a:ext uri="{FF2B5EF4-FFF2-40B4-BE49-F238E27FC236}">
                <a16:creationId xmlns:a16="http://schemas.microsoft.com/office/drawing/2014/main" id="{A33F3D73-0226-FF5C-9BE4-0B4DBF64B617}"/>
              </a:ext>
            </a:extLst>
          </p:cNvPr>
          <p:cNvSpPr/>
          <p:nvPr userDrawn="1"/>
        </p:nvSpPr>
        <p:spPr>
          <a:xfrm>
            <a:off x="323850" y="1930400"/>
            <a:ext cx="11544300" cy="2385060"/>
          </a:xfrm>
          <a:prstGeom prst="roundRect">
            <a:avLst>
              <a:gd name="adj" fmla="val 6925"/>
            </a:avLst>
          </a:prstGeom>
          <a:solidFill>
            <a:schemeClr val="tx1">
              <a:alpha val="7845"/>
            </a:schemeClr>
          </a:solidFill>
          <a:ln w="25400" cap="flat">
            <a:gradFill flip="none" rotWithShape="1">
              <a:gsLst>
                <a:gs pos="0">
                  <a:schemeClr val="accent4"/>
                </a:gs>
                <a:gs pos="57000">
                  <a:schemeClr val="accent3"/>
                </a:gs>
                <a:gs pos="70000">
                  <a:schemeClr val="accent1"/>
                </a:gs>
                <a:gs pos="85000">
                  <a:srgbClr val="02C8FF"/>
                </a:gs>
                <a:gs pos="100000">
                  <a:schemeClr val="accent2"/>
                </a:gs>
              </a:gsLst>
              <a:lin ang="0" scaled="1"/>
              <a:tileRect/>
            </a:gradFill>
            <a:prstDash val="solid"/>
            <a:miter lim="400000"/>
          </a:ln>
          <a:effectLst/>
        </p:spPr>
        <p:txBody>
          <a:bodyPr wrap="square" lIns="0" tIns="0" rIns="0" bIns="0" numCol="1" anchor="ctr">
            <a:noAutofit/>
          </a:bodyPr>
          <a:lstStyle/>
          <a:p>
            <a:pPr algn="ctr">
              <a:lnSpc>
                <a:spcPct val="80000"/>
              </a:lnSpc>
            </a:pPr>
            <a:endParaRPr lang="en-US" sz="2381" spc="-200">
              <a:solidFill>
                <a:srgbClr val="FFFFFF"/>
              </a:solidFill>
              <a:latin typeface="CiscoSansTT"/>
              <a:cs typeface="CiscoSansTT"/>
            </a:endParaRPr>
          </a:p>
        </p:txBody>
      </p:sp>
      <p:sp>
        <p:nvSpPr>
          <p:cNvPr id="12" name="Text Placeholder 11">
            <a:extLst>
              <a:ext uri="{FF2B5EF4-FFF2-40B4-BE49-F238E27FC236}">
                <a16:creationId xmlns:a16="http://schemas.microsoft.com/office/drawing/2014/main" id="{53F0D94E-20AA-AD1E-E12E-4845FC059E37}"/>
              </a:ext>
            </a:extLst>
          </p:cNvPr>
          <p:cNvSpPr>
            <a:spLocks noGrp="1"/>
          </p:cNvSpPr>
          <p:nvPr>
            <p:ph type="body" sz="quarter" idx="17" hasCustomPrompt="1"/>
          </p:nvPr>
        </p:nvSpPr>
        <p:spPr>
          <a:xfrm>
            <a:off x="600161" y="3405438"/>
            <a:ext cx="1830211" cy="710670"/>
          </a:xfrm>
        </p:spPr>
        <p:txBody>
          <a:bodyPr/>
          <a:lstStyle>
            <a:lvl1pPr algn="ctr">
              <a:buNone/>
              <a:defRPr sz="1600" b="1"/>
            </a:lvl1pPr>
          </a:lstStyle>
          <a:p>
            <a:pPr lvl="0"/>
            <a:r>
              <a:rPr lang="en-US" dirty="0"/>
              <a:t>Sub Title1</a:t>
            </a:r>
          </a:p>
        </p:txBody>
      </p:sp>
      <p:sp>
        <p:nvSpPr>
          <p:cNvPr id="13" name="Text Placeholder 11">
            <a:extLst>
              <a:ext uri="{FF2B5EF4-FFF2-40B4-BE49-F238E27FC236}">
                <a16:creationId xmlns:a16="http://schemas.microsoft.com/office/drawing/2014/main" id="{0A6E8B12-F183-C8FB-B5E7-1733A4CDC8D9}"/>
              </a:ext>
            </a:extLst>
          </p:cNvPr>
          <p:cNvSpPr>
            <a:spLocks noGrp="1"/>
          </p:cNvSpPr>
          <p:nvPr>
            <p:ph type="body" sz="quarter" idx="18" hasCustomPrompt="1"/>
          </p:nvPr>
        </p:nvSpPr>
        <p:spPr>
          <a:xfrm>
            <a:off x="3632287" y="3405438"/>
            <a:ext cx="1830211" cy="710670"/>
          </a:xfrm>
        </p:spPr>
        <p:txBody>
          <a:bodyPr/>
          <a:lstStyle>
            <a:lvl1pPr algn="ctr">
              <a:buNone/>
              <a:defRPr sz="1600" b="1"/>
            </a:lvl1pPr>
          </a:lstStyle>
          <a:p>
            <a:pPr lvl="0"/>
            <a:r>
              <a:rPr lang="en-US" dirty="0"/>
              <a:t>Sub Title2</a:t>
            </a:r>
          </a:p>
        </p:txBody>
      </p:sp>
      <p:sp>
        <p:nvSpPr>
          <p:cNvPr id="14" name="Text Placeholder 11">
            <a:extLst>
              <a:ext uri="{FF2B5EF4-FFF2-40B4-BE49-F238E27FC236}">
                <a16:creationId xmlns:a16="http://schemas.microsoft.com/office/drawing/2014/main" id="{EDC1203B-50DC-6F11-FA65-DA004A2DF501}"/>
              </a:ext>
            </a:extLst>
          </p:cNvPr>
          <p:cNvSpPr>
            <a:spLocks noGrp="1"/>
          </p:cNvSpPr>
          <p:nvPr>
            <p:ph type="body" sz="quarter" idx="19" hasCustomPrompt="1"/>
          </p:nvPr>
        </p:nvSpPr>
        <p:spPr>
          <a:xfrm>
            <a:off x="6664413" y="3381329"/>
            <a:ext cx="1830211" cy="710670"/>
          </a:xfrm>
        </p:spPr>
        <p:txBody>
          <a:bodyPr/>
          <a:lstStyle>
            <a:lvl1pPr algn="ctr">
              <a:buNone/>
              <a:defRPr sz="1600" b="1"/>
            </a:lvl1pPr>
          </a:lstStyle>
          <a:p>
            <a:pPr lvl="0"/>
            <a:r>
              <a:rPr lang="en-US" dirty="0"/>
              <a:t>Sub Title3</a:t>
            </a:r>
          </a:p>
        </p:txBody>
      </p:sp>
      <p:sp>
        <p:nvSpPr>
          <p:cNvPr id="15" name="Text Placeholder 11">
            <a:extLst>
              <a:ext uri="{FF2B5EF4-FFF2-40B4-BE49-F238E27FC236}">
                <a16:creationId xmlns:a16="http://schemas.microsoft.com/office/drawing/2014/main" id="{DD2F3957-B8EC-5926-C04D-E72285FB70ED}"/>
              </a:ext>
            </a:extLst>
          </p:cNvPr>
          <p:cNvSpPr>
            <a:spLocks noGrp="1"/>
          </p:cNvSpPr>
          <p:nvPr>
            <p:ph type="body" sz="quarter" idx="20" hasCustomPrompt="1"/>
          </p:nvPr>
        </p:nvSpPr>
        <p:spPr>
          <a:xfrm>
            <a:off x="9696538" y="3381329"/>
            <a:ext cx="1830211" cy="710670"/>
          </a:xfrm>
        </p:spPr>
        <p:txBody>
          <a:bodyPr/>
          <a:lstStyle>
            <a:lvl1pPr algn="ctr">
              <a:buNone/>
              <a:defRPr sz="1600" b="1"/>
            </a:lvl1pPr>
          </a:lstStyle>
          <a:p>
            <a:pPr lvl="0"/>
            <a:r>
              <a:rPr lang="en-US" dirty="0"/>
              <a:t>Sub Title4</a:t>
            </a:r>
          </a:p>
        </p:txBody>
      </p:sp>
    </p:spTree>
    <p:extLst>
      <p:ext uri="{BB962C8B-B14F-4D97-AF65-F5344CB8AC3E}">
        <p14:creationId xmlns:p14="http://schemas.microsoft.com/office/powerpoint/2010/main" val="3444899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3408987-09F2-8E2C-AA87-6D96CD7D7901}"/>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11" name="Rectangle 10">
            <a:extLst>
              <a:ext uri="{FF2B5EF4-FFF2-40B4-BE49-F238E27FC236}">
                <a16:creationId xmlns:a16="http://schemas.microsoft.com/office/drawing/2014/main" id="{46A061E7-44C9-4324-A556-0A13986EC03A}"/>
              </a:ext>
            </a:extLst>
          </p:cNvPr>
          <p:cNvSpPr/>
          <p:nvPr userDrawn="1"/>
        </p:nvSpPr>
        <p:spPr>
          <a:xfrm>
            <a:off x="350756" y="1544056"/>
            <a:ext cx="2794317" cy="4307840"/>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2" name="Rectangle 11">
            <a:extLst>
              <a:ext uri="{FF2B5EF4-FFF2-40B4-BE49-F238E27FC236}">
                <a16:creationId xmlns:a16="http://schemas.microsoft.com/office/drawing/2014/main" id="{A731C18C-1E50-84F4-2B9A-C1F23EDA9031}"/>
              </a:ext>
            </a:extLst>
          </p:cNvPr>
          <p:cNvSpPr/>
          <p:nvPr userDrawn="1"/>
        </p:nvSpPr>
        <p:spPr>
          <a:xfrm>
            <a:off x="3223643" y="1546447"/>
            <a:ext cx="2794318" cy="4307840"/>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3" name="Rectangle 12">
            <a:extLst>
              <a:ext uri="{FF2B5EF4-FFF2-40B4-BE49-F238E27FC236}">
                <a16:creationId xmlns:a16="http://schemas.microsoft.com/office/drawing/2014/main" id="{4261B977-6E57-5975-4A01-3A0DAC4E5156}"/>
              </a:ext>
            </a:extLst>
          </p:cNvPr>
          <p:cNvSpPr/>
          <p:nvPr userDrawn="1"/>
        </p:nvSpPr>
        <p:spPr>
          <a:xfrm>
            <a:off x="6121913" y="1558662"/>
            <a:ext cx="2794318" cy="4293234"/>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4" name="Rectangle 13">
            <a:extLst>
              <a:ext uri="{FF2B5EF4-FFF2-40B4-BE49-F238E27FC236}">
                <a16:creationId xmlns:a16="http://schemas.microsoft.com/office/drawing/2014/main" id="{280C3E3F-124D-B5BC-19C0-C508140CEBCB}"/>
              </a:ext>
            </a:extLst>
          </p:cNvPr>
          <p:cNvSpPr/>
          <p:nvPr userDrawn="1"/>
        </p:nvSpPr>
        <p:spPr>
          <a:xfrm>
            <a:off x="9072961" y="1558662"/>
            <a:ext cx="2794317" cy="4293234"/>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5" name="Picture Placeholder 11">
            <a:extLst>
              <a:ext uri="{FF2B5EF4-FFF2-40B4-BE49-F238E27FC236}">
                <a16:creationId xmlns:a16="http://schemas.microsoft.com/office/drawing/2014/main" id="{BB095586-3446-1137-8608-C068F73349C2}"/>
              </a:ext>
            </a:extLst>
          </p:cNvPr>
          <p:cNvSpPr>
            <a:spLocks noGrp="1"/>
          </p:cNvSpPr>
          <p:nvPr>
            <p:ph type="pic" sz="quarter" idx="13"/>
          </p:nvPr>
        </p:nvSpPr>
        <p:spPr>
          <a:xfrm>
            <a:off x="1138561" y="1745752"/>
            <a:ext cx="1248075" cy="972844"/>
          </a:xfrm>
        </p:spPr>
        <p:txBody>
          <a:bodyPr/>
          <a:lstStyle/>
          <a:p>
            <a:endParaRPr lang="en-US"/>
          </a:p>
        </p:txBody>
      </p:sp>
      <p:sp>
        <p:nvSpPr>
          <p:cNvPr id="16" name="Text Placeholder 13">
            <a:extLst>
              <a:ext uri="{FF2B5EF4-FFF2-40B4-BE49-F238E27FC236}">
                <a16:creationId xmlns:a16="http://schemas.microsoft.com/office/drawing/2014/main" id="{7CE15C6B-40C1-94EF-D4DF-265AD848FB25}"/>
              </a:ext>
            </a:extLst>
          </p:cNvPr>
          <p:cNvSpPr>
            <a:spLocks noGrp="1"/>
          </p:cNvSpPr>
          <p:nvPr>
            <p:ph type="body" sz="quarter" idx="14" hasCustomPrompt="1"/>
          </p:nvPr>
        </p:nvSpPr>
        <p:spPr>
          <a:xfrm>
            <a:off x="380125" y="3677919"/>
            <a:ext cx="2764948" cy="2173977"/>
          </a:xfrm>
        </p:spPr>
        <p:txBody>
          <a:bodyPr/>
          <a:lstStyle>
            <a:lvl1pPr>
              <a:defRPr sz="1600"/>
            </a:lvl1pPr>
          </a:lstStyle>
          <a:p>
            <a:pPr lvl="0"/>
            <a:r>
              <a:rPr lang="en-US" dirty="0"/>
              <a:t>Points</a:t>
            </a:r>
          </a:p>
        </p:txBody>
      </p:sp>
      <p:sp>
        <p:nvSpPr>
          <p:cNvPr id="18" name="Text Placeholder 17">
            <a:extLst>
              <a:ext uri="{FF2B5EF4-FFF2-40B4-BE49-F238E27FC236}">
                <a16:creationId xmlns:a16="http://schemas.microsoft.com/office/drawing/2014/main" id="{2D06F8F1-3C73-FFB2-B93A-7E78978EF725}"/>
              </a:ext>
            </a:extLst>
          </p:cNvPr>
          <p:cNvSpPr>
            <a:spLocks noGrp="1"/>
          </p:cNvSpPr>
          <p:nvPr>
            <p:ph type="body" sz="quarter" idx="16" hasCustomPrompt="1"/>
          </p:nvPr>
        </p:nvSpPr>
        <p:spPr>
          <a:xfrm>
            <a:off x="3244408" y="3677919"/>
            <a:ext cx="2735580" cy="2173976"/>
          </a:xfrm>
        </p:spPr>
        <p:txBody>
          <a:bodyPr/>
          <a:lstStyle>
            <a:lvl1pPr>
              <a:defRPr sz="1600"/>
            </a:lvl1pPr>
          </a:lstStyle>
          <a:p>
            <a:pPr lvl="0"/>
            <a:r>
              <a:rPr lang="en-US" dirty="0"/>
              <a:t>Points</a:t>
            </a:r>
          </a:p>
          <a:p>
            <a:pPr lvl="0"/>
            <a:endParaRPr lang="en-US" dirty="0"/>
          </a:p>
        </p:txBody>
      </p:sp>
      <p:sp>
        <p:nvSpPr>
          <p:cNvPr id="19" name="Text Placeholder 19">
            <a:extLst>
              <a:ext uri="{FF2B5EF4-FFF2-40B4-BE49-F238E27FC236}">
                <a16:creationId xmlns:a16="http://schemas.microsoft.com/office/drawing/2014/main" id="{0F32BC2C-E84E-4C0F-213E-4E331C828EDF}"/>
              </a:ext>
            </a:extLst>
          </p:cNvPr>
          <p:cNvSpPr>
            <a:spLocks noGrp="1"/>
          </p:cNvSpPr>
          <p:nvPr>
            <p:ph type="body" sz="quarter" idx="17" hasCustomPrompt="1"/>
          </p:nvPr>
        </p:nvSpPr>
        <p:spPr>
          <a:xfrm>
            <a:off x="6148738" y="3677918"/>
            <a:ext cx="2794317" cy="2173977"/>
          </a:xfrm>
        </p:spPr>
        <p:txBody>
          <a:bodyPr/>
          <a:lstStyle>
            <a:lvl1pPr>
              <a:defRPr sz="1600"/>
            </a:lvl1pPr>
          </a:lstStyle>
          <a:p>
            <a:pPr lvl="0"/>
            <a:r>
              <a:rPr lang="en-US" dirty="0"/>
              <a:t>Points</a:t>
            </a:r>
          </a:p>
          <a:p>
            <a:pPr lvl="0"/>
            <a:endParaRPr lang="en-US" dirty="0"/>
          </a:p>
        </p:txBody>
      </p:sp>
      <p:sp>
        <p:nvSpPr>
          <p:cNvPr id="20" name="Text Placeholder 21">
            <a:extLst>
              <a:ext uri="{FF2B5EF4-FFF2-40B4-BE49-F238E27FC236}">
                <a16:creationId xmlns:a16="http://schemas.microsoft.com/office/drawing/2014/main" id="{86E5ACC0-C6B1-15EC-E4BE-E98CD4EBAD40}"/>
              </a:ext>
            </a:extLst>
          </p:cNvPr>
          <p:cNvSpPr>
            <a:spLocks noGrp="1"/>
          </p:cNvSpPr>
          <p:nvPr>
            <p:ph type="body" sz="quarter" idx="18" hasCustomPrompt="1"/>
          </p:nvPr>
        </p:nvSpPr>
        <p:spPr>
          <a:xfrm>
            <a:off x="9115425" y="3677918"/>
            <a:ext cx="2752725" cy="2173978"/>
          </a:xfrm>
        </p:spPr>
        <p:txBody>
          <a:bodyPr/>
          <a:lstStyle>
            <a:lvl1pPr>
              <a:defRPr sz="1600"/>
            </a:lvl1pPr>
          </a:lstStyle>
          <a:p>
            <a:pPr lvl="0"/>
            <a:r>
              <a:rPr lang="en-US" dirty="0"/>
              <a:t>Points</a:t>
            </a:r>
          </a:p>
          <a:p>
            <a:pPr lvl="0"/>
            <a:endParaRPr lang="en-US" dirty="0"/>
          </a:p>
        </p:txBody>
      </p:sp>
      <p:cxnSp>
        <p:nvCxnSpPr>
          <p:cNvPr id="3" name="Straight Connector 2">
            <a:extLst>
              <a:ext uri="{FF2B5EF4-FFF2-40B4-BE49-F238E27FC236}">
                <a16:creationId xmlns:a16="http://schemas.microsoft.com/office/drawing/2014/main" id="{BA3887D4-3A36-3C3D-00ED-DDE8EF7FF8F7}"/>
              </a:ext>
            </a:extLst>
          </p:cNvPr>
          <p:cNvCxnSpPr/>
          <p:nvPr userDrawn="1"/>
        </p:nvCxnSpPr>
        <p:spPr>
          <a:xfrm>
            <a:off x="365439" y="2973385"/>
            <a:ext cx="2794317" cy="0"/>
          </a:xfrm>
          <a:prstGeom prst="line">
            <a:avLst/>
          </a:prstGeom>
          <a:ln>
            <a:gradFill flip="none" rotWithShape="1">
              <a:gsLst>
                <a:gs pos="0">
                  <a:schemeClr val="tx1"/>
                </a:gs>
                <a:gs pos="40000">
                  <a:schemeClr val="accent1"/>
                </a:gs>
                <a:gs pos="72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7DF5A56-ECC1-1BAC-029B-7A98EC73360F}"/>
              </a:ext>
            </a:extLst>
          </p:cNvPr>
          <p:cNvCxnSpPr>
            <a:cxnSpLocks/>
          </p:cNvCxnSpPr>
          <p:nvPr userDrawn="1"/>
        </p:nvCxnSpPr>
        <p:spPr>
          <a:xfrm flipV="1">
            <a:off x="3223643" y="2973385"/>
            <a:ext cx="2756345" cy="10758"/>
          </a:xfrm>
          <a:prstGeom prst="line">
            <a:avLst/>
          </a:prstGeom>
          <a:ln>
            <a:gradFill flip="none" rotWithShape="1">
              <a:gsLst>
                <a:gs pos="0">
                  <a:schemeClr val="tx1"/>
                </a:gs>
                <a:gs pos="47000">
                  <a:schemeClr val="accent1"/>
                </a:gs>
                <a:gs pos="74000">
                  <a:schemeClr val="accent3"/>
                </a:gs>
                <a:gs pos="100000">
                  <a:schemeClr val="accent4"/>
                </a:gs>
              </a:gsLst>
              <a:path path="circle">
                <a:fillToRect l="100000" t="100000"/>
              </a:path>
              <a:tileRect r="-100000" b="-100000"/>
            </a:gradFill>
          </a:ln>
        </p:spPr>
        <p:style>
          <a:lnRef idx="2">
            <a:schemeClr val="accent2"/>
          </a:lnRef>
          <a:fillRef idx="0">
            <a:schemeClr val="accent2"/>
          </a:fillRef>
          <a:effectRef idx="1">
            <a:schemeClr val="accent2"/>
          </a:effectRef>
          <a:fontRef idx="minor">
            <a:schemeClr val="tx1"/>
          </a:fontRef>
        </p:style>
      </p:cxnSp>
      <p:cxnSp>
        <p:nvCxnSpPr>
          <p:cNvPr id="26" name="Straight Connector 25">
            <a:extLst>
              <a:ext uri="{FF2B5EF4-FFF2-40B4-BE49-F238E27FC236}">
                <a16:creationId xmlns:a16="http://schemas.microsoft.com/office/drawing/2014/main" id="{35C5F457-9BD7-F7BA-C714-94D603B2B552}"/>
              </a:ext>
            </a:extLst>
          </p:cNvPr>
          <p:cNvCxnSpPr>
            <a:cxnSpLocks/>
          </p:cNvCxnSpPr>
          <p:nvPr userDrawn="1"/>
        </p:nvCxnSpPr>
        <p:spPr>
          <a:xfrm>
            <a:off x="6148738" y="2973385"/>
            <a:ext cx="2767493" cy="0"/>
          </a:xfrm>
          <a:prstGeom prst="line">
            <a:avLst/>
          </a:prstGeom>
          <a:ln>
            <a:gradFill flip="none" rotWithShape="1">
              <a:gsLst>
                <a:gs pos="0">
                  <a:schemeClr val="tx1"/>
                </a:gs>
                <a:gs pos="38000">
                  <a:schemeClr val="accent1"/>
                </a:gs>
                <a:gs pos="71000">
                  <a:schemeClr val="accent3"/>
                </a:gs>
                <a:gs pos="100000">
                  <a:schemeClr val="accent4"/>
                </a:gs>
              </a:gsLst>
              <a:path path="circle">
                <a:fillToRect l="100000" t="100000"/>
              </a:path>
              <a:tileRect r="-100000" b="-100000"/>
            </a:gradFill>
          </a:ln>
        </p:spPr>
        <p:style>
          <a:lnRef idx="2">
            <a:schemeClr val="accent3"/>
          </a:lnRef>
          <a:fillRef idx="0">
            <a:schemeClr val="accent3"/>
          </a:fillRef>
          <a:effectRef idx="1">
            <a:schemeClr val="accent3"/>
          </a:effectRef>
          <a:fontRef idx="minor">
            <a:schemeClr val="tx1"/>
          </a:fontRef>
        </p:style>
      </p:cxnSp>
      <p:cxnSp>
        <p:nvCxnSpPr>
          <p:cNvPr id="29" name="Straight Connector 28">
            <a:extLst>
              <a:ext uri="{FF2B5EF4-FFF2-40B4-BE49-F238E27FC236}">
                <a16:creationId xmlns:a16="http://schemas.microsoft.com/office/drawing/2014/main" id="{4D2FE120-8E2B-560F-9481-6A48C34E8294}"/>
              </a:ext>
            </a:extLst>
          </p:cNvPr>
          <p:cNvCxnSpPr>
            <a:cxnSpLocks/>
          </p:cNvCxnSpPr>
          <p:nvPr userDrawn="1"/>
        </p:nvCxnSpPr>
        <p:spPr>
          <a:xfrm>
            <a:off x="9115425" y="2984143"/>
            <a:ext cx="2751853" cy="0"/>
          </a:xfrm>
          <a:prstGeom prst="line">
            <a:avLst/>
          </a:prstGeom>
          <a:ln>
            <a:gradFill flip="none" rotWithShape="1">
              <a:gsLst>
                <a:gs pos="0">
                  <a:schemeClr val="tx1"/>
                </a:gs>
                <a:gs pos="42000">
                  <a:schemeClr val="accent1"/>
                </a:gs>
                <a:gs pos="77000">
                  <a:schemeClr val="accent3"/>
                </a:gs>
                <a:gs pos="100000">
                  <a:schemeClr val="accent4"/>
                </a:gs>
              </a:gsLst>
              <a:path path="circle">
                <a:fillToRect l="100000" t="100000"/>
              </a:path>
              <a:tileRect r="-100000" b="-100000"/>
            </a:gradFill>
          </a:ln>
        </p:spPr>
        <p:style>
          <a:lnRef idx="2">
            <a:schemeClr val="accent4"/>
          </a:lnRef>
          <a:fillRef idx="0">
            <a:schemeClr val="accent4"/>
          </a:fillRef>
          <a:effectRef idx="1">
            <a:schemeClr val="accent4"/>
          </a:effectRef>
          <a:fontRef idx="minor">
            <a:schemeClr val="tx1"/>
          </a:fontRef>
        </p:style>
      </p:cxnSp>
      <p:cxnSp>
        <p:nvCxnSpPr>
          <p:cNvPr id="2" name="Straight Connector 1">
            <a:extLst>
              <a:ext uri="{FF2B5EF4-FFF2-40B4-BE49-F238E27FC236}">
                <a16:creationId xmlns:a16="http://schemas.microsoft.com/office/drawing/2014/main" id="{34CFC94D-78F7-EAD0-BD53-4CD708F13ED6}"/>
              </a:ext>
            </a:extLst>
          </p:cNvPr>
          <p:cNvCxnSpPr/>
          <p:nvPr userDrawn="1"/>
        </p:nvCxnSpPr>
        <p:spPr>
          <a:xfrm>
            <a:off x="323850" y="1030147"/>
            <a:ext cx="11544300" cy="0"/>
          </a:xfrm>
          <a:prstGeom prst="line">
            <a:avLst/>
          </a:prstGeom>
          <a:ln>
            <a:gradFill flip="none" rotWithShape="1">
              <a:gsLst>
                <a:gs pos="0">
                  <a:schemeClr val="accent4"/>
                </a:gs>
                <a:gs pos="38000">
                  <a:schemeClr val="accent3"/>
                </a:gs>
                <a:gs pos="71000">
                  <a:schemeClr val="accent1"/>
                </a:gs>
                <a:gs pos="100000">
                  <a:schemeClr val="tx1"/>
                </a:gs>
              </a:gsLst>
              <a:path path="circle">
                <a:fillToRect l="100000" t="100000"/>
              </a:path>
              <a:tileRect r="-100000" b="-100000"/>
            </a:gradFill>
          </a:ln>
        </p:spPr>
        <p:style>
          <a:lnRef idx="2">
            <a:schemeClr val="dk1"/>
          </a:lnRef>
          <a:fillRef idx="0">
            <a:schemeClr val="dk1"/>
          </a:fillRef>
          <a:effectRef idx="1">
            <a:schemeClr val="dk1"/>
          </a:effectRef>
          <a:fontRef idx="minor">
            <a:schemeClr val="tx1"/>
          </a:fontRef>
        </p:style>
      </p:cxnSp>
      <p:sp>
        <p:nvSpPr>
          <p:cNvPr id="4" name="Picture Placeholder 11">
            <a:extLst>
              <a:ext uri="{FF2B5EF4-FFF2-40B4-BE49-F238E27FC236}">
                <a16:creationId xmlns:a16="http://schemas.microsoft.com/office/drawing/2014/main" id="{0774B5F1-4DF5-7EC0-124C-3E04C544CB7B}"/>
              </a:ext>
            </a:extLst>
          </p:cNvPr>
          <p:cNvSpPr>
            <a:spLocks noGrp="1"/>
          </p:cNvSpPr>
          <p:nvPr>
            <p:ph type="pic" sz="quarter" idx="19"/>
          </p:nvPr>
        </p:nvSpPr>
        <p:spPr>
          <a:xfrm>
            <a:off x="3988160" y="1736032"/>
            <a:ext cx="1248075" cy="972844"/>
          </a:xfrm>
        </p:spPr>
        <p:txBody>
          <a:bodyPr/>
          <a:lstStyle/>
          <a:p>
            <a:endParaRPr lang="en-US"/>
          </a:p>
        </p:txBody>
      </p:sp>
      <p:sp>
        <p:nvSpPr>
          <p:cNvPr id="10" name="Picture Placeholder 11">
            <a:extLst>
              <a:ext uri="{FF2B5EF4-FFF2-40B4-BE49-F238E27FC236}">
                <a16:creationId xmlns:a16="http://schemas.microsoft.com/office/drawing/2014/main" id="{068FAF34-0C3D-F716-81EA-86056ACC9C4D}"/>
              </a:ext>
            </a:extLst>
          </p:cNvPr>
          <p:cNvSpPr>
            <a:spLocks noGrp="1"/>
          </p:cNvSpPr>
          <p:nvPr>
            <p:ph type="pic" sz="quarter" idx="20"/>
          </p:nvPr>
        </p:nvSpPr>
        <p:spPr>
          <a:xfrm>
            <a:off x="6895034" y="1718890"/>
            <a:ext cx="1248075" cy="972844"/>
          </a:xfrm>
        </p:spPr>
        <p:txBody>
          <a:bodyPr/>
          <a:lstStyle/>
          <a:p>
            <a:endParaRPr lang="en-US"/>
          </a:p>
        </p:txBody>
      </p:sp>
      <p:sp>
        <p:nvSpPr>
          <p:cNvPr id="24" name="Picture Placeholder 11">
            <a:extLst>
              <a:ext uri="{FF2B5EF4-FFF2-40B4-BE49-F238E27FC236}">
                <a16:creationId xmlns:a16="http://schemas.microsoft.com/office/drawing/2014/main" id="{22917636-CE75-88BB-FC4D-6D60DF8793CA}"/>
              </a:ext>
            </a:extLst>
          </p:cNvPr>
          <p:cNvSpPr>
            <a:spLocks noGrp="1"/>
          </p:cNvSpPr>
          <p:nvPr>
            <p:ph type="pic" sz="quarter" idx="21"/>
          </p:nvPr>
        </p:nvSpPr>
        <p:spPr>
          <a:xfrm>
            <a:off x="9867313" y="1784981"/>
            <a:ext cx="1248075" cy="972844"/>
          </a:xfrm>
        </p:spPr>
        <p:txBody>
          <a:bodyPr/>
          <a:lstStyle/>
          <a:p>
            <a:endParaRPr lang="en-US"/>
          </a:p>
        </p:txBody>
      </p:sp>
      <p:sp>
        <p:nvSpPr>
          <p:cNvPr id="25" name="Text Placeholder 3">
            <a:extLst>
              <a:ext uri="{FF2B5EF4-FFF2-40B4-BE49-F238E27FC236}">
                <a16:creationId xmlns:a16="http://schemas.microsoft.com/office/drawing/2014/main" id="{EB8DD15F-449C-C1D2-2035-10F103F91B14}"/>
              </a:ext>
            </a:extLst>
          </p:cNvPr>
          <p:cNvSpPr>
            <a:spLocks noGrp="1"/>
          </p:cNvSpPr>
          <p:nvPr>
            <p:ph type="body" sz="quarter" idx="22" hasCustomPrompt="1"/>
          </p:nvPr>
        </p:nvSpPr>
        <p:spPr>
          <a:xfrm>
            <a:off x="384426" y="3071446"/>
            <a:ext cx="2735266" cy="357554"/>
          </a:xfrm>
        </p:spPr>
        <p:txBody>
          <a:bodyPr/>
          <a:lstStyle>
            <a:lvl1pPr algn="ctr">
              <a:buNone/>
              <a:defRPr sz="1600" b="1"/>
            </a:lvl1pPr>
          </a:lstStyle>
          <a:p>
            <a:pPr lvl="0"/>
            <a:r>
              <a:rPr lang="en-US" dirty="0"/>
              <a:t>Sub Title1</a:t>
            </a:r>
          </a:p>
        </p:txBody>
      </p:sp>
      <p:sp>
        <p:nvSpPr>
          <p:cNvPr id="27" name="Text Placeholder 3">
            <a:extLst>
              <a:ext uri="{FF2B5EF4-FFF2-40B4-BE49-F238E27FC236}">
                <a16:creationId xmlns:a16="http://schemas.microsoft.com/office/drawing/2014/main" id="{E8321990-1B31-BF26-E56F-21472CC1299D}"/>
              </a:ext>
            </a:extLst>
          </p:cNvPr>
          <p:cNvSpPr>
            <a:spLocks noGrp="1"/>
          </p:cNvSpPr>
          <p:nvPr>
            <p:ph type="body" sz="quarter" idx="23" hasCustomPrompt="1"/>
          </p:nvPr>
        </p:nvSpPr>
        <p:spPr>
          <a:xfrm>
            <a:off x="3244722" y="3079996"/>
            <a:ext cx="2735266" cy="357554"/>
          </a:xfrm>
        </p:spPr>
        <p:txBody>
          <a:bodyPr/>
          <a:lstStyle>
            <a:lvl1pPr algn="ctr">
              <a:buNone/>
              <a:defRPr sz="1600" b="1"/>
            </a:lvl1pPr>
          </a:lstStyle>
          <a:p>
            <a:pPr lvl="0"/>
            <a:r>
              <a:rPr lang="en-US" dirty="0"/>
              <a:t>Sub Title2</a:t>
            </a:r>
          </a:p>
        </p:txBody>
      </p:sp>
      <p:sp>
        <p:nvSpPr>
          <p:cNvPr id="28" name="Text Placeholder 3">
            <a:extLst>
              <a:ext uri="{FF2B5EF4-FFF2-40B4-BE49-F238E27FC236}">
                <a16:creationId xmlns:a16="http://schemas.microsoft.com/office/drawing/2014/main" id="{DFBD4F74-14D1-180F-CD0D-E2C831904041}"/>
              </a:ext>
            </a:extLst>
          </p:cNvPr>
          <p:cNvSpPr>
            <a:spLocks noGrp="1"/>
          </p:cNvSpPr>
          <p:nvPr>
            <p:ph type="body" sz="quarter" idx="24" hasCustomPrompt="1"/>
          </p:nvPr>
        </p:nvSpPr>
        <p:spPr>
          <a:xfrm>
            <a:off x="6174691" y="3094650"/>
            <a:ext cx="2735266" cy="357554"/>
          </a:xfrm>
        </p:spPr>
        <p:txBody>
          <a:bodyPr/>
          <a:lstStyle>
            <a:lvl1pPr algn="ctr">
              <a:buNone/>
              <a:defRPr sz="1600" b="1"/>
            </a:lvl1pPr>
          </a:lstStyle>
          <a:p>
            <a:pPr lvl="0"/>
            <a:r>
              <a:rPr lang="en-US" dirty="0"/>
              <a:t>Sub Title3</a:t>
            </a:r>
          </a:p>
        </p:txBody>
      </p:sp>
      <p:sp>
        <p:nvSpPr>
          <p:cNvPr id="30" name="Text Placeholder 3">
            <a:extLst>
              <a:ext uri="{FF2B5EF4-FFF2-40B4-BE49-F238E27FC236}">
                <a16:creationId xmlns:a16="http://schemas.microsoft.com/office/drawing/2014/main" id="{BDAE7E49-85C2-CD2C-DCA9-AE6504AFE913}"/>
              </a:ext>
            </a:extLst>
          </p:cNvPr>
          <p:cNvSpPr>
            <a:spLocks noGrp="1"/>
          </p:cNvSpPr>
          <p:nvPr>
            <p:ph type="body" sz="quarter" idx="25" hasCustomPrompt="1"/>
          </p:nvPr>
        </p:nvSpPr>
        <p:spPr>
          <a:xfrm>
            <a:off x="9132448" y="3094650"/>
            <a:ext cx="2735266" cy="357554"/>
          </a:xfrm>
        </p:spPr>
        <p:txBody>
          <a:bodyPr/>
          <a:lstStyle>
            <a:lvl1pPr algn="ctr">
              <a:buNone/>
              <a:defRPr sz="1600" b="1"/>
            </a:lvl1pPr>
          </a:lstStyle>
          <a:p>
            <a:pPr lvl="0"/>
            <a:r>
              <a:rPr lang="en-US" dirty="0"/>
              <a:t>Sub Title4</a:t>
            </a:r>
          </a:p>
        </p:txBody>
      </p:sp>
    </p:spTree>
    <p:extLst>
      <p:ext uri="{BB962C8B-B14F-4D97-AF65-F5344CB8AC3E}">
        <p14:creationId xmlns:p14="http://schemas.microsoft.com/office/powerpoint/2010/main" val="2047798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42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2624734-EE48-6CEF-82D5-3F2C6D379348}"/>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9" name="Rounded Rectangle 8">
            <a:extLst>
              <a:ext uri="{FF2B5EF4-FFF2-40B4-BE49-F238E27FC236}">
                <a16:creationId xmlns:a16="http://schemas.microsoft.com/office/drawing/2014/main" id="{7268643B-A439-D452-A7CB-AC1240D827DF}"/>
              </a:ext>
            </a:extLst>
          </p:cNvPr>
          <p:cNvSpPr/>
          <p:nvPr userDrawn="1"/>
        </p:nvSpPr>
        <p:spPr>
          <a:xfrm rot="20873783">
            <a:off x="677401" y="1832055"/>
            <a:ext cx="2222580" cy="3607928"/>
          </a:xfrm>
          <a:prstGeom prst="roundRect">
            <a:avLst/>
          </a:prstGeom>
          <a:noFill/>
          <a:ln w="22225">
            <a:gradFill flip="none" rotWithShape="1">
              <a:gsLst>
                <a:gs pos="0">
                  <a:schemeClr val="tx1"/>
                </a:gs>
                <a:gs pos="37000">
                  <a:schemeClr val="accent1"/>
                </a:gs>
                <a:gs pos="72000">
                  <a:schemeClr val="accent3"/>
                </a:gs>
                <a:gs pos="100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0" name="Rounded Rectangle 9">
            <a:extLst>
              <a:ext uri="{FF2B5EF4-FFF2-40B4-BE49-F238E27FC236}">
                <a16:creationId xmlns:a16="http://schemas.microsoft.com/office/drawing/2014/main" id="{486F6930-D684-1136-F692-4AEA5B6288EF}"/>
              </a:ext>
            </a:extLst>
          </p:cNvPr>
          <p:cNvSpPr/>
          <p:nvPr userDrawn="1"/>
        </p:nvSpPr>
        <p:spPr>
          <a:xfrm rot="20873783">
            <a:off x="3575046" y="1831988"/>
            <a:ext cx="2222580" cy="3613688"/>
          </a:xfrm>
          <a:prstGeom prst="roundRect">
            <a:avLst/>
          </a:prstGeom>
          <a:noFill/>
          <a:ln w="22225">
            <a:gradFill flip="none" rotWithShape="1">
              <a:gsLst>
                <a:gs pos="0">
                  <a:schemeClr val="tx1"/>
                </a:gs>
                <a:gs pos="38000">
                  <a:schemeClr val="accent1"/>
                </a:gs>
                <a:gs pos="83000">
                  <a:schemeClr val="accent3"/>
                </a:gs>
                <a:gs pos="100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1" name="Rounded Rectangle 10">
            <a:extLst>
              <a:ext uri="{FF2B5EF4-FFF2-40B4-BE49-F238E27FC236}">
                <a16:creationId xmlns:a16="http://schemas.microsoft.com/office/drawing/2014/main" id="{CA28000F-6998-F52A-3BB3-D4B6D8B4E259}"/>
              </a:ext>
            </a:extLst>
          </p:cNvPr>
          <p:cNvSpPr/>
          <p:nvPr userDrawn="1"/>
        </p:nvSpPr>
        <p:spPr>
          <a:xfrm rot="20873783">
            <a:off x="6393274" y="1832061"/>
            <a:ext cx="2222580" cy="3607311"/>
          </a:xfrm>
          <a:prstGeom prst="roundRect">
            <a:avLst/>
          </a:prstGeom>
          <a:noFill/>
          <a:ln w="22225">
            <a:gradFill flip="none" rotWithShape="1">
              <a:gsLst>
                <a:gs pos="0">
                  <a:schemeClr val="tx1"/>
                </a:gs>
                <a:gs pos="38000">
                  <a:schemeClr val="accent1"/>
                </a:gs>
                <a:gs pos="71000">
                  <a:schemeClr val="accent3"/>
                </a:gs>
                <a:gs pos="100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2" name="Rounded Rectangle 11">
            <a:extLst>
              <a:ext uri="{FF2B5EF4-FFF2-40B4-BE49-F238E27FC236}">
                <a16:creationId xmlns:a16="http://schemas.microsoft.com/office/drawing/2014/main" id="{74B03582-8600-F87B-7FDC-B2BCE603A52F}"/>
              </a:ext>
            </a:extLst>
          </p:cNvPr>
          <p:cNvSpPr/>
          <p:nvPr userDrawn="1"/>
        </p:nvSpPr>
        <p:spPr>
          <a:xfrm rot="20873783">
            <a:off x="9291804" y="1829425"/>
            <a:ext cx="2222580" cy="3609975"/>
          </a:xfrm>
          <a:prstGeom prst="roundRect">
            <a:avLst/>
          </a:prstGeom>
          <a:noFill/>
          <a:ln w="22225">
            <a:gradFill>
              <a:gsLst>
                <a:gs pos="0">
                  <a:schemeClr val="accent4"/>
                </a:gs>
                <a:gs pos="37000">
                  <a:schemeClr val="accent3"/>
                </a:gs>
                <a:gs pos="73000">
                  <a:schemeClr val="accent1"/>
                </a:gs>
                <a:gs pos="100000">
                  <a:schemeClr val="tx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3" name="Rounded Rectangle 12">
            <a:extLst>
              <a:ext uri="{FF2B5EF4-FFF2-40B4-BE49-F238E27FC236}">
                <a16:creationId xmlns:a16="http://schemas.microsoft.com/office/drawing/2014/main" id="{668F57FB-F160-201F-AEAB-B609BA2D177D}"/>
              </a:ext>
            </a:extLst>
          </p:cNvPr>
          <p:cNvSpPr/>
          <p:nvPr userDrawn="1"/>
        </p:nvSpPr>
        <p:spPr>
          <a:xfrm>
            <a:off x="567158" y="1979271"/>
            <a:ext cx="2349661" cy="3333509"/>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4" name="Rounded Rectangle 13">
            <a:extLst>
              <a:ext uri="{FF2B5EF4-FFF2-40B4-BE49-F238E27FC236}">
                <a16:creationId xmlns:a16="http://schemas.microsoft.com/office/drawing/2014/main" id="{436CF9CB-02B2-EBFE-E3CA-23A8DC396F0E}"/>
              </a:ext>
            </a:extLst>
          </p:cNvPr>
          <p:cNvSpPr/>
          <p:nvPr userDrawn="1"/>
        </p:nvSpPr>
        <p:spPr>
          <a:xfrm>
            <a:off x="3455508" y="1979271"/>
            <a:ext cx="2349661" cy="3333509"/>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5" name="Rounded Rectangle 14">
            <a:extLst>
              <a:ext uri="{FF2B5EF4-FFF2-40B4-BE49-F238E27FC236}">
                <a16:creationId xmlns:a16="http://schemas.microsoft.com/office/drawing/2014/main" id="{11B61BD4-B9AA-2A81-E5BD-952C612AD5B1}"/>
              </a:ext>
            </a:extLst>
          </p:cNvPr>
          <p:cNvSpPr/>
          <p:nvPr userDrawn="1"/>
        </p:nvSpPr>
        <p:spPr>
          <a:xfrm>
            <a:off x="6353759" y="1979271"/>
            <a:ext cx="2349661" cy="3333509"/>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6" name="Rounded Rectangle 15">
            <a:extLst>
              <a:ext uri="{FF2B5EF4-FFF2-40B4-BE49-F238E27FC236}">
                <a16:creationId xmlns:a16="http://schemas.microsoft.com/office/drawing/2014/main" id="{17829843-B2A4-2D9D-59DB-05072066603A}"/>
              </a:ext>
            </a:extLst>
          </p:cNvPr>
          <p:cNvSpPr/>
          <p:nvPr userDrawn="1"/>
        </p:nvSpPr>
        <p:spPr>
          <a:xfrm>
            <a:off x="9252010" y="1979271"/>
            <a:ext cx="2349661" cy="3333509"/>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7" name="Text Placeholder 34">
            <a:extLst>
              <a:ext uri="{FF2B5EF4-FFF2-40B4-BE49-F238E27FC236}">
                <a16:creationId xmlns:a16="http://schemas.microsoft.com/office/drawing/2014/main" id="{9147D87E-6857-69D4-BE2B-943072BC4BF7}"/>
              </a:ext>
            </a:extLst>
          </p:cNvPr>
          <p:cNvSpPr>
            <a:spLocks noGrp="1"/>
          </p:cNvSpPr>
          <p:nvPr>
            <p:ph type="body" sz="quarter" idx="12" hasCustomPrompt="1"/>
          </p:nvPr>
        </p:nvSpPr>
        <p:spPr>
          <a:xfrm>
            <a:off x="671159" y="2158877"/>
            <a:ext cx="2141655" cy="434357"/>
          </a:xfrm>
        </p:spPr>
        <p:txBody>
          <a:bodyPr/>
          <a:lstStyle>
            <a:lvl1pPr algn="ctr">
              <a:buNone/>
              <a:defRPr sz="1600" b="1"/>
            </a:lvl1pPr>
          </a:lstStyle>
          <a:p>
            <a:pPr lvl="0"/>
            <a:r>
              <a:rPr lang="en-US" dirty="0"/>
              <a:t>Sub Title1</a:t>
            </a:r>
          </a:p>
        </p:txBody>
      </p:sp>
      <p:sp>
        <p:nvSpPr>
          <p:cNvPr id="18" name="Text Placeholder 36">
            <a:extLst>
              <a:ext uri="{FF2B5EF4-FFF2-40B4-BE49-F238E27FC236}">
                <a16:creationId xmlns:a16="http://schemas.microsoft.com/office/drawing/2014/main" id="{128E5F9F-9F74-F0FB-53BD-041C41D5C65B}"/>
              </a:ext>
            </a:extLst>
          </p:cNvPr>
          <p:cNvSpPr>
            <a:spLocks noGrp="1"/>
          </p:cNvSpPr>
          <p:nvPr>
            <p:ph type="body" sz="quarter" idx="13" hasCustomPrompt="1"/>
          </p:nvPr>
        </p:nvSpPr>
        <p:spPr>
          <a:xfrm>
            <a:off x="613114" y="2933363"/>
            <a:ext cx="2257743" cy="1435434"/>
          </a:xfrm>
        </p:spPr>
        <p:txBody>
          <a:bodyPr/>
          <a:lstStyle>
            <a:lvl1pPr>
              <a:defRPr sz="1600"/>
            </a:lvl1pPr>
          </a:lstStyle>
          <a:p>
            <a:pPr lvl="0"/>
            <a:r>
              <a:rPr lang="en-US" dirty="0"/>
              <a:t>Points</a:t>
            </a:r>
          </a:p>
        </p:txBody>
      </p:sp>
      <p:sp>
        <p:nvSpPr>
          <p:cNvPr id="19" name="Text Placeholder 34">
            <a:extLst>
              <a:ext uri="{FF2B5EF4-FFF2-40B4-BE49-F238E27FC236}">
                <a16:creationId xmlns:a16="http://schemas.microsoft.com/office/drawing/2014/main" id="{3021B376-4B53-278A-DAC1-979C5D9D8577}"/>
              </a:ext>
            </a:extLst>
          </p:cNvPr>
          <p:cNvSpPr>
            <a:spLocks noGrp="1"/>
          </p:cNvSpPr>
          <p:nvPr>
            <p:ph type="body" sz="quarter" idx="14" hasCustomPrompt="1"/>
          </p:nvPr>
        </p:nvSpPr>
        <p:spPr>
          <a:xfrm>
            <a:off x="3575831" y="2158877"/>
            <a:ext cx="2141655" cy="434357"/>
          </a:xfrm>
        </p:spPr>
        <p:txBody>
          <a:bodyPr/>
          <a:lstStyle>
            <a:lvl1pPr algn="ctr">
              <a:buNone/>
              <a:defRPr sz="1600" b="1"/>
            </a:lvl1pPr>
          </a:lstStyle>
          <a:p>
            <a:pPr lvl="0"/>
            <a:r>
              <a:rPr lang="en-US" dirty="0"/>
              <a:t>Sub Title2</a:t>
            </a:r>
          </a:p>
        </p:txBody>
      </p:sp>
      <p:sp>
        <p:nvSpPr>
          <p:cNvPr id="20" name="Picture Placeholder 20">
            <a:extLst>
              <a:ext uri="{FF2B5EF4-FFF2-40B4-BE49-F238E27FC236}">
                <a16:creationId xmlns:a16="http://schemas.microsoft.com/office/drawing/2014/main" id="{092576AF-05BE-F2D6-F0D1-07987842CAF8}"/>
              </a:ext>
            </a:extLst>
          </p:cNvPr>
          <p:cNvSpPr>
            <a:spLocks noGrp="1"/>
          </p:cNvSpPr>
          <p:nvPr>
            <p:ph type="pic" sz="quarter" idx="15"/>
          </p:nvPr>
        </p:nvSpPr>
        <p:spPr>
          <a:xfrm>
            <a:off x="4189459" y="4443313"/>
            <a:ext cx="914400" cy="724664"/>
          </a:xfrm>
        </p:spPr>
        <p:txBody>
          <a:bodyPr/>
          <a:lstStyle/>
          <a:p>
            <a:endParaRPr lang="en-US"/>
          </a:p>
        </p:txBody>
      </p:sp>
      <p:sp>
        <p:nvSpPr>
          <p:cNvPr id="21" name="Picture Placeholder 20">
            <a:extLst>
              <a:ext uri="{FF2B5EF4-FFF2-40B4-BE49-F238E27FC236}">
                <a16:creationId xmlns:a16="http://schemas.microsoft.com/office/drawing/2014/main" id="{A68E264A-43C0-6583-B44F-BCA7F6C44A1C}"/>
              </a:ext>
            </a:extLst>
          </p:cNvPr>
          <p:cNvSpPr>
            <a:spLocks noGrp="1"/>
          </p:cNvSpPr>
          <p:nvPr>
            <p:ph type="pic" sz="quarter" idx="16"/>
          </p:nvPr>
        </p:nvSpPr>
        <p:spPr>
          <a:xfrm>
            <a:off x="1284785" y="4448904"/>
            <a:ext cx="914400" cy="730261"/>
          </a:xfrm>
        </p:spPr>
        <p:txBody>
          <a:bodyPr/>
          <a:lstStyle/>
          <a:p>
            <a:endParaRPr lang="en-US"/>
          </a:p>
        </p:txBody>
      </p:sp>
      <p:sp>
        <p:nvSpPr>
          <p:cNvPr id="22" name="Text Placeholder 36">
            <a:extLst>
              <a:ext uri="{FF2B5EF4-FFF2-40B4-BE49-F238E27FC236}">
                <a16:creationId xmlns:a16="http://schemas.microsoft.com/office/drawing/2014/main" id="{51F6BA2E-D55B-C399-0276-80F801E591B6}"/>
              </a:ext>
            </a:extLst>
          </p:cNvPr>
          <p:cNvSpPr>
            <a:spLocks noGrp="1"/>
          </p:cNvSpPr>
          <p:nvPr>
            <p:ph type="body" sz="quarter" idx="17" hasCustomPrompt="1"/>
          </p:nvPr>
        </p:nvSpPr>
        <p:spPr>
          <a:xfrm>
            <a:off x="3510155" y="2933363"/>
            <a:ext cx="2257743" cy="1435435"/>
          </a:xfrm>
        </p:spPr>
        <p:txBody>
          <a:bodyPr/>
          <a:lstStyle>
            <a:lvl1pPr>
              <a:defRPr sz="1600"/>
            </a:lvl1pPr>
          </a:lstStyle>
          <a:p>
            <a:pPr lvl="0"/>
            <a:r>
              <a:rPr lang="en-US" dirty="0"/>
              <a:t>Points</a:t>
            </a:r>
          </a:p>
        </p:txBody>
      </p:sp>
      <p:sp>
        <p:nvSpPr>
          <p:cNvPr id="23" name="Text Placeholder 36">
            <a:extLst>
              <a:ext uri="{FF2B5EF4-FFF2-40B4-BE49-F238E27FC236}">
                <a16:creationId xmlns:a16="http://schemas.microsoft.com/office/drawing/2014/main" id="{08B3D911-2162-51E8-7DFD-EBC49117F950}"/>
              </a:ext>
            </a:extLst>
          </p:cNvPr>
          <p:cNvSpPr>
            <a:spLocks noGrp="1"/>
          </p:cNvSpPr>
          <p:nvPr>
            <p:ph type="body" sz="quarter" idx="18" hasCustomPrompt="1"/>
          </p:nvPr>
        </p:nvSpPr>
        <p:spPr>
          <a:xfrm>
            <a:off x="6399718" y="2933364"/>
            <a:ext cx="2257743" cy="1435435"/>
          </a:xfrm>
        </p:spPr>
        <p:txBody>
          <a:bodyPr/>
          <a:lstStyle>
            <a:lvl1pPr>
              <a:defRPr sz="1600"/>
            </a:lvl1pPr>
          </a:lstStyle>
          <a:p>
            <a:pPr lvl="0"/>
            <a:r>
              <a:rPr lang="en-US" dirty="0"/>
              <a:t>Points</a:t>
            </a:r>
          </a:p>
        </p:txBody>
      </p:sp>
      <p:sp>
        <p:nvSpPr>
          <p:cNvPr id="24" name="Text Placeholder 36">
            <a:extLst>
              <a:ext uri="{FF2B5EF4-FFF2-40B4-BE49-F238E27FC236}">
                <a16:creationId xmlns:a16="http://schemas.microsoft.com/office/drawing/2014/main" id="{373F276B-3394-3AB4-BE24-88FA34B6CA91}"/>
              </a:ext>
            </a:extLst>
          </p:cNvPr>
          <p:cNvSpPr>
            <a:spLocks noGrp="1"/>
          </p:cNvSpPr>
          <p:nvPr>
            <p:ph type="body" sz="quarter" idx="19" hasCustomPrompt="1"/>
          </p:nvPr>
        </p:nvSpPr>
        <p:spPr>
          <a:xfrm>
            <a:off x="9287572" y="2935970"/>
            <a:ext cx="2257743" cy="1432830"/>
          </a:xfrm>
        </p:spPr>
        <p:txBody>
          <a:bodyPr/>
          <a:lstStyle>
            <a:lvl1pPr>
              <a:defRPr sz="1600"/>
            </a:lvl1pPr>
          </a:lstStyle>
          <a:p>
            <a:pPr lvl="0"/>
            <a:r>
              <a:rPr lang="en-US" dirty="0"/>
              <a:t>Points</a:t>
            </a:r>
          </a:p>
        </p:txBody>
      </p:sp>
      <p:sp>
        <p:nvSpPr>
          <p:cNvPr id="25" name="Text Placeholder 34">
            <a:extLst>
              <a:ext uri="{FF2B5EF4-FFF2-40B4-BE49-F238E27FC236}">
                <a16:creationId xmlns:a16="http://schemas.microsoft.com/office/drawing/2014/main" id="{220B4D3E-6409-791B-5443-2E2ACB935CE9}"/>
              </a:ext>
            </a:extLst>
          </p:cNvPr>
          <p:cNvSpPr>
            <a:spLocks noGrp="1"/>
          </p:cNvSpPr>
          <p:nvPr>
            <p:ph type="body" sz="quarter" idx="20" hasCustomPrompt="1"/>
          </p:nvPr>
        </p:nvSpPr>
        <p:spPr>
          <a:xfrm>
            <a:off x="6459668" y="2158877"/>
            <a:ext cx="2141655" cy="434357"/>
          </a:xfrm>
        </p:spPr>
        <p:txBody>
          <a:bodyPr/>
          <a:lstStyle>
            <a:lvl1pPr algn="ctr">
              <a:buNone/>
              <a:defRPr sz="1600" b="1"/>
            </a:lvl1pPr>
          </a:lstStyle>
          <a:p>
            <a:pPr lvl="0"/>
            <a:r>
              <a:rPr lang="en-US" dirty="0"/>
              <a:t>Sub Title3</a:t>
            </a:r>
          </a:p>
        </p:txBody>
      </p:sp>
      <p:sp>
        <p:nvSpPr>
          <p:cNvPr id="26" name="Text Placeholder 34">
            <a:extLst>
              <a:ext uri="{FF2B5EF4-FFF2-40B4-BE49-F238E27FC236}">
                <a16:creationId xmlns:a16="http://schemas.microsoft.com/office/drawing/2014/main" id="{5B72C338-C066-7E63-4B2E-53CF59135139}"/>
              </a:ext>
            </a:extLst>
          </p:cNvPr>
          <p:cNvSpPr>
            <a:spLocks noGrp="1"/>
          </p:cNvSpPr>
          <p:nvPr>
            <p:ph type="body" sz="quarter" idx="21" hasCustomPrompt="1"/>
          </p:nvPr>
        </p:nvSpPr>
        <p:spPr>
          <a:xfrm>
            <a:off x="9357919" y="2158877"/>
            <a:ext cx="2141655" cy="434357"/>
          </a:xfrm>
        </p:spPr>
        <p:txBody>
          <a:bodyPr/>
          <a:lstStyle>
            <a:lvl1pPr algn="ctr">
              <a:buNone/>
              <a:defRPr sz="1600" b="1"/>
            </a:lvl1pPr>
          </a:lstStyle>
          <a:p>
            <a:pPr lvl="0"/>
            <a:r>
              <a:rPr lang="en-US" dirty="0"/>
              <a:t>Sub Title4</a:t>
            </a:r>
          </a:p>
        </p:txBody>
      </p:sp>
      <p:sp>
        <p:nvSpPr>
          <p:cNvPr id="27" name="Picture Placeholder 20">
            <a:extLst>
              <a:ext uri="{FF2B5EF4-FFF2-40B4-BE49-F238E27FC236}">
                <a16:creationId xmlns:a16="http://schemas.microsoft.com/office/drawing/2014/main" id="{8F612791-58A0-CEC1-ACD5-5E89397D8112}"/>
              </a:ext>
            </a:extLst>
          </p:cNvPr>
          <p:cNvSpPr>
            <a:spLocks noGrp="1"/>
          </p:cNvSpPr>
          <p:nvPr>
            <p:ph type="pic" sz="quarter" idx="22"/>
          </p:nvPr>
        </p:nvSpPr>
        <p:spPr>
          <a:xfrm>
            <a:off x="7047364" y="4443310"/>
            <a:ext cx="914400" cy="735855"/>
          </a:xfrm>
        </p:spPr>
        <p:txBody>
          <a:bodyPr/>
          <a:lstStyle/>
          <a:p>
            <a:endParaRPr lang="en-US"/>
          </a:p>
        </p:txBody>
      </p:sp>
      <p:sp>
        <p:nvSpPr>
          <p:cNvPr id="28" name="Picture Placeholder 20">
            <a:extLst>
              <a:ext uri="{FF2B5EF4-FFF2-40B4-BE49-F238E27FC236}">
                <a16:creationId xmlns:a16="http://schemas.microsoft.com/office/drawing/2014/main" id="{31AAC57D-CB9C-6E4F-07CF-A15D196C4E0B}"/>
              </a:ext>
            </a:extLst>
          </p:cNvPr>
          <p:cNvSpPr>
            <a:spLocks noGrp="1"/>
          </p:cNvSpPr>
          <p:nvPr>
            <p:ph type="pic" sz="quarter" idx="23"/>
          </p:nvPr>
        </p:nvSpPr>
        <p:spPr>
          <a:xfrm>
            <a:off x="9969640" y="4443310"/>
            <a:ext cx="914400" cy="721870"/>
          </a:xfrm>
        </p:spPr>
        <p:txBody>
          <a:bodyPr/>
          <a:lstStyle/>
          <a:p>
            <a:endParaRPr lang="en-US"/>
          </a:p>
        </p:txBody>
      </p:sp>
      <p:cxnSp>
        <p:nvCxnSpPr>
          <p:cNvPr id="2" name="Straight Connector 1">
            <a:extLst>
              <a:ext uri="{FF2B5EF4-FFF2-40B4-BE49-F238E27FC236}">
                <a16:creationId xmlns:a16="http://schemas.microsoft.com/office/drawing/2014/main" id="{0DC1D456-880A-D11A-6598-DF6AAE45925E}"/>
              </a:ext>
            </a:extLst>
          </p:cNvPr>
          <p:cNvCxnSpPr>
            <a:cxnSpLocks/>
          </p:cNvCxnSpPr>
          <p:nvPr userDrawn="1"/>
        </p:nvCxnSpPr>
        <p:spPr>
          <a:xfrm>
            <a:off x="567158" y="2780345"/>
            <a:ext cx="2349661" cy="0"/>
          </a:xfrm>
          <a:prstGeom prst="line">
            <a:avLst/>
          </a:prstGeom>
          <a:ln>
            <a:gradFill flip="none" rotWithShape="1">
              <a:gsLst>
                <a:gs pos="0">
                  <a:schemeClr val="tx1"/>
                </a:gs>
                <a:gs pos="40000">
                  <a:schemeClr val="accent1"/>
                </a:gs>
                <a:gs pos="72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B52D606-DAF8-F24D-D7E7-D969915276B0}"/>
              </a:ext>
            </a:extLst>
          </p:cNvPr>
          <p:cNvCxnSpPr>
            <a:cxnSpLocks/>
          </p:cNvCxnSpPr>
          <p:nvPr userDrawn="1"/>
        </p:nvCxnSpPr>
        <p:spPr>
          <a:xfrm>
            <a:off x="3455508" y="2776850"/>
            <a:ext cx="2349661" cy="0"/>
          </a:xfrm>
          <a:prstGeom prst="line">
            <a:avLst/>
          </a:prstGeom>
          <a:ln>
            <a:gradFill flip="none" rotWithShape="1">
              <a:gsLst>
                <a:gs pos="0">
                  <a:schemeClr val="tx1"/>
                </a:gs>
                <a:gs pos="40000">
                  <a:schemeClr val="accent1"/>
                </a:gs>
                <a:gs pos="72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0B8C467-9520-DA85-9E61-BE6596B9823B}"/>
              </a:ext>
            </a:extLst>
          </p:cNvPr>
          <p:cNvCxnSpPr>
            <a:cxnSpLocks/>
          </p:cNvCxnSpPr>
          <p:nvPr userDrawn="1"/>
        </p:nvCxnSpPr>
        <p:spPr>
          <a:xfrm>
            <a:off x="6353759" y="2776850"/>
            <a:ext cx="2349661" cy="0"/>
          </a:xfrm>
          <a:prstGeom prst="line">
            <a:avLst/>
          </a:prstGeom>
          <a:ln>
            <a:gradFill flip="none" rotWithShape="1">
              <a:gsLst>
                <a:gs pos="0">
                  <a:schemeClr val="tx1"/>
                </a:gs>
                <a:gs pos="40000">
                  <a:schemeClr val="accent1"/>
                </a:gs>
                <a:gs pos="72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9F9B903E-5E4D-1C64-D50E-196F02000E3D}"/>
              </a:ext>
            </a:extLst>
          </p:cNvPr>
          <p:cNvCxnSpPr>
            <a:cxnSpLocks/>
          </p:cNvCxnSpPr>
          <p:nvPr userDrawn="1"/>
        </p:nvCxnSpPr>
        <p:spPr>
          <a:xfrm>
            <a:off x="9252010" y="2763195"/>
            <a:ext cx="2349661" cy="0"/>
          </a:xfrm>
          <a:prstGeom prst="line">
            <a:avLst/>
          </a:prstGeom>
          <a:ln>
            <a:gradFill flip="none" rotWithShape="1">
              <a:gsLst>
                <a:gs pos="0">
                  <a:schemeClr val="tx1"/>
                </a:gs>
                <a:gs pos="40000">
                  <a:schemeClr val="accent1"/>
                </a:gs>
                <a:gs pos="72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916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56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AACD912-AC2D-3AF2-3A5A-3D518BCEAF57}"/>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8" name="Oval 7">
            <a:extLst>
              <a:ext uri="{FF2B5EF4-FFF2-40B4-BE49-F238E27FC236}">
                <a16:creationId xmlns:a16="http://schemas.microsoft.com/office/drawing/2014/main" id="{EBBE6FCD-8718-2982-B68D-274E03232BE6}"/>
              </a:ext>
            </a:extLst>
          </p:cNvPr>
          <p:cNvSpPr/>
          <p:nvPr userDrawn="1"/>
        </p:nvSpPr>
        <p:spPr>
          <a:xfrm>
            <a:off x="1483360" y="1706880"/>
            <a:ext cx="599440" cy="599440"/>
          </a:xfrm>
          <a:prstGeom prst="ellipse">
            <a:avLst/>
          </a:prstGeom>
          <a:noFill/>
          <a:ln w="15875">
            <a:gradFill flip="none" rotWithShape="1">
              <a:gsLst>
                <a:gs pos="0">
                  <a:schemeClr val="tx1"/>
                </a:gs>
                <a:gs pos="41000">
                  <a:schemeClr val="accent1"/>
                </a:gs>
                <a:gs pos="83000">
                  <a:schemeClr val="accent3"/>
                </a:gs>
                <a:gs pos="100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9" name="Oval 8">
            <a:extLst>
              <a:ext uri="{FF2B5EF4-FFF2-40B4-BE49-F238E27FC236}">
                <a16:creationId xmlns:a16="http://schemas.microsoft.com/office/drawing/2014/main" id="{922815B5-B9C1-E8FC-67D4-1B172B2309FA}"/>
              </a:ext>
            </a:extLst>
          </p:cNvPr>
          <p:cNvSpPr/>
          <p:nvPr userDrawn="1"/>
        </p:nvSpPr>
        <p:spPr>
          <a:xfrm>
            <a:off x="4389120" y="1706880"/>
            <a:ext cx="599440" cy="599440"/>
          </a:xfrm>
          <a:prstGeom prst="ellipse">
            <a:avLst/>
          </a:prstGeom>
          <a:noFill/>
          <a:ln w="15875">
            <a:gradFill>
              <a:gsLst>
                <a:gs pos="0">
                  <a:schemeClr val="tx1"/>
                </a:gs>
                <a:gs pos="29000">
                  <a:schemeClr val="accent1"/>
                </a:gs>
                <a:gs pos="63000">
                  <a:schemeClr val="accent3"/>
                </a:gs>
                <a:gs pos="90000">
                  <a:schemeClr val="accent4"/>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0" indent="0" algn="l">
              <a:buFont typeface="Arial" panose="020B0604020202020204" pitchFamily="34" charset="0"/>
              <a:buNone/>
            </a:pPr>
            <a:endParaRPr lang="en-US" sz="1600" dirty="0">
              <a:solidFill>
                <a:schemeClr val="bg1"/>
              </a:solidFill>
              <a:highlight>
                <a:srgbClr val="0000FF"/>
              </a:highlight>
            </a:endParaRPr>
          </a:p>
        </p:txBody>
      </p:sp>
      <p:sp>
        <p:nvSpPr>
          <p:cNvPr id="10" name="Oval 9">
            <a:extLst>
              <a:ext uri="{FF2B5EF4-FFF2-40B4-BE49-F238E27FC236}">
                <a16:creationId xmlns:a16="http://schemas.microsoft.com/office/drawing/2014/main" id="{44DBC5F7-9812-7E58-B64B-3E5CAD6D554B}"/>
              </a:ext>
            </a:extLst>
          </p:cNvPr>
          <p:cNvSpPr/>
          <p:nvPr userDrawn="1"/>
        </p:nvSpPr>
        <p:spPr>
          <a:xfrm>
            <a:off x="7198360" y="1706880"/>
            <a:ext cx="599440" cy="599440"/>
          </a:xfrm>
          <a:prstGeom prst="ellipse">
            <a:avLst/>
          </a:prstGeom>
          <a:noFill/>
          <a:ln w="15875">
            <a:gradFill>
              <a:gsLst>
                <a:gs pos="0">
                  <a:schemeClr val="accent1"/>
                </a:gs>
                <a:gs pos="32000">
                  <a:schemeClr val="tx1"/>
                </a:gs>
                <a:gs pos="65000">
                  <a:schemeClr val="accent3"/>
                </a:gs>
                <a:gs pos="100000">
                  <a:schemeClr val="accent4"/>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1" name="Oval 10">
            <a:extLst>
              <a:ext uri="{FF2B5EF4-FFF2-40B4-BE49-F238E27FC236}">
                <a16:creationId xmlns:a16="http://schemas.microsoft.com/office/drawing/2014/main" id="{273D17AB-0938-AD7F-98E5-078A3744731F}"/>
              </a:ext>
            </a:extLst>
          </p:cNvPr>
          <p:cNvSpPr/>
          <p:nvPr userDrawn="1"/>
        </p:nvSpPr>
        <p:spPr>
          <a:xfrm>
            <a:off x="10109200" y="1706880"/>
            <a:ext cx="599440" cy="599440"/>
          </a:xfrm>
          <a:prstGeom prst="ellipse">
            <a:avLst/>
          </a:prstGeom>
          <a:noFill/>
          <a:ln w="15875">
            <a:gradFill flip="none" rotWithShape="1">
              <a:gsLst>
                <a:gs pos="0">
                  <a:schemeClr val="tx1"/>
                </a:gs>
                <a:gs pos="29000">
                  <a:schemeClr val="accent1"/>
                </a:gs>
                <a:gs pos="70000">
                  <a:schemeClr val="accent3"/>
                </a:gs>
                <a:gs pos="93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2" name="Rounded Rectangle 11">
            <a:extLst>
              <a:ext uri="{FF2B5EF4-FFF2-40B4-BE49-F238E27FC236}">
                <a16:creationId xmlns:a16="http://schemas.microsoft.com/office/drawing/2014/main" id="{6ABE9501-FF27-8CB2-38C3-7444CD8CE6E4}"/>
              </a:ext>
            </a:extLst>
          </p:cNvPr>
          <p:cNvSpPr/>
          <p:nvPr userDrawn="1"/>
        </p:nvSpPr>
        <p:spPr>
          <a:xfrm>
            <a:off x="965200" y="2448559"/>
            <a:ext cx="1706880" cy="492443"/>
          </a:xfrm>
          <a:prstGeom prst="roundRect">
            <a:avLst/>
          </a:prstGeom>
          <a:noFill/>
          <a:ln w="15875">
            <a:gradFill flip="none" rotWithShape="1">
              <a:gsLst>
                <a:gs pos="0">
                  <a:schemeClr val="tx1"/>
                </a:gs>
                <a:gs pos="49000">
                  <a:schemeClr val="accent1"/>
                </a:gs>
                <a:gs pos="83000">
                  <a:schemeClr val="accent4"/>
                </a:gs>
                <a:gs pos="100000">
                  <a:schemeClr val="accent3"/>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3" name="Rounded Rectangle 12">
            <a:extLst>
              <a:ext uri="{FF2B5EF4-FFF2-40B4-BE49-F238E27FC236}">
                <a16:creationId xmlns:a16="http://schemas.microsoft.com/office/drawing/2014/main" id="{59C4275E-5ABB-AA35-F78B-A85CE90D2090}"/>
              </a:ext>
            </a:extLst>
          </p:cNvPr>
          <p:cNvSpPr/>
          <p:nvPr userDrawn="1"/>
        </p:nvSpPr>
        <p:spPr>
          <a:xfrm>
            <a:off x="665480" y="2814320"/>
            <a:ext cx="2326640" cy="2733040"/>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4" name="Trapezoid 13">
            <a:extLst>
              <a:ext uri="{FF2B5EF4-FFF2-40B4-BE49-F238E27FC236}">
                <a16:creationId xmlns:a16="http://schemas.microsoft.com/office/drawing/2014/main" id="{2C6E8110-485D-EB9F-D83C-114C4B12C498}"/>
              </a:ext>
            </a:extLst>
          </p:cNvPr>
          <p:cNvSpPr/>
          <p:nvPr userDrawn="1"/>
        </p:nvSpPr>
        <p:spPr>
          <a:xfrm rot="10800000">
            <a:off x="1036318" y="2448559"/>
            <a:ext cx="1572259" cy="774052"/>
          </a:xfrm>
          <a:prstGeom prst="trapezoid">
            <a:avLst/>
          </a:prstGeom>
          <a:solidFill>
            <a:schemeClr val="tx1"/>
          </a:solidFill>
          <a:ln w="15875">
            <a:gradFill>
              <a:gsLst>
                <a:gs pos="51000">
                  <a:schemeClr val="accent1"/>
                </a:gs>
                <a:gs pos="83000">
                  <a:schemeClr val="accent3"/>
                </a:gs>
                <a:gs pos="100000">
                  <a:schemeClr val="accent4"/>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5" name="Rounded Rectangle 14">
            <a:extLst>
              <a:ext uri="{FF2B5EF4-FFF2-40B4-BE49-F238E27FC236}">
                <a16:creationId xmlns:a16="http://schemas.microsoft.com/office/drawing/2014/main" id="{AA9C8AB2-64F1-2617-8CC9-2EA948ABFB58}"/>
              </a:ext>
            </a:extLst>
          </p:cNvPr>
          <p:cNvSpPr/>
          <p:nvPr userDrawn="1"/>
        </p:nvSpPr>
        <p:spPr>
          <a:xfrm>
            <a:off x="3835400" y="2509361"/>
            <a:ext cx="1706880" cy="492443"/>
          </a:xfrm>
          <a:prstGeom prst="roundRect">
            <a:avLst/>
          </a:prstGeom>
          <a:noFill/>
          <a:ln w="15875">
            <a:gradFill flip="none" rotWithShape="1">
              <a:gsLst>
                <a:gs pos="0">
                  <a:schemeClr val="accent4"/>
                </a:gs>
                <a:gs pos="74000">
                  <a:schemeClr val="accent3"/>
                </a:gs>
                <a:gs pos="83000">
                  <a:schemeClr val="tx1"/>
                </a:gs>
                <a:gs pos="100000">
                  <a:schemeClr val="accent1"/>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6" name="Rounded Rectangle 15">
            <a:extLst>
              <a:ext uri="{FF2B5EF4-FFF2-40B4-BE49-F238E27FC236}">
                <a16:creationId xmlns:a16="http://schemas.microsoft.com/office/drawing/2014/main" id="{C264D530-288B-E594-9B4A-77B23FC6C7BF}"/>
              </a:ext>
            </a:extLst>
          </p:cNvPr>
          <p:cNvSpPr/>
          <p:nvPr userDrawn="1"/>
        </p:nvSpPr>
        <p:spPr>
          <a:xfrm>
            <a:off x="6644640" y="2496978"/>
            <a:ext cx="1706880" cy="492443"/>
          </a:xfrm>
          <a:prstGeom prst="roundRect">
            <a:avLst/>
          </a:prstGeom>
          <a:noFill/>
          <a:ln w="15875">
            <a:gradFill flip="none" rotWithShape="1">
              <a:gsLst>
                <a:gs pos="0">
                  <a:schemeClr val="accent4"/>
                </a:gs>
                <a:gs pos="35000">
                  <a:schemeClr val="accent3"/>
                </a:gs>
                <a:gs pos="70000">
                  <a:schemeClr val="tx1"/>
                </a:gs>
                <a:gs pos="100000">
                  <a:schemeClr val="accent1"/>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7" name="Rounded Rectangle 16">
            <a:extLst>
              <a:ext uri="{FF2B5EF4-FFF2-40B4-BE49-F238E27FC236}">
                <a16:creationId xmlns:a16="http://schemas.microsoft.com/office/drawing/2014/main" id="{4B015017-61E3-A1D0-08D9-07CB89F1E6D2}"/>
              </a:ext>
            </a:extLst>
          </p:cNvPr>
          <p:cNvSpPr/>
          <p:nvPr userDrawn="1"/>
        </p:nvSpPr>
        <p:spPr>
          <a:xfrm>
            <a:off x="9555480" y="2403944"/>
            <a:ext cx="1706880" cy="492443"/>
          </a:xfrm>
          <a:prstGeom prst="roundRect">
            <a:avLst/>
          </a:prstGeom>
          <a:noFill/>
          <a:ln w="15875">
            <a:gradFill flip="none" rotWithShape="1">
              <a:gsLst>
                <a:gs pos="0">
                  <a:schemeClr val="accent4"/>
                </a:gs>
                <a:gs pos="45000">
                  <a:schemeClr val="tx1"/>
                </a:gs>
                <a:gs pos="66000">
                  <a:schemeClr val="accent1"/>
                </a:gs>
                <a:gs pos="91000">
                  <a:schemeClr val="accent3"/>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8" name="Rounded Rectangle 17">
            <a:extLst>
              <a:ext uri="{FF2B5EF4-FFF2-40B4-BE49-F238E27FC236}">
                <a16:creationId xmlns:a16="http://schemas.microsoft.com/office/drawing/2014/main" id="{FA7582B7-7DB0-3486-52E4-386397E52FA9}"/>
              </a:ext>
            </a:extLst>
          </p:cNvPr>
          <p:cNvSpPr/>
          <p:nvPr userDrawn="1"/>
        </p:nvSpPr>
        <p:spPr>
          <a:xfrm>
            <a:off x="3525520" y="2835585"/>
            <a:ext cx="2326640" cy="2733040"/>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9" name="Rounded Rectangle 18">
            <a:extLst>
              <a:ext uri="{FF2B5EF4-FFF2-40B4-BE49-F238E27FC236}">
                <a16:creationId xmlns:a16="http://schemas.microsoft.com/office/drawing/2014/main" id="{B932FBF8-5F5E-727C-6A9C-4C7574EE9C4E}"/>
              </a:ext>
            </a:extLst>
          </p:cNvPr>
          <p:cNvSpPr/>
          <p:nvPr userDrawn="1"/>
        </p:nvSpPr>
        <p:spPr>
          <a:xfrm>
            <a:off x="6341429" y="2874217"/>
            <a:ext cx="2326640" cy="2733040"/>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0" name="Rounded Rectangle 19">
            <a:extLst>
              <a:ext uri="{FF2B5EF4-FFF2-40B4-BE49-F238E27FC236}">
                <a16:creationId xmlns:a16="http://schemas.microsoft.com/office/drawing/2014/main" id="{B715517D-D9EE-4E03-70A7-E7741A9FAD77}"/>
              </a:ext>
            </a:extLst>
          </p:cNvPr>
          <p:cNvSpPr/>
          <p:nvPr userDrawn="1"/>
        </p:nvSpPr>
        <p:spPr>
          <a:xfrm>
            <a:off x="9245600" y="2782984"/>
            <a:ext cx="2326640" cy="2733040"/>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1" name="Trapezoid 20">
            <a:extLst>
              <a:ext uri="{FF2B5EF4-FFF2-40B4-BE49-F238E27FC236}">
                <a16:creationId xmlns:a16="http://schemas.microsoft.com/office/drawing/2014/main" id="{2559AF51-A488-FCB8-AC72-2CF03A5A545B}"/>
              </a:ext>
            </a:extLst>
          </p:cNvPr>
          <p:cNvSpPr/>
          <p:nvPr userDrawn="1"/>
        </p:nvSpPr>
        <p:spPr>
          <a:xfrm rot="10800000">
            <a:off x="3902709" y="2509361"/>
            <a:ext cx="1572259" cy="774052"/>
          </a:xfrm>
          <a:prstGeom prst="trapezoid">
            <a:avLst/>
          </a:prstGeom>
          <a:solidFill>
            <a:schemeClr val="tx1"/>
          </a:solidFill>
          <a:ln w="15875">
            <a:gradFill flip="none" rotWithShape="1">
              <a:gsLst>
                <a:gs pos="7000">
                  <a:schemeClr val="accent1"/>
                </a:gs>
                <a:gs pos="83000">
                  <a:schemeClr val="accent3"/>
                </a:gs>
                <a:gs pos="100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2" name="Trapezoid 21">
            <a:extLst>
              <a:ext uri="{FF2B5EF4-FFF2-40B4-BE49-F238E27FC236}">
                <a16:creationId xmlns:a16="http://schemas.microsoft.com/office/drawing/2014/main" id="{74B5BCB5-8F03-C95A-989A-542AFCF54E1E}"/>
              </a:ext>
            </a:extLst>
          </p:cNvPr>
          <p:cNvSpPr/>
          <p:nvPr userDrawn="1"/>
        </p:nvSpPr>
        <p:spPr>
          <a:xfrm rot="10800000">
            <a:off x="6711951" y="2487191"/>
            <a:ext cx="1572259" cy="774052"/>
          </a:xfrm>
          <a:prstGeom prst="trapezoid">
            <a:avLst/>
          </a:prstGeom>
          <a:solidFill>
            <a:schemeClr val="tx1"/>
          </a:solidFill>
          <a:ln w="15875">
            <a:gradFill flip="none" rotWithShape="1">
              <a:gsLst>
                <a:gs pos="0">
                  <a:schemeClr val="accent1"/>
                </a:gs>
                <a:gs pos="52000">
                  <a:schemeClr val="accent3"/>
                </a:gs>
                <a:gs pos="86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3" name="Trapezoid 22">
            <a:extLst>
              <a:ext uri="{FF2B5EF4-FFF2-40B4-BE49-F238E27FC236}">
                <a16:creationId xmlns:a16="http://schemas.microsoft.com/office/drawing/2014/main" id="{13276356-F6F7-311F-5081-B82D5E805C26}"/>
              </a:ext>
            </a:extLst>
          </p:cNvPr>
          <p:cNvSpPr/>
          <p:nvPr userDrawn="1"/>
        </p:nvSpPr>
        <p:spPr>
          <a:xfrm rot="10800000">
            <a:off x="9622790" y="2395958"/>
            <a:ext cx="1572259" cy="774052"/>
          </a:xfrm>
          <a:prstGeom prst="trapezoid">
            <a:avLst/>
          </a:prstGeom>
          <a:solidFill>
            <a:schemeClr val="tx1"/>
          </a:solidFill>
          <a:ln w="15875">
            <a:gradFill flip="none" rotWithShape="1">
              <a:gsLst>
                <a:gs pos="0">
                  <a:schemeClr val="accent4"/>
                </a:gs>
                <a:gs pos="49000">
                  <a:schemeClr val="accent1"/>
                </a:gs>
                <a:gs pos="92000">
                  <a:schemeClr val="accent3"/>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4" name="Text Placeholder 34">
            <a:extLst>
              <a:ext uri="{FF2B5EF4-FFF2-40B4-BE49-F238E27FC236}">
                <a16:creationId xmlns:a16="http://schemas.microsoft.com/office/drawing/2014/main" id="{61E2C115-3BAB-6AF5-5507-BEB53351957E}"/>
              </a:ext>
            </a:extLst>
          </p:cNvPr>
          <p:cNvSpPr>
            <a:spLocks noGrp="1"/>
          </p:cNvSpPr>
          <p:nvPr>
            <p:ph type="body" sz="quarter" idx="12" hasCustomPrompt="1"/>
          </p:nvPr>
        </p:nvSpPr>
        <p:spPr>
          <a:xfrm>
            <a:off x="688337" y="3273291"/>
            <a:ext cx="2257744" cy="434357"/>
          </a:xfrm>
        </p:spPr>
        <p:txBody>
          <a:bodyPr/>
          <a:lstStyle>
            <a:lvl1pPr algn="ctr">
              <a:buNone/>
              <a:defRPr sz="1600" b="1"/>
            </a:lvl1pPr>
          </a:lstStyle>
          <a:p>
            <a:pPr lvl="0"/>
            <a:r>
              <a:rPr lang="en-US" dirty="0"/>
              <a:t>Sub Title1</a:t>
            </a:r>
          </a:p>
        </p:txBody>
      </p:sp>
      <p:sp>
        <p:nvSpPr>
          <p:cNvPr id="25" name="Text Placeholder 36">
            <a:extLst>
              <a:ext uri="{FF2B5EF4-FFF2-40B4-BE49-F238E27FC236}">
                <a16:creationId xmlns:a16="http://schemas.microsoft.com/office/drawing/2014/main" id="{F1E9F404-BC3F-5E61-7A51-DB579D59950D}"/>
              </a:ext>
            </a:extLst>
          </p:cNvPr>
          <p:cNvSpPr>
            <a:spLocks noGrp="1"/>
          </p:cNvSpPr>
          <p:nvPr>
            <p:ph type="body" sz="quarter" idx="13" hasCustomPrompt="1"/>
          </p:nvPr>
        </p:nvSpPr>
        <p:spPr>
          <a:xfrm>
            <a:off x="690244" y="3964290"/>
            <a:ext cx="2257743" cy="1359550"/>
          </a:xfrm>
        </p:spPr>
        <p:txBody>
          <a:bodyPr/>
          <a:lstStyle>
            <a:lvl1pPr>
              <a:defRPr sz="1600"/>
            </a:lvl1pPr>
          </a:lstStyle>
          <a:p>
            <a:pPr lvl="0"/>
            <a:r>
              <a:rPr lang="en-US" dirty="0"/>
              <a:t>Points</a:t>
            </a:r>
          </a:p>
        </p:txBody>
      </p:sp>
      <p:sp>
        <p:nvSpPr>
          <p:cNvPr id="26" name="Picture Placeholder 38">
            <a:extLst>
              <a:ext uri="{FF2B5EF4-FFF2-40B4-BE49-F238E27FC236}">
                <a16:creationId xmlns:a16="http://schemas.microsoft.com/office/drawing/2014/main" id="{D3F2918C-5EB6-8927-0019-7D990D1B2365}"/>
              </a:ext>
            </a:extLst>
          </p:cNvPr>
          <p:cNvSpPr>
            <a:spLocks noGrp="1"/>
          </p:cNvSpPr>
          <p:nvPr>
            <p:ph type="pic" sz="quarter" idx="14"/>
          </p:nvPr>
        </p:nvSpPr>
        <p:spPr>
          <a:xfrm>
            <a:off x="4223069" y="2572524"/>
            <a:ext cx="914400" cy="632321"/>
          </a:xfrm>
        </p:spPr>
        <p:txBody>
          <a:bodyPr/>
          <a:lstStyle/>
          <a:p>
            <a:endParaRPr lang="en-US"/>
          </a:p>
        </p:txBody>
      </p:sp>
      <p:sp>
        <p:nvSpPr>
          <p:cNvPr id="27" name="Picture Placeholder 38">
            <a:extLst>
              <a:ext uri="{FF2B5EF4-FFF2-40B4-BE49-F238E27FC236}">
                <a16:creationId xmlns:a16="http://schemas.microsoft.com/office/drawing/2014/main" id="{7B962872-912E-E7AA-11A5-13CDC623FAA9}"/>
              </a:ext>
            </a:extLst>
          </p:cNvPr>
          <p:cNvSpPr>
            <a:spLocks noGrp="1"/>
          </p:cNvSpPr>
          <p:nvPr>
            <p:ph type="pic" sz="quarter" idx="15"/>
          </p:nvPr>
        </p:nvSpPr>
        <p:spPr>
          <a:xfrm>
            <a:off x="1361440" y="2525934"/>
            <a:ext cx="914400" cy="632321"/>
          </a:xfrm>
        </p:spPr>
        <p:txBody>
          <a:bodyPr/>
          <a:lstStyle/>
          <a:p>
            <a:endParaRPr lang="en-US"/>
          </a:p>
        </p:txBody>
      </p:sp>
      <p:sp>
        <p:nvSpPr>
          <p:cNvPr id="28" name="Picture Placeholder 38">
            <a:extLst>
              <a:ext uri="{FF2B5EF4-FFF2-40B4-BE49-F238E27FC236}">
                <a16:creationId xmlns:a16="http://schemas.microsoft.com/office/drawing/2014/main" id="{A01DE786-38DC-BECE-A329-2E679118550B}"/>
              </a:ext>
            </a:extLst>
          </p:cNvPr>
          <p:cNvSpPr>
            <a:spLocks noGrp="1"/>
          </p:cNvSpPr>
          <p:nvPr>
            <p:ph type="pic" sz="quarter" idx="16"/>
          </p:nvPr>
        </p:nvSpPr>
        <p:spPr>
          <a:xfrm>
            <a:off x="7040880" y="2572523"/>
            <a:ext cx="914400" cy="632321"/>
          </a:xfrm>
        </p:spPr>
        <p:txBody>
          <a:bodyPr/>
          <a:lstStyle/>
          <a:p>
            <a:endParaRPr lang="en-US"/>
          </a:p>
        </p:txBody>
      </p:sp>
      <p:sp>
        <p:nvSpPr>
          <p:cNvPr id="29" name="Picture Placeholder 38">
            <a:extLst>
              <a:ext uri="{FF2B5EF4-FFF2-40B4-BE49-F238E27FC236}">
                <a16:creationId xmlns:a16="http://schemas.microsoft.com/office/drawing/2014/main" id="{A9B9E7CD-3095-B68F-F69D-002A7B66D449}"/>
              </a:ext>
            </a:extLst>
          </p:cNvPr>
          <p:cNvSpPr>
            <a:spLocks noGrp="1"/>
          </p:cNvSpPr>
          <p:nvPr>
            <p:ph type="pic" sz="quarter" idx="17"/>
          </p:nvPr>
        </p:nvSpPr>
        <p:spPr>
          <a:xfrm>
            <a:off x="9949183" y="2466822"/>
            <a:ext cx="914400" cy="632321"/>
          </a:xfrm>
        </p:spPr>
        <p:txBody>
          <a:bodyPr/>
          <a:lstStyle/>
          <a:p>
            <a:endParaRPr lang="en-US"/>
          </a:p>
        </p:txBody>
      </p:sp>
      <p:sp>
        <p:nvSpPr>
          <p:cNvPr id="30" name="Text Placeholder 34">
            <a:extLst>
              <a:ext uri="{FF2B5EF4-FFF2-40B4-BE49-F238E27FC236}">
                <a16:creationId xmlns:a16="http://schemas.microsoft.com/office/drawing/2014/main" id="{9E3F9F1F-D19B-5009-EC67-06BBAA89BF9B}"/>
              </a:ext>
            </a:extLst>
          </p:cNvPr>
          <p:cNvSpPr>
            <a:spLocks noGrp="1"/>
          </p:cNvSpPr>
          <p:nvPr>
            <p:ph type="body" sz="quarter" idx="18" hasCustomPrompt="1"/>
          </p:nvPr>
        </p:nvSpPr>
        <p:spPr>
          <a:xfrm>
            <a:off x="3551396" y="3292687"/>
            <a:ext cx="2257744" cy="465947"/>
          </a:xfrm>
        </p:spPr>
        <p:txBody>
          <a:bodyPr/>
          <a:lstStyle>
            <a:lvl1pPr algn="ctr">
              <a:buNone/>
              <a:defRPr sz="1600" b="1"/>
            </a:lvl1pPr>
          </a:lstStyle>
          <a:p>
            <a:pPr lvl="0"/>
            <a:r>
              <a:rPr lang="en-US" dirty="0"/>
              <a:t>Sub Title2</a:t>
            </a:r>
          </a:p>
        </p:txBody>
      </p:sp>
      <p:sp>
        <p:nvSpPr>
          <p:cNvPr id="31" name="Text Placeholder 34">
            <a:extLst>
              <a:ext uri="{FF2B5EF4-FFF2-40B4-BE49-F238E27FC236}">
                <a16:creationId xmlns:a16="http://schemas.microsoft.com/office/drawing/2014/main" id="{60522789-4055-AFAA-6431-608FB2E2A485}"/>
              </a:ext>
            </a:extLst>
          </p:cNvPr>
          <p:cNvSpPr>
            <a:spLocks noGrp="1"/>
          </p:cNvSpPr>
          <p:nvPr>
            <p:ph type="body" sz="quarter" idx="19" hasCustomPrompt="1"/>
          </p:nvPr>
        </p:nvSpPr>
        <p:spPr>
          <a:xfrm>
            <a:off x="6385560" y="3293468"/>
            <a:ext cx="2257744" cy="464383"/>
          </a:xfrm>
        </p:spPr>
        <p:txBody>
          <a:bodyPr/>
          <a:lstStyle>
            <a:lvl1pPr algn="ctr">
              <a:buNone/>
              <a:defRPr sz="1600" b="1"/>
            </a:lvl1pPr>
          </a:lstStyle>
          <a:p>
            <a:pPr lvl="0"/>
            <a:r>
              <a:rPr lang="en-US" dirty="0"/>
              <a:t>Sub Title3</a:t>
            </a:r>
          </a:p>
        </p:txBody>
      </p:sp>
      <p:sp>
        <p:nvSpPr>
          <p:cNvPr id="32" name="Text Placeholder 34">
            <a:extLst>
              <a:ext uri="{FF2B5EF4-FFF2-40B4-BE49-F238E27FC236}">
                <a16:creationId xmlns:a16="http://schemas.microsoft.com/office/drawing/2014/main" id="{C03F9D70-CFA6-1A29-6E32-C56A26DEF529}"/>
              </a:ext>
            </a:extLst>
          </p:cNvPr>
          <p:cNvSpPr>
            <a:spLocks noGrp="1"/>
          </p:cNvSpPr>
          <p:nvPr>
            <p:ph type="body" sz="quarter" idx="20" hasCustomPrompt="1"/>
          </p:nvPr>
        </p:nvSpPr>
        <p:spPr>
          <a:xfrm>
            <a:off x="9277510" y="3212549"/>
            <a:ext cx="2257744" cy="434360"/>
          </a:xfrm>
        </p:spPr>
        <p:txBody>
          <a:bodyPr/>
          <a:lstStyle>
            <a:lvl1pPr algn="ctr">
              <a:buNone/>
              <a:defRPr sz="1600" b="1"/>
            </a:lvl1pPr>
          </a:lstStyle>
          <a:p>
            <a:pPr lvl="0"/>
            <a:r>
              <a:rPr lang="en-US" dirty="0"/>
              <a:t>Sub Title4</a:t>
            </a:r>
          </a:p>
        </p:txBody>
      </p:sp>
      <p:sp>
        <p:nvSpPr>
          <p:cNvPr id="33" name="Text Placeholder 36">
            <a:extLst>
              <a:ext uri="{FF2B5EF4-FFF2-40B4-BE49-F238E27FC236}">
                <a16:creationId xmlns:a16="http://schemas.microsoft.com/office/drawing/2014/main" id="{33C51FDD-2473-1E4B-4E75-1088EF120F60}"/>
              </a:ext>
            </a:extLst>
          </p:cNvPr>
          <p:cNvSpPr>
            <a:spLocks noGrp="1"/>
          </p:cNvSpPr>
          <p:nvPr>
            <p:ph type="body" sz="quarter" idx="21" hasCustomPrompt="1"/>
          </p:nvPr>
        </p:nvSpPr>
        <p:spPr>
          <a:xfrm>
            <a:off x="3556955" y="3964290"/>
            <a:ext cx="2257743" cy="1359550"/>
          </a:xfrm>
        </p:spPr>
        <p:txBody>
          <a:bodyPr/>
          <a:lstStyle>
            <a:lvl1pPr>
              <a:defRPr sz="1600"/>
            </a:lvl1pPr>
          </a:lstStyle>
          <a:p>
            <a:pPr lvl="0"/>
            <a:r>
              <a:rPr lang="en-US" dirty="0"/>
              <a:t>Points</a:t>
            </a:r>
          </a:p>
        </p:txBody>
      </p:sp>
      <p:sp>
        <p:nvSpPr>
          <p:cNvPr id="34" name="Text Placeholder 36">
            <a:extLst>
              <a:ext uri="{FF2B5EF4-FFF2-40B4-BE49-F238E27FC236}">
                <a16:creationId xmlns:a16="http://schemas.microsoft.com/office/drawing/2014/main" id="{DD29EC34-8A97-5DBA-9F26-E6231384FC30}"/>
              </a:ext>
            </a:extLst>
          </p:cNvPr>
          <p:cNvSpPr>
            <a:spLocks noGrp="1"/>
          </p:cNvSpPr>
          <p:nvPr>
            <p:ph type="body" sz="quarter" idx="22" hasCustomPrompt="1"/>
          </p:nvPr>
        </p:nvSpPr>
        <p:spPr>
          <a:xfrm>
            <a:off x="6375877" y="3963626"/>
            <a:ext cx="2257743" cy="1359550"/>
          </a:xfrm>
        </p:spPr>
        <p:txBody>
          <a:bodyPr/>
          <a:lstStyle>
            <a:lvl1pPr>
              <a:defRPr sz="1600"/>
            </a:lvl1pPr>
          </a:lstStyle>
          <a:p>
            <a:pPr lvl="0"/>
            <a:r>
              <a:rPr lang="en-US" dirty="0"/>
              <a:t>Points</a:t>
            </a:r>
          </a:p>
        </p:txBody>
      </p:sp>
      <p:sp>
        <p:nvSpPr>
          <p:cNvPr id="35" name="Text Placeholder 36">
            <a:extLst>
              <a:ext uri="{FF2B5EF4-FFF2-40B4-BE49-F238E27FC236}">
                <a16:creationId xmlns:a16="http://schemas.microsoft.com/office/drawing/2014/main" id="{2F3DDABC-CFC6-9488-1C0C-964FE2DB9251}"/>
              </a:ext>
            </a:extLst>
          </p:cNvPr>
          <p:cNvSpPr>
            <a:spLocks noGrp="1"/>
          </p:cNvSpPr>
          <p:nvPr>
            <p:ph type="body" sz="quarter" idx="23" hasCustomPrompt="1"/>
          </p:nvPr>
        </p:nvSpPr>
        <p:spPr>
          <a:xfrm>
            <a:off x="9295289" y="3963626"/>
            <a:ext cx="2257743" cy="1359550"/>
          </a:xfrm>
        </p:spPr>
        <p:txBody>
          <a:bodyPr/>
          <a:lstStyle>
            <a:lvl1pPr>
              <a:defRPr sz="1600"/>
            </a:lvl1pPr>
          </a:lstStyle>
          <a:p>
            <a:pPr lvl="0"/>
            <a:r>
              <a:rPr lang="en-US" dirty="0"/>
              <a:t>Points</a:t>
            </a:r>
          </a:p>
        </p:txBody>
      </p:sp>
      <p:cxnSp>
        <p:nvCxnSpPr>
          <p:cNvPr id="40" name="Straight Connector 39">
            <a:extLst>
              <a:ext uri="{FF2B5EF4-FFF2-40B4-BE49-F238E27FC236}">
                <a16:creationId xmlns:a16="http://schemas.microsoft.com/office/drawing/2014/main" id="{BC436001-CEF1-C181-F004-F445A1F73895}"/>
              </a:ext>
            </a:extLst>
          </p:cNvPr>
          <p:cNvCxnSpPr/>
          <p:nvPr userDrawn="1"/>
        </p:nvCxnSpPr>
        <p:spPr>
          <a:xfrm>
            <a:off x="323850" y="975360"/>
            <a:ext cx="11544300" cy="0"/>
          </a:xfrm>
          <a:prstGeom prst="line">
            <a:avLst/>
          </a:prstGeom>
          <a:ln>
            <a:gradFill flip="none" rotWithShape="1">
              <a:gsLst>
                <a:gs pos="37000">
                  <a:schemeClr val="accent3"/>
                </a:gs>
                <a:gs pos="7000">
                  <a:schemeClr val="accent4"/>
                </a:gs>
                <a:gs pos="68000">
                  <a:schemeClr val="accent1"/>
                </a:gs>
                <a:gs pos="83000">
                  <a:schemeClr val="bg1"/>
                </a:gs>
              </a:gsLst>
              <a:path path="circle">
                <a:fillToRect l="100000" t="100000"/>
              </a:path>
              <a:tileRect r="-100000" b="-100000"/>
            </a:gradFill>
          </a:ln>
        </p:spPr>
        <p:style>
          <a:lnRef idx="2">
            <a:schemeClr val="dk1"/>
          </a:lnRef>
          <a:fillRef idx="0">
            <a:schemeClr val="dk1"/>
          </a:fillRef>
          <a:effectRef idx="1">
            <a:schemeClr val="dk1"/>
          </a:effectRef>
          <a:fontRef idx="minor">
            <a:schemeClr val="tx1"/>
          </a:fontRef>
        </p:style>
      </p:cxnSp>
      <p:sp>
        <p:nvSpPr>
          <p:cNvPr id="2" name="TextBox 1">
            <a:extLst>
              <a:ext uri="{FF2B5EF4-FFF2-40B4-BE49-F238E27FC236}">
                <a16:creationId xmlns:a16="http://schemas.microsoft.com/office/drawing/2014/main" id="{A1366F07-D185-1629-79BB-B6F02D8BC109}"/>
              </a:ext>
            </a:extLst>
          </p:cNvPr>
          <p:cNvSpPr txBox="1"/>
          <p:nvPr userDrawn="1"/>
        </p:nvSpPr>
        <p:spPr>
          <a:xfrm flipH="1">
            <a:off x="1582452" y="1890851"/>
            <a:ext cx="401255" cy="246221"/>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1</a:t>
            </a:r>
          </a:p>
        </p:txBody>
      </p:sp>
      <p:sp>
        <p:nvSpPr>
          <p:cNvPr id="3" name="TextBox 2">
            <a:extLst>
              <a:ext uri="{FF2B5EF4-FFF2-40B4-BE49-F238E27FC236}">
                <a16:creationId xmlns:a16="http://schemas.microsoft.com/office/drawing/2014/main" id="{0EAF7966-648B-07B8-2C9D-A0ECB850A166}"/>
              </a:ext>
            </a:extLst>
          </p:cNvPr>
          <p:cNvSpPr txBox="1"/>
          <p:nvPr userDrawn="1"/>
        </p:nvSpPr>
        <p:spPr>
          <a:xfrm flipH="1">
            <a:off x="4479641" y="1890851"/>
            <a:ext cx="401255" cy="246221"/>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2</a:t>
            </a:r>
          </a:p>
        </p:txBody>
      </p:sp>
      <p:sp>
        <p:nvSpPr>
          <p:cNvPr id="4" name="TextBox 3">
            <a:extLst>
              <a:ext uri="{FF2B5EF4-FFF2-40B4-BE49-F238E27FC236}">
                <a16:creationId xmlns:a16="http://schemas.microsoft.com/office/drawing/2014/main" id="{3B0BEFE4-D36D-4F94-B52A-11D3BC0EF811}"/>
              </a:ext>
            </a:extLst>
          </p:cNvPr>
          <p:cNvSpPr txBox="1"/>
          <p:nvPr userDrawn="1"/>
        </p:nvSpPr>
        <p:spPr>
          <a:xfrm flipH="1">
            <a:off x="7294880" y="1879998"/>
            <a:ext cx="401255" cy="246221"/>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3</a:t>
            </a:r>
          </a:p>
        </p:txBody>
      </p:sp>
      <p:sp>
        <p:nvSpPr>
          <p:cNvPr id="41" name="TextBox 40">
            <a:extLst>
              <a:ext uri="{FF2B5EF4-FFF2-40B4-BE49-F238E27FC236}">
                <a16:creationId xmlns:a16="http://schemas.microsoft.com/office/drawing/2014/main" id="{E967188C-0E67-76A4-062B-4408942AAF11}"/>
              </a:ext>
            </a:extLst>
          </p:cNvPr>
          <p:cNvSpPr txBox="1"/>
          <p:nvPr userDrawn="1"/>
        </p:nvSpPr>
        <p:spPr>
          <a:xfrm flipH="1">
            <a:off x="10205755" y="1890851"/>
            <a:ext cx="401255" cy="246221"/>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4</a:t>
            </a:r>
          </a:p>
        </p:txBody>
      </p:sp>
    </p:spTree>
    <p:extLst>
      <p:ext uri="{BB962C8B-B14F-4D97-AF65-F5344CB8AC3E}">
        <p14:creationId xmlns:p14="http://schemas.microsoft.com/office/powerpoint/2010/main" val="734394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4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80CFA-5ECE-2C7F-8959-C2A794092CED}"/>
              </a:ext>
            </a:extLst>
          </p:cNvPr>
          <p:cNvSpPr>
            <a:spLocks noGrp="1"/>
          </p:cNvSpPr>
          <p:nvPr>
            <p:ph type="title" hasCustomPrompt="1"/>
          </p:nvPr>
        </p:nvSpPr>
        <p:spPr>
          <a:xfrm>
            <a:off x="344170" y="2004054"/>
            <a:ext cx="4197350" cy="2669546"/>
          </a:xfrm>
        </p:spPr>
        <p:txBody>
          <a:bodyPr/>
          <a:lstStyle>
            <a:lvl1pPr algn="ctr">
              <a:defRPr/>
            </a:lvl1pPr>
          </a:lstStyle>
          <a:p>
            <a:r>
              <a:rPr lang="en-US" dirty="0"/>
              <a:t>Slide Title</a:t>
            </a:r>
          </a:p>
        </p:txBody>
      </p:sp>
      <p:sp>
        <p:nvSpPr>
          <p:cNvPr id="6" name="Picture Placeholder 5">
            <a:extLst>
              <a:ext uri="{FF2B5EF4-FFF2-40B4-BE49-F238E27FC236}">
                <a16:creationId xmlns:a16="http://schemas.microsoft.com/office/drawing/2014/main" id="{9DADA0D2-2088-8682-8FE8-705FD4BC42D1}"/>
              </a:ext>
            </a:extLst>
          </p:cNvPr>
          <p:cNvSpPr>
            <a:spLocks noGrp="1"/>
          </p:cNvSpPr>
          <p:nvPr>
            <p:ph type="pic" sz="quarter" idx="12"/>
          </p:nvPr>
        </p:nvSpPr>
        <p:spPr>
          <a:xfrm>
            <a:off x="6440805" y="740728"/>
            <a:ext cx="914400" cy="822325"/>
          </a:xfrm>
        </p:spPr>
        <p:txBody>
          <a:bodyPr/>
          <a:lstStyle/>
          <a:p>
            <a:endParaRPr lang="en-US"/>
          </a:p>
        </p:txBody>
      </p:sp>
      <p:sp>
        <p:nvSpPr>
          <p:cNvPr id="7" name="Picture Placeholder 5">
            <a:extLst>
              <a:ext uri="{FF2B5EF4-FFF2-40B4-BE49-F238E27FC236}">
                <a16:creationId xmlns:a16="http://schemas.microsoft.com/office/drawing/2014/main" id="{5913D375-345F-054D-EF01-7096F7AADE9D}"/>
              </a:ext>
            </a:extLst>
          </p:cNvPr>
          <p:cNvSpPr>
            <a:spLocks noGrp="1"/>
          </p:cNvSpPr>
          <p:nvPr>
            <p:ph type="pic" sz="quarter" idx="13"/>
          </p:nvPr>
        </p:nvSpPr>
        <p:spPr>
          <a:xfrm>
            <a:off x="6440805" y="2084864"/>
            <a:ext cx="914400" cy="822325"/>
          </a:xfrm>
        </p:spPr>
        <p:txBody>
          <a:bodyPr/>
          <a:lstStyle/>
          <a:p>
            <a:endParaRPr lang="en-US"/>
          </a:p>
        </p:txBody>
      </p:sp>
      <p:sp>
        <p:nvSpPr>
          <p:cNvPr id="8" name="Picture Placeholder 5">
            <a:extLst>
              <a:ext uri="{FF2B5EF4-FFF2-40B4-BE49-F238E27FC236}">
                <a16:creationId xmlns:a16="http://schemas.microsoft.com/office/drawing/2014/main" id="{9C4D17A8-A0D7-776B-6638-D35739D4EA71}"/>
              </a:ext>
            </a:extLst>
          </p:cNvPr>
          <p:cNvSpPr>
            <a:spLocks noGrp="1"/>
          </p:cNvSpPr>
          <p:nvPr>
            <p:ph type="pic" sz="quarter" idx="14"/>
          </p:nvPr>
        </p:nvSpPr>
        <p:spPr>
          <a:xfrm>
            <a:off x="6440805" y="3429000"/>
            <a:ext cx="914400" cy="822325"/>
          </a:xfrm>
        </p:spPr>
        <p:txBody>
          <a:bodyPr/>
          <a:lstStyle/>
          <a:p>
            <a:endParaRPr lang="en-US"/>
          </a:p>
        </p:txBody>
      </p:sp>
      <p:sp>
        <p:nvSpPr>
          <p:cNvPr id="9" name="Picture Placeholder 5">
            <a:extLst>
              <a:ext uri="{FF2B5EF4-FFF2-40B4-BE49-F238E27FC236}">
                <a16:creationId xmlns:a16="http://schemas.microsoft.com/office/drawing/2014/main" id="{C9C6CFDC-FE6F-096C-7762-E50A270367D5}"/>
              </a:ext>
            </a:extLst>
          </p:cNvPr>
          <p:cNvSpPr>
            <a:spLocks noGrp="1"/>
          </p:cNvSpPr>
          <p:nvPr>
            <p:ph type="pic" sz="quarter" idx="15"/>
          </p:nvPr>
        </p:nvSpPr>
        <p:spPr>
          <a:xfrm>
            <a:off x="6440805" y="4773136"/>
            <a:ext cx="914400" cy="822325"/>
          </a:xfrm>
        </p:spPr>
        <p:txBody>
          <a:bodyPr/>
          <a:lstStyle/>
          <a:p>
            <a:endParaRPr lang="en-US"/>
          </a:p>
        </p:txBody>
      </p:sp>
      <p:sp>
        <p:nvSpPr>
          <p:cNvPr id="11" name="Text Placeholder 10">
            <a:extLst>
              <a:ext uri="{FF2B5EF4-FFF2-40B4-BE49-F238E27FC236}">
                <a16:creationId xmlns:a16="http://schemas.microsoft.com/office/drawing/2014/main" id="{249EE741-AAE1-C7A0-F824-3539E062DA6A}"/>
              </a:ext>
            </a:extLst>
          </p:cNvPr>
          <p:cNvSpPr>
            <a:spLocks noGrp="1"/>
          </p:cNvSpPr>
          <p:nvPr>
            <p:ph type="body" sz="quarter" idx="16" hasCustomPrompt="1"/>
          </p:nvPr>
        </p:nvSpPr>
        <p:spPr>
          <a:xfrm>
            <a:off x="7437752" y="608979"/>
            <a:ext cx="3890645" cy="379108"/>
          </a:xfrm>
        </p:spPr>
        <p:txBody>
          <a:bodyPr/>
          <a:lstStyle>
            <a:lvl1pPr>
              <a:buNone/>
              <a:defRPr sz="1600" b="1"/>
            </a:lvl1pPr>
          </a:lstStyle>
          <a:p>
            <a:pPr lvl="0"/>
            <a:r>
              <a:rPr lang="en-US" dirty="0"/>
              <a:t>Sub Title1</a:t>
            </a:r>
          </a:p>
        </p:txBody>
      </p:sp>
      <p:sp>
        <p:nvSpPr>
          <p:cNvPr id="13" name="Text Placeholder 12">
            <a:extLst>
              <a:ext uri="{FF2B5EF4-FFF2-40B4-BE49-F238E27FC236}">
                <a16:creationId xmlns:a16="http://schemas.microsoft.com/office/drawing/2014/main" id="{1EE6472C-8B88-A174-8CC6-FB142E555C00}"/>
              </a:ext>
            </a:extLst>
          </p:cNvPr>
          <p:cNvSpPr>
            <a:spLocks noGrp="1"/>
          </p:cNvSpPr>
          <p:nvPr>
            <p:ph type="body" sz="quarter" idx="17" hasCustomPrompt="1"/>
          </p:nvPr>
        </p:nvSpPr>
        <p:spPr>
          <a:xfrm>
            <a:off x="7437753" y="1064115"/>
            <a:ext cx="3890644" cy="656431"/>
          </a:xfrm>
        </p:spPr>
        <p:txBody>
          <a:bodyPr/>
          <a:lstStyle>
            <a:lvl1pPr>
              <a:defRPr sz="1400"/>
            </a:lvl1pPr>
          </a:lstStyle>
          <a:p>
            <a:pPr lvl="0"/>
            <a:r>
              <a:rPr lang="en-US" dirty="0"/>
              <a:t>Text</a:t>
            </a:r>
          </a:p>
        </p:txBody>
      </p:sp>
      <p:sp>
        <p:nvSpPr>
          <p:cNvPr id="14" name="Text Placeholder 10">
            <a:extLst>
              <a:ext uri="{FF2B5EF4-FFF2-40B4-BE49-F238E27FC236}">
                <a16:creationId xmlns:a16="http://schemas.microsoft.com/office/drawing/2014/main" id="{B0600794-B2F1-38AD-9474-236BB2C16B6B}"/>
              </a:ext>
            </a:extLst>
          </p:cNvPr>
          <p:cNvSpPr>
            <a:spLocks noGrp="1"/>
          </p:cNvSpPr>
          <p:nvPr>
            <p:ph type="body" sz="quarter" idx="18" hasCustomPrompt="1"/>
          </p:nvPr>
        </p:nvSpPr>
        <p:spPr>
          <a:xfrm>
            <a:off x="7437752" y="2004054"/>
            <a:ext cx="3890645" cy="379108"/>
          </a:xfrm>
        </p:spPr>
        <p:txBody>
          <a:bodyPr/>
          <a:lstStyle>
            <a:lvl1pPr>
              <a:buNone/>
              <a:defRPr sz="1600" b="1"/>
            </a:lvl1pPr>
          </a:lstStyle>
          <a:p>
            <a:pPr lvl="0"/>
            <a:r>
              <a:rPr lang="en-US" dirty="0"/>
              <a:t>Sub Title2</a:t>
            </a:r>
          </a:p>
        </p:txBody>
      </p:sp>
      <p:sp>
        <p:nvSpPr>
          <p:cNvPr id="15" name="Text Placeholder 12">
            <a:extLst>
              <a:ext uri="{FF2B5EF4-FFF2-40B4-BE49-F238E27FC236}">
                <a16:creationId xmlns:a16="http://schemas.microsoft.com/office/drawing/2014/main" id="{116DF84C-2E13-8FBC-41C1-8FD83C2F23A7}"/>
              </a:ext>
            </a:extLst>
          </p:cNvPr>
          <p:cNvSpPr>
            <a:spLocks noGrp="1"/>
          </p:cNvSpPr>
          <p:nvPr>
            <p:ph type="body" sz="quarter" idx="19" hasCustomPrompt="1"/>
          </p:nvPr>
        </p:nvSpPr>
        <p:spPr>
          <a:xfrm>
            <a:off x="7437752" y="2468411"/>
            <a:ext cx="3890644" cy="656431"/>
          </a:xfrm>
        </p:spPr>
        <p:txBody>
          <a:bodyPr/>
          <a:lstStyle>
            <a:lvl1pPr>
              <a:defRPr sz="1400"/>
            </a:lvl1pPr>
          </a:lstStyle>
          <a:p>
            <a:pPr lvl="0"/>
            <a:r>
              <a:rPr lang="en-US" dirty="0"/>
              <a:t>Text</a:t>
            </a:r>
          </a:p>
        </p:txBody>
      </p:sp>
      <p:sp>
        <p:nvSpPr>
          <p:cNvPr id="16" name="Text Placeholder 12">
            <a:extLst>
              <a:ext uri="{FF2B5EF4-FFF2-40B4-BE49-F238E27FC236}">
                <a16:creationId xmlns:a16="http://schemas.microsoft.com/office/drawing/2014/main" id="{CB498BB2-EA4C-AB7D-8A01-6ED84CA53C01}"/>
              </a:ext>
            </a:extLst>
          </p:cNvPr>
          <p:cNvSpPr>
            <a:spLocks noGrp="1"/>
          </p:cNvSpPr>
          <p:nvPr>
            <p:ph type="body" sz="quarter" idx="20" hasCustomPrompt="1"/>
          </p:nvPr>
        </p:nvSpPr>
        <p:spPr>
          <a:xfrm>
            <a:off x="7437752" y="3812547"/>
            <a:ext cx="3890644" cy="656431"/>
          </a:xfrm>
        </p:spPr>
        <p:txBody>
          <a:bodyPr/>
          <a:lstStyle>
            <a:lvl1pPr>
              <a:defRPr sz="1400"/>
            </a:lvl1pPr>
          </a:lstStyle>
          <a:p>
            <a:pPr lvl="0"/>
            <a:r>
              <a:rPr lang="en-US" dirty="0"/>
              <a:t>Text</a:t>
            </a:r>
          </a:p>
        </p:txBody>
      </p:sp>
      <p:sp>
        <p:nvSpPr>
          <p:cNvPr id="17" name="Text Placeholder 10">
            <a:extLst>
              <a:ext uri="{FF2B5EF4-FFF2-40B4-BE49-F238E27FC236}">
                <a16:creationId xmlns:a16="http://schemas.microsoft.com/office/drawing/2014/main" id="{2E9D1AD7-402E-341C-D86D-F015C374264B}"/>
              </a:ext>
            </a:extLst>
          </p:cNvPr>
          <p:cNvSpPr>
            <a:spLocks noGrp="1"/>
          </p:cNvSpPr>
          <p:nvPr>
            <p:ph type="body" sz="quarter" idx="21" hasCustomPrompt="1"/>
          </p:nvPr>
        </p:nvSpPr>
        <p:spPr>
          <a:xfrm>
            <a:off x="7437752" y="3390424"/>
            <a:ext cx="3890645" cy="379108"/>
          </a:xfrm>
        </p:spPr>
        <p:txBody>
          <a:bodyPr/>
          <a:lstStyle>
            <a:lvl1pPr>
              <a:buNone/>
              <a:defRPr sz="1600" b="1"/>
            </a:lvl1pPr>
          </a:lstStyle>
          <a:p>
            <a:pPr lvl="0"/>
            <a:r>
              <a:rPr lang="en-US" dirty="0"/>
              <a:t>Sub Title3</a:t>
            </a:r>
          </a:p>
        </p:txBody>
      </p:sp>
      <p:sp>
        <p:nvSpPr>
          <p:cNvPr id="18" name="Text Placeholder 10">
            <a:extLst>
              <a:ext uri="{FF2B5EF4-FFF2-40B4-BE49-F238E27FC236}">
                <a16:creationId xmlns:a16="http://schemas.microsoft.com/office/drawing/2014/main" id="{C33D78F1-0C01-0AB3-5147-EFA3BA74F552}"/>
              </a:ext>
            </a:extLst>
          </p:cNvPr>
          <p:cNvSpPr>
            <a:spLocks noGrp="1"/>
          </p:cNvSpPr>
          <p:nvPr>
            <p:ph type="body" sz="quarter" idx="22" hasCustomPrompt="1"/>
          </p:nvPr>
        </p:nvSpPr>
        <p:spPr>
          <a:xfrm>
            <a:off x="7449817" y="4762329"/>
            <a:ext cx="3890645" cy="379108"/>
          </a:xfrm>
        </p:spPr>
        <p:txBody>
          <a:bodyPr/>
          <a:lstStyle>
            <a:lvl1pPr>
              <a:buNone/>
              <a:defRPr sz="1600" b="1"/>
            </a:lvl1pPr>
          </a:lstStyle>
          <a:p>
            <a:pPr lvl="0"/>
            <a:r>
              <a:rPr lang="en-US" dirty="0"/>
              <a:t>Sub Title2</a:t>
            </a:r>
          </a:p>
        </p:txBody>
      </p:sp>
      <p:sp>
        <p:nvSpPr>
          <p:cNvPr id="19" name="Text Placeholder 12">
            <a:extLst>
              <a:ext uri="{FF2B5EF4-FFF2-40B4-BE49-F238E27FC236}">
                <a16:creationId xmlns:a16="http://schemas.microsoft.com/office/drawing/2014/main" id="{FB27B73B-F5B8-8845-36BD-818B23873BA5}"/>
              </a:ext>
            </a:extLst>
          </p:cNvPr>
          <p:cNvSpPr>
            <a:spLocks noGrp="1"/>
          </p:cNvSpPr>
          <p:nvPr>
            <p:ph type="body" sz="quarter" idx="23" hasCustomPrompt="1"/>
          </p:nvPr>
        </p:nvSpPr>
        <p:spPr>
          <a:xfrm>
            <a:off x="7449818" y="5224377"/>
            <a:ext cx="3890644" cy="656431"/>
          </a:xfrm>
        </p:spPr>
        <p:txBody>
          <a:bodyPr/>
          <a:lstStyle>
            <a:lvl1pPr>
              <a:defRPr sz="1400"/>
            </a:lvl1pPr>
          </a:lstStyle>
          <a:p>
            <a:pPr lvl="0"/>
            <a:r>
              <a:rPr lang="en-US" dirty="0"/>
              <a:t>Text</a:t>
            </a:r>
          </a:p>
        </p:txBody>
      </p:sp>
      <p:sp>
        <p:nvSpPr>
          <p:cNvPr id="20" name="Rounded Rectangle 19">
            <a:extLst>
              <a:ext uri="{FF2B5EF4-FFF2-40B4-BE49-F238E27FC236}">
                <a16:creationId xmlns:a16="http://schemas.microsoft.com/office/drawing/2014/main" id="{77A21D36-D8C2-3BB3-E3AA-B0868B53565C}"/>
              </a:ext>
            </a:extLst>
          </p:cNvPr>
          <p:cNvSpPr/>
          <p:nvPr userDrawn="1"/>
        </p:nvSpPr>
        <p:spPr>
          <a:xfrm>
            <a:off x="5902960" y="274319"/>
            <a:ext cx="5944870" cy="5974701"/>
          </a:xfrm>
          <a:prstGeom prst="roundRect">
            <a:avLst/>
          </a:prstGeom>
          <a:noFill/>
          <a:ln w="22225">
            <a:gradFill flip="none" rotWithShape="1">
              <a:gsLst>
                <a:gs pos="0">
                  <a:schemeClr val="tx1"/>
                </a:gs>
                <a:gs pos="29000">
                  <a:schemeClr val="accent1"/>
                </a:gs>
                <a:gs pos="66000">
                  <a:schemeClr val="accent3"/>
                </a:gs>
                <a:gs pos="99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Tree>
    <p:extLst>
      <p:ext uri="{BB962C8B-B14F-4D97-AF65-F5344CB8AC3E}">
        <p14:creationId xmlns:p14="http://schemas.microsoft.com/office/powerpoint/2010/main" val="68920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1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2F77A1D-8545-0482-23DF-0EC5D604420C}"/>
              </a:ext>
            </a:extLst>
          </p:cNvPr>
          <p:cNvSpPr>
            <a:spLocks noGrp="1"/>
          </p:cNvSpPr>
          <p:nvPr>
            <p:ph type="title" hasCustomPrompt="1"/>
          </p:nvPr>
        </p:nvSpPr>
        <p:spPr>
          <a:xfrm>
            <a:off x="323850" y="298146"/>
            <a:ext cx="11544300" cy="492443"/>
          </a:xfrm>
        </p:spPr>
        <p:txBody>
          <a:bodyPr/>
          <a:lstStyle/>
          <a:p>
            <a:r>
              <a:rPr lang="en-US" dirty="0"/>
              <a:t>Slide Title</a:t>
            </a:r>
          </a:p>
        </p:txBody>
      </p:sp>
      <p:grpSp>
        <p:nvGrpSpPr>
          <p:cNvPr id="6" name="Group 5">
            <a:extLst>
              <a:ext uri="{FF2B5EF4-FFF2-40B4-BE49-F238E27FC236}">
                <a16:creationId xmlns:a16="http://schemas.microsoft.com/office/drawing/2014/main" id="{C0F8BC43-0166-D8D2-06EA-FBDEFD8265FF}"/>
              </a:ext>
            </a:extLst>
          </p:cNvPr>
          <p:cNvGrpSpPr/>
          <p:nvPr userDrawn="1"/>
        </p:nvGrpSpPr>
        <p:grpSpPr>
          <a:xfrm>
            <a:off x="816874" y="337443"/>
            <a:ext cx="10970375" cy="3470230"/>
            <a:chOff x="427892" y="455981"/>
            <a:chExt cx="10970375" cy="3470230"/>
          </a:xfrm>
        </p:grpSpPr>
        <p:cxnSp>
          <p:nvCxnSpPr>
            <p:cNvPr id="7" name="Straight Connector 6">
              <a:extLst>
                <a:ext uri="{FF2B5EF4-FFF2-40B4-BE49-F238E27FC236}">
                  <a16:creationId xmlns:a16="http://schemas.microsoft.com/office/drawing/2014/main" id="{824B5C87-F129-B844-3276-FA194A1A70BB}"/>
                </a:ext>
              </a:extLst>
            </p:cNvPr>
            <p:cNvCxnSpPr>
              <a:cxnSpLocks/>
            </p:cNvCxnSpPr>
            <p:nvPr/>
          </p:nvCxnSpPr>
          <p:spPr>
            <a:xfrm flipV="1">
              <a:off x="427892" y="745588"/>
              <a:ext cx="10519507" cy="3180623"/>
            </a:xfrm>
            <a:prstGeom prst="line">
              <a:avLst/>
            </a:prstGeom>
            <a:noFill/>
            <a:ln w="19050">
              <a:gradFill>
                <a:gsLst>
                  <a:gs pos="74250">
                    <a:schemeClr val="accent3"/>
                  </a:gs>
                  <a:gs pos="49500">
                    <a:schemeClr val="accent1"/>
                  </a:gs>
                  <a:gs pos="0">
                    <a:schemeClr val="tx1"/>
                  </a:gs>
                  <a:gs pos="99000">
                    <a:schemeClr val="accent4"/>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cxnSp>
        <p:grpSp>
          <p:nvGrpSpPr>
            <p:cNvPr id="8" name="Group 7">
              <a:extLst>
                <a:ext uri="{FF2B5EF4-FFF2-40B4-BE49-F238E27FC236}">
                  <a16:creationId xmlns:a16="http://schemas.microsoft.com/office/drawing/2014/main" id="{1AA48A84-4AF2-F944-54D3-3F386E79FAAF}"/>
                </a:ext>
              </a:extLst>
            </p:cNvPr>
            <p:cNvGrpSpPr/>
            <p:nvPr/>
          </p:nvGrpSpPr>
          <p:grpSpPr>
            <a:xfrm rot="20481011">
              <a:off x="11082327" y="455981"/>
              <a:ext cx="315940" cy="359132"/>
              <a:chOff x="1566542" y="2614262"/>
              <a:chExt cx="188843" cy="214662"/>
            </a:xfrm>
            <a:solidFill>
              <a:schemeClr val="accent2"/>
            </a:solidFill>
          </p:grpSpPr>
          <p:sp>
            <p:nvSpPr>
              <p:cNvPr id="9" name="Arrow: Chevron 20">
                <a:extLst>
                  <a:ext uri="{FF2B5EF4-FFF2-40B4-BE49-F238E27FC236}">
                    <a16:creationId xmlns:a16="http://schemas.microsoft.com/office/drawing/2014/main" id="{6CD103F9-72E5-7CB7-4E4F-2A2AF53B81E7}"/>
                  </a:ext>
                </a:extLst>
              </p:cNvPr>
              <p:cNvSpPr/>
              <p:nvPr/>
            </p:nvSpPr>
            <p:spPr>
              <a:xfrm>
                <a:off x="1566542" y="2614262"/>
                <a:ext cx="131243" cy="214662"/>
              </a:xfrm>
              <a:prstGeom prst="chevron">
                <a:avLst>
                  <a:gd name="adj" fmla="val 83644"/>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a:ea typeface="+mn-ea"/>
                  <a:cs typeface="+mn-cs"/>
                </a:endParaRPr>
              </a:p>
            </p:txBody>
          </p:sp>
          <p:sp>
            <p:nvSpPr>
              <p:cNvPr id="10" name="Arrow: Chevron 21">
                <a:extLst>
                  <a:ext uri="{FF2B5EF4-FFF2-40B4-BE49-F238E27FC236}">
                    <a16:creationId xmlns:a16="http://schemas.microsoft.com/office/drawing/2014/main" id="{0FF747A6-5DD4-8143-8B4E-51F51FBD0E36}"/>
                  </a:ext>
                </a:extLst>
              </p:cNvPr>
              <p:cNvSpPr/>
              <p:nvPr/>
            </p:nvSpPr>
            <p:spPr>
              <a:xfrm>
                <a:off x="1624142" y="2614262"/>
                <a:ext cx="131243" cy="214662"/>
              </a:xfrm>
              <a:prstGeom prst="chevron">
                <a:avLst>
                  <a:gd name="adj" fmla="val 83644"/>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a:ea typeface="+mn-ea"/>
                  <a:cs typeface="+mn-cs"/>
                </a:endParaRPr>
              </a:p>
            </p:txBody>
          </p:sp>
        </p:grpSp>
      </p:grpSp>
      <p:sp>
        <p:nvSpPr>
          <p:cNvPr id="11" name="Rectangle 10">
            <a:extLst>
              <a:ext uri="{FF2B5EF4-FFF2-40B4-BE49-F238E27FC236}">
                <a16:creationId xmlns:a16="http://schemas.microsoft.com/office/drawing/2014/main" id="{F7BE7F3D-7E8E-FBF7-D1E2-762DAD4483C9}"/>
              </a:ext>
            </a:extLst>
          </p:cNvPr>
          <p:cNvSpPr/>
          <p:nvPr userDrawn="1"/>
        </p:nvSpPr>
        <p:spPr>
          <a:xfrm>
            <a:off x="4822020" y="2149072"/>
            <a:ext cx="914400" cy="684268"/>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sp>
        <p:nvSpPr>
          <p:cNvPr id="12" name="Rectangle 11">
            <a:extLst>
              <a:ext uri="{FF2B5EF4-FFF2-40B4-BE49-F238E27FC236}">
                <a16:creationId xmlns:a16="http://schemas.microsoft.com/office/drawing/2014/main" id="{13B3D249-ACBC-D152-4402-F6783A637D1D}"/>
              </a:ext>
            </a:extLst>
          </p:cNvPr>
          <p:cNvSpPr/>
          <p:nvPr userDrawn="1"/>
        </p:nvSpPr>
        <p:spPr>
          <a:xfrm>
            <a:off x="7138058" y="1212044"/>
            <a:ext cx="914400" cy="914400"/>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sp>
        <p:nvSpPr>
          <p:cNvPr id="13" name="Rectangle 12">
            <a:extLst>
              <a:ext uri="{FF2B5EF4-FFF2-40B4-BE49-F238E27FC236}">
                <a16:creationId xmlns:a16="http://schemas.microsoft.com/office/drawing/2014/main" id="{E3452B91-DA8F-8837-A81C-A9BFDFBF6A55}"/>
              </a:ext>
            </a:extLst>
          </p:cNvPr>
          <p:cNvSpPr/>
          <p:nvPr userDrawn="1"/>
        </p:nvSpPr>
        <p:spPr>
          <a:xfrm>
            <a:off x="9417277" y="556038"/>
            <a:ext cx="914400" cy="914400"/>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iscoSansTT"/>
              <a:ea typeface="+mn-ea"/>
              <a:cs typeface="+mn-cs"/>
            </a:endParaRPr>
          </a:p>
        </p:txBody>
      </p:sp>
      <p:sp>
        <p:nvSpPr>
          <p:cNvPr id="14" name="Rectangle 13">
            <a:extLst>
              <a:ext uri="{FF2B5EF4-FFF2-40B4-BE49-F238E27FC236}">
                <a16:creationId xmlns:a16="http://schemas.microsoft.com/office/drawing/2014/main" id="{A9450D0E-09F4-0A5A-6B68-41C1288DF8E6}"/>
              </a:ext>
            </a:extLst>
          </p:cNvPr>
          <p:cNvSpPr/>
          <p:nvPr userDrawn="1"/>
        </p:nvSpPr>
        <p:spPr>
          <a:xfrm>
            <a:off x="164297" y="3342810"/>
            <a:ext cx="914400" cy="914400"/>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cxnSp>
        <p:nvCxnSpPr>
          <p:cNvPr id="15" name="Straight Connector 14">
            <a:extLst>
              <a:ext uri="{FF2B5EF4-FFF2-40B4-BE49-F238E27FC236}">
                <a16:creationId xmlns:a16="http://schemas.microsoft.com/office/drawing/2014/main" id="{84219799-84C9-D3EF-722B-10236E8A9453}"/>
              </a:ext>
            </a:extLst>
          </p:cNvPr>
          <p:cNvCxnSpPr>
            <a:cxnSpLocks/>
          </p:cNvCxnSpPr>
          <p:nvPr userDrawn="1"/>
        </p:nvCxnSpPr>
        <p:spPr>
          <a:xfrm>
            <a:off x="690197" y="4385718"/>
            <a:ext cx="0" cy="1776472"/>
          </a:xfrm>
          <a:prstGeom prst="line">
            <a:avLst/>
          </a:prstGeom>
          <a:ln w="22225" cap="rnd">
            <a:solidFill>
              <a:schemeClr val="bg2"/>
            </a:solidFill>
            <a:prstDash val="sysDot"/>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A24BE0-0B31-5566-40A1-60F8671768FB}"/>
              </a:ext>
            </a:extLst>
          </p:cNvPr>
          <p:cNvCxnSpPr>
            <a:cxnSpLocks/>
          </p:cNvCxnSpPr>
          <p:nvPr userDrawn="1"/>
        </p:nvCxnSpPr>
        <p:spPr>
          <a:xfrm>
            <a:off x="2827887" y="3800011"/>
            <a:ext cx="0" cy="2362179"/>
          </a:xfrm>
          <a:prstGeom prst="line">
            <a:avLst/>
          </a:prstGeom>
          <a:ln w="22225" cap="rnd">
            <a:solidFill>
              <a:schemeClr val="bg2"/>
            </a:solidFill>
            <a:prstDash val="sysDot"/>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58435E0-A853-119E-1D3B-BFAFA6EC6626}"/>
              </a:ext>
            </a:extLst>
          </p:cNvPr>
          <p:cNvCxnSpPr>
            <a:cxnSpLocks/>
          </p:cNvCxnSpPr>
          <p:nvPr userDrawn="1"/>
        </p:nvCxnSpPr>
        <p:spPr>
          <a:xfrm>
            <a:off x="5244775" y="3144670"/>
            <a:ext cx="0" cy="3017520"/>
          </a:xfrm>
          <a:prstGeom prst="line">
            <a:avLst/>
          </a:prstGeom>
          <a:ln w="22225" cap="rnd">
            <a:solidFill>
              <a:schemeClr val="bg2"/>
            </a:solidFill>
            <a:prstDash val="sysDot"/>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8421AB2-D8DB-5022-C607-14A8AF2F2E9C}"/>
              </a:ext>
            </a:extLst>
          </p:cNvPr>
          <p:cNvCxnSpPr>
            <a:cxnSpLocks/>
          </p:cNvCxnSpPr>
          <p:nvPr userDrawn="1"/>
        </p:nvCxnSpPr>
        <p:spPr>
          <a:xfrm>
            <a:off x="7617526" y="2188120"/>
            <a:ext cx="0" cy="3974070"/>
          </a:xfrm>
          <a:prstGeom prst="line">
            <a:avLst/>
          </a:prstGeom>
          <a:ln w="22225" cap="rnd">
            <a:solidFill>
              <a:schemeClr val="bg2"/>
            </a:solidFill>
            <a:prstDash val="sysDot"/>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7A6797F-FD74-8B9C-C610-B5EB8AC63527}"/>
              </a:ext>
            </a:extLst>
          </p:cNvPr>
          <p:cNvCxnSpPr>
            <a:cxnSpLocks/>
          </p:cNvCxnSpPr>
          <p:nvPr userDrawn="1"/>
        </p:nvCxnSpPr>
        <p:spPr>
          <a:xfrm>
            <a:off x="9874477" y="1405901"/>
            <a:ext cx="0" cy="4788217"/>
          </a:xfrm>
          <a:prstGeom prst="line">
            <a:avLst/>
          </a:prstGeom>
          <a:ln w="22225" cap="rnd">
            <a:solidFill>
              <a:schemeClr val="bg2"/>
            </a:solidFill>
            <a:prstDash val="sysDot"/>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4E57A0C-3BE9-E17E-3FCE-9E0D8D939455}"/>
              </a:ext>
            </a:extLst>
          </p:cNvPr>
          <p:cNvSpPr/>
          <p:nvPr userDrawn="1"/>
        </p:nvSpPr>
        <p:spPr>
          <a:xfrm>
            <a:off x="2590847" y="2833340"/>
            <a:ext cx="914400" cy="662812"/>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sp>
        <p:nvSpPr>
          <p:cNvPr id="32" name="Picture Placeholder 31">
            <a:extLst>
              <a:ext uri="{FF2B5EF4-FFF2-40B4-BE49-F238E27FC236}">
                <a16:creationId xmlns:a16="http://schemas.microsoft.com/office/drawing/2014/main" id="{2773B932-C4F7-B3A6-95B8-4FE1DACF1D13}"/>
              </a:ext>
            </a:extLst>
          </p:cNvPr>
          <p:cNvSpPr>
            <a:spLocks noGrp="1"/>
          </p:cNvSpPr>
          <p:nvPr>
            <p:ph type="pic" sz="quarter" idx="10"/>
          </p:nvPr>
        </p:nvSpPr>
        <p:spPr>
          <a:xfrm>
            <a:off x="265721" y="3535757"/>
            <a:ext cx="589898" cy="528507"/>
          </a:xfrm>
        </p:spPr>
        <p:txBody>
          <a:bodyPr/>
          <a:lstStyle/>
          <a:p>
            <a:endParaRPr lang="en-US"/>
          </a:p>
        </p:txBody>
      </p:sp>
      <p:sp>
        <p:nvSpPr>
          <p:cNvPr id="33" name="Picture Placeholder 31">
            <a:extLst>
              <a:ext uri="{FF2B5EF4-FFF2-40B4-BE49-F238E27FC236}">
                <a16:creationId xmlns:a16="http://schemas.microsoft.com/office/drawing/2014/main" id="{986BA92B-C2D2-C4F8-0048-F745EA749A81}"/>
              </a:ext>
            </a:extLst>
          </p:cNvPr>
          <p:cNvSpPr>
            <a:spLocks noGrp="1"/>
          </p:cNvSpPr>
          <p:nvPr>
            <p:ph type="pic" sz="quarter" idx="11"/>
          </p:nvPr>
        </p:nvSpPr>
        <p:spPr>
          <a:xfrm>
            <a:off x="2735876" y="2900493"/>
            <a:ext cx="589898" cy="528507"/>
          </a:xfrm>
        </p:spPr>
        <p:txBody>
          <a:bodyPr/>
          <a:lstStyle/>
          <a:p>
            <a:endParaRPr lang="en-US"/>
          </a:p>
        </p:txBody>
      </p:sp>
      <p:sp>
        <p:nvSpPr>
          <p:cNvPr id="34" name="Picture Placeholder 31">
            <a:extLst>
              <a:ext uri="{FF2B5EF4-FFF2-40B4-BE49-F238E27FC236}">
                <a16:creationId xmlns:a16="http://schemas.microsoft.com/office/drawing/2014/main" id="{E7138AFF-6AFE-F887-F9CA-3CD8A4A1A300}"/>
              </a:ext>
            </a:extLst>
          </p:cNvPr>
          <p:cNvSpPr>
            <a:spLocks noGrp="1"/>
          </p:cNvSpPr>
          <p:nvPr>
            <p:ph type="pic" sz="quarter" idx="12"/>
          </p:nvPr>
        </p:nvSpPr>
        <p:spPr>
          <a:xfrm>
            <a:off x="4959602" y="2226312"/>
            <a:ext cx="589898" cy="528507"/>
          </a:xfrm>
        </p:spPr>
        <p:txBody>
          <a:bodyPr/>
          <a:lstStyle/>
          <a:p>
            <a:endParaRPr lang="en-US"/>
          </a:p>
        </p:txBody>
      </p:sp>
      <p:sp>
        <p:nvSpPr>
          <p:cNvPr id="35" name="Picture Placeholder 31">
            <a:extLst>
              <a:ext uri="{FF2B5EF4-FFF2-40B4-BE49-F238E27FC236}">
                <a16:creationId xmlns:a16="http://schemas.microsoft.com/office/drawing/2014/main" id="{558B8FBD-7F52-5999-3766-107B35D8E993}"/>
              </a:ext>
            </a:extLst>
          </p:cNvPr>
          <p:cNvSpPr>
            <a:spLocks noGrp="1"/>
          </p:cNvSpPr>
          <p:nvPr>
            <p:ph type="pic" sz="quarter" idx="13"/>
          </p:nvPr>
        </p:nvSpPr>
        <p:spPr>
          <a:xfrm>
            <a:off x="7300309" y="1416269"/>
            <a:ext cx="589898" cy="528507"/>
          </a:xfrm>
        </p:spPr>
        <p:txBody>
          <a:bodyPr/>
          <a:lstStyle/>
          <a:p>
            <a:endParaRPr lang="en-US"/>
          </a:p>
        </p:txBody>
      </p:sp>
      <p:sp>
        <p:nvSpPr>
          <p:cNvPr id="36" name="Picture Placeholder 31">
            <a:extLst>
              <a:ext uri="{FF2B5EF4-FFF2-40B4-BE49-F238E27FC236}">
                <a16:creationId xmlns:a16="http://schemas.microsoft.com/office/drawing/2014/main" id="{39EBE7EF-0C55-FB00-7C88-4927584A9008}"/>
              </a:ext>
            </a:extLst>
          </p:cNvPr>
          <p:cNvSpPr>
            <a:spLocks noGrp="1"/>
          </p:cNvSpPr>
          <p:nvPr>
            <p:ph type="pic" sz="quarter" idx="14"/>
          </p:nvPr>
        </p:nvSpPr>
        <p:spPr>
          <a:xfrm>
            <a:off x="9579528" y="751567"/>
            <a:ext cx="589898" cy="528507"/>
          </a:xfrm>
        </p:spPr>
        <p:txBody>
          <a:bodyPr/>
          <a:lstStyle/>
          <a:p>
            <a:endParaRPr lang="en-US"/>
          </a:p>
        </p:txBody>
      </p:sp>
      <p:sp>
        <p:nvSpPr>
          <p:cNvPr id="42" name="Text Placeholder 41">
            <a:extLst>
              <a:ext uri="{FF2B5EF4-FFF2-40B4-BE49-F238E27FC236}">
                <a16:creationId xmlns:a16="http://schemas.microsoft.com/office/drawing/2014/main" id="{5A8471F7-2A96-D75B-D286-39CB8BCADCA6}"/>
              </a:ext>
            </a:extLst>
          </p:cNvPr>
          <p:cNvSpPr>
            <a:spLocks noGrp="1"/>
          </p:cNvSpPr>
          <p:nvPr>
            <p:ph type="body" sz="quarter" idx="16" hasCustomPrompt="1"/>
          </p:nvPr>
        </p:nvSpPr>
        <p:spPr>
          <a:xfrm>
            <a:off x="744460" y="4450156"/>
            <a:ext cx="1846388" cy="1400267"/>
          </a:xfrm>
        </p:spPr>
        <p:txBody>
          <a:bodyPr/>
          <a:lstStyle>
            <a:lvl1pPr>
              <a:defRPr sz="1400"/>
            </a:lvl1pPr>
          </a:lstStyle>
          <a:p>
            <a:pPr lvl="0"/>
            <a:r>
              <a:rPr lang="en-US" dirty="0"/>
              <a:t>Text1</a:t>
            </a:r>
          </a:p>
        </p:txBody>
      </p:sp>
      <p:sp>
        <p:nvSpPr>
          <p:cNvPr id="43" name="Text Placeholder 41">
            <a:extLst>
              <a:ext uri="{FF2B5EF4-FFF2-40B4-BE49-F238E27FC236}">
                <a16:creationId xmlns:a16="http://schemas.microsoft.com/office/drawing/2014/main" id="{2323E31D-46C2-DD83-CFDC-ACD98743C10D}"/>
              </a:ext>
            </a:extLst>
          </p:cNvPr>
          <p:cNvSpPr>
            <a:spLocks noGrp="1"/>
          </p:cNvSpPr>
          <p:nvPr>
            <p:ph type="body" sz="quarter" idx="17" hasCustomPrompt="1"/>
          </p:nvPr>
        </p:nvSpPr>
        <p:spPr>
          <a:xfrm>
            <a:off x="2882149" y="3873687"/>
            <a:ext cx="1846388" cy="1400267"/>
          </a:xfrm>
        </p:spPr>
        <p:txBody>
          <a:bodyPr/>
          <a:lstStyle>
            <a:lvl1pPr>
              <a:defRPr sz="1400"/>
            </a:lvl1pPr>
          </a:lstStyle>
          <a:p>
            <a:pPr lvl="0"/>
            <a:r>
              <a:rPr lang="en-US" dirty="0"/>
              <a:t>Text2</a:t>
            </a:r>
          </a:p>
        </p:txBody>
      </p:sp>
      <p:sp>
        <p:nvSpPr>
          <p:cNvPr id="44" name="Text Placeholder 41">
            <a:extLst>
              <a:ext uri="{FF2B5EF4-FFF2-40B4-BE49-F238E27FC236}">
                <a16:creationId xmlns:a16="http://schemas.microsoft.com/office/drawing/2014/main" id="{0E228819-3E45-B972-092E-0D563B95A4A6}"/>
              </a:ext>
            </a:extLst>
          </p:cNvPr>
          <p:cNvSpPr>
            <a:spLocks noGrp="1"/>
          </p:cNvSpPr>
          <p:nvPr>
            <p:ph type="body" sz="quarter" idx="18" hasCustomPrompt="1"/>
          </p:nvPr>
        </p:nvSpPr>
        <p:spPr>
          <a:xfrm>
            <a:off x="5327266" y="3226616"/>
            <a:ext cx="1846388" cy="1400267"/>
          </a:xfrm>
        </p:spPr>
        <p:txBody>
          <a:bodyPr/>
          <a:lstStyle>
            <a:lvl1pPr>
              <a:defRPr sz="1400"/>
            </a:lvl1pPr>
          </a:lstStyle>
          <a:p>
            <a:pPr lvl="0"/>
            <a:r>
              <a:rPr lang="en-US" dirty="0"/>
              <a:t>Text3</a:t>
            </a:r>
          </a:p>
        </p:txBody>
      </p:sp>
      <p:sp>
        <p:nvSpPr>
          <p:cNvPr id="45" name="Text Placeholder 41">
            <a:extLst>
              <a:ext uri="{FF2B5EF4-FFF2-40B4-BE49-F238E27FC236}">
                <a16:creationId xmlns:a16="http://schemas.microsoft.com/office/drawing/2014/main" id="{288060C5-AFF7-D18B-FE42-4127254C8525}"/>
              </a:ext>
            </a:extLst>
          </p:cNvPr>
          <p:cNvSpPr>
            <a:spLocks noGrp="1"/>
          </p:cNvSpPr>
          <p:nvPr>
            <p:ph type="body" sz="quarter" idx="19" hasCustomPrompt="1"/>
          </p:nvPr>
        </p:nvSpPr>
        <p:spPr>
          <a:xfrm>
            <a:off x="7671325" y="2246443"/>
            <a:ext cx="1846388" cy="1400267"/>
          </a:xfrm>
        </p:spPr>
        <p:txBody>
          <a:bodyPr/>
          <a:lstStyle>
            <a:lvl1pPr>
              <a:defRPr sz="1400"/>
            </a:lvl1pPr>
          </a:lstStyle>
          <a:p>
            <a:pPr lvl="0"/>
            <a:r>
              <a:rPr lang="en-US" dirty="0"/>
              <a:t>Text4</a:t>
            </a:r>
          </a:p>
        </p:txBody>
      </p:sp>
      <p:sp>
        <p:nvSpPr>
          <p:cNvPr id="46" name="Text Placeholder 41">
            <a:extLst>
              <a:ext uri="{FF2B5EF4-FFF2-40B4-BE49-F238E27FC236}">
                <a16:creationId xmlns:a16="http://schemas.microsoft.com/office/drawing/2014/main" id="{42546907-4338-8727-92B8-B9FC00F21F0A}"/>
              </a:ext>
            </a:extLst>
          </p:cNvPr>
          <p:cNvSpPr>
            <a:spLocks noGrp="1"/>
          </p:cNvSpPr>
          <p:nvPr>
            <p:ph type="body" sz="quarter" idx="20" hasCustomPrompt="1"/>
          </p:nvPr>
        </p:nvSpPr>
        <p:spPr>
          <a:xfrm>
            <a:off x="9953735" y="1448938"/>
            <a:ext cx="1846388" cy="1400267"/>
          </a:xfrm>
        </p:spPr>
        <p:txBody>
          <a:bodyPr/>
          <a:lstStyle>
            <a:lvl1pPr>
              <a:defRPr sz="1400"/>
            </a:lvl1pPr>
          </a:lstStyle>
          <a:p>
            <a:pPr lvl="0"/>
            <a:r>
              <a:rPr lang="en-US" dirty="0"/>
              <a:t>Text5</a:t>
            </a:r>
          </a:p>
        </p:txBody>
      </p:sp>
    </p:spTree>
    <p:extLst>
      <p:ext uri="{BB962C8B-B14F-4D97-AF65-F5344CB8AC3E}">
        <p14:creationId xmlns:p14="http://schemas.microsoft.com/office/powerpoint/2010/main" val="2895669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8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E2436FC-C69D-0781-D7A0-F803F81A8E12}"/>
              </a:ext>
            </a:extLst>
          </p:cNvPr>
          <p:cNvSpPr>
            <a:spLocks noGrp="1"/>
          </p:cNvSpPr>
          <p:nvPr>
            <p:ph type="title" hasCustomPrompt="1"/>
          </p:nvPr>
        </p:nvSpPr>
        <p:spPr>
          <a:xfrm>
            <a:off x="344170" y="2092960"/>
            <a:ext cx="4197350" cy="2580640"/>
          </a:xfrm>
        </p:spPr>
        <p:txBody>
          <a:bodyPr/>
          <a:lstStyle>
            <a:lvl1pPr algn="ctr">
              <a:defRPr/>
            </a:lvl1pPr>
          </a:lstStyle>
          <a:p>
            <a:r>
              <a:rPr lang="en-US" dirty="0"/>
              <a:t>Slide Title</a:t>
            </a:r>
          </a:p>
        </p:txBody>
      </p:sp>
      <p:sp>
        <p:nvSpPr>
          <p:cNvPr id="8" name="Picture Placeholder 5">
            <a:extLst>
              <a:ext uri="{FF2B5EF4-FFF2-40B4-BE49-F238E27FC236}">
                <a16:creationId xmlns:a16="http://schemas.microsoft.com/office/drawing/2014/main" id="{4272F1F6-AC39-D52C-0826-9687A519B819}"/>
              </a:ext>
            </a:extLst>
          </p:cNvPr>
          <p:cNvSpPr>
            <a:spLocks noGrp="1"/>
          </p:cNvSpPr>
          <p:nvPr>
            <p:ph type="pic" sz="quarter" idx="12"/>
          </p:nvPr>
        </p:nvSpPr>
        <p:spPr>
          <a:xfrm>
            <a:off x="6513059" y="3841596"/>
            <a:ext cx="769892" cy="690577"/>
          </a:xfrm>
        </p:spPr>
        <p:txBody>
          <a:bodyPr/>
          <a:lstStyle/>
          <a:p>
            <a:endParaRPr lang="en-US"/>
          </a:p>
        </p:txBody>
      </p:sp>
      <p:sp>
        <p:nvSpPr>
          <p:cNvPr id="12" name="Text Placeholder 10">
            <a:extLst>
              <a:ext uri="{FF2B5EF4-FFF2-40B4-BE49-F238E27FC236}">
                <a16:creationId xmlns:a16="http://schemas.microsoft.com/office/drawing/2014/main" id="{3AEE1EED-1FF8-3465-7483-6F979616F3F8}"/>
              </a:ext>
            </a:extLst>
          </p:cNvPr>
          <p:cNvSpPr>
            <a:spLocks noGrp="1"/>
          </p:cNvSpPr>
          <p:nvPr>
            <p:ph type="body" sz="quarter" idx="16" hasCustomPrompt="1"/>
          </p:nvPr>
        </p:nvSpPr>
        <p:spPr>
          <a:xfrm>
            <a:off x="7416343" y="716478"/>
            <a:ext cx="3890645" cy="379108"/>
          </a:xfrm>
        </p:spPr>
        <p:txBody>
          <a:bodyPr/>
          <a:lstStyle>
            <a:lvl1pPr>
              <a:buNone/>
              <a:defRPr sz="1600" b="1"/>
            </a:lvl1pPr>
          </a:lstStyle>
          <a:p>
            <a:pPr lvl="0"/>
            <a:r>
              <a:rPr lang="en-US" dirty="0"/>
              <a:t>Sub Title1</a:t>
            </a:r>
          </a:p>
        </p:txBody>
      </p:sp>
      <p:sp>
        <p:nvSpPr>
          <p:cNvPr id="14" name="Text Placeholder 10">
            <a:extLst>
              <a:ext uri="{FF2B5EF4-FFF2-40B4-BE49-F238E27FC236}">
                <a16:creationId xmlns:a16="http://schemas.microsoft.com/office/drawing/2014/main" id="{D03656EA-CACF-CBF8-8A35-422C1B971BAA}"/>
              </a:ext>
            </a:extLst>
          </p:cNvPr>
          <p:cNvSpPr>
            <a:spLocks noGrp="1"/>
          </p:cNvSpPr>
          <p:nvPr>
            <p:ph type="body" sz="quarter" idx="18" hasCustomPrompt="1"/>
          </p:nvPr>
        </p:nvSpPr>
        <p:spPr>
          <a:xfrm>
            <a:off x="7437751" y="1810147"/>
            <a:ext cx="3890645" cy="379108"/>
          </a:xfrm>
        </p:spPr>
        <p:txBody>
          <a:bodyPr/>
          <a:lstStyle>
            <a:lvl1pPr>
              <a:buNone/>
              <a:defRPr sz="1600" b="1"/>
            </a:lvl1pPr>
          </a:lstStyle>
          <a:p>
            <a:pPr lvl="0"/>
            <a:r>
              <a:rPr lang="en-US" dirty="0"/>
              <a:t>Sub Title2</a:t>
            </a:r>
          </a:p>
        </p:txBody>
      </p:sp>
      <p:sp>
        <p:nvSpPr>
          <p:cNvPr id="17" name="Text Placeholder 10">
            <a:extLst>
              <a:ext uri="{FF2B5EF4-FFF2-40B4-BE49-F238E27FC236}">
                <a16:creationId xmlns:a16="http://schemas.microsoft.com/office/drawing/2014/main" id="{5BE70929-BEBD-2972-6F8B-9C26F13D1015}"/>
              </a:ext>
            </a:extLst>
          </p:cNvPr>
          <p:cNvSpPr>
            <a:spLocks noGrp="1"/>
          </p:cNvSpPr>
          <p:nvPr>
            <p:ph type="body" sz="quarter" idx="21" hasCustomPrompt="1"/>
          </p:nvPr>
        </p:nvSpPr>
        <p:spPr>
          <a:xfrm>
            <a:off x="7416342" y="2907130"/>
            <a:ext cx="3890645" cy="379108"/>
          </a:xfrm>
        </p:spPr>
        <p:txBody>
          <a:bodyPr/>
          <a:lstStyle>
            <a:lvl1pPr>
              <a:buNone/>
              <a:defRPr sz="1600" b="1"/>
            </a:lvl1pPr>
          </a:lstStyle>
          <a:p>
            <a:pPr lvl="0"/>
            <a:r>
              <a:rPr lang="en-US" dirty="0"/>
              <a:t>Sub Title3</a:t>
            </a:r>
          </a:p>
        </p:txBody>
      </p:sp>
      <p:sp>
        <p:nvSpPr>
          <p:cNvPr id="18" name="Text Placeholder 10">
            <a:extLst>
              <a:ext uri="{FF2B5EF4-FFF2-40B4-BE49-F238E27FC236}">
                <a16:creationId xmlns:a16="http://schemas.microsoft.com/office/drawing/2014/main" id="{7A6F9F8B-4E52-D568-AC54-CFC943BF6537}"/>
              </a:ext>
            </a:extLst>
          </p:cNvPr>
          <p:cNvSpPr>
            <a:spLocks noGrp="1"/>
          </p:cNvSpPr>
          <p:nvPr>
            <p:ph type="body" sz="quarter" idx="22" hasCustomPrompt="1"/>
          </p:nvPr>
        </p:nvSpPr>
        <p:spPr>
          <a:xfrm>
            <a:off x="7416342" y="3997330"/>
            <a:ext cx="3890645" cy="379108"/>
          </a:xfrm>
        </p:spPr>
        <p:txBody>
          <a:bodyPr/>
          <a:lstStyle>
            <a:lvl1pPr>
              <a:buNone/>
              <a:defRPr sz="1600" b="1"/>
            </a:lvl1pPr>
          </a:lstStyle>
          <a:p>
            <a:pPr lvl="0"/>
            <a:r>
              <a:rPr lang="en-US" dirty="0"/>
              <a:t>Sub Title4</a:t>
            </a:r>
          </a:p>
        </p:txBody>
      </p:sp>
      <p:sp>
        <p:nvSpPr>
          <p:cNvPr id="20" name="Rounded Rectangle 19">
            <a:extLst>
              <a:ext uri="{FF2B5EF4-FFF2-40B4-BE49-F238E27FC236}">
                <a16:creationId xmlns:a16="http://schemas.microsoft.com/office/drawing/2014/main" id="{5E69100A-701C-9404-AEF4-9BFA9CBD8B2E}"/>
              </a:ext>
            </a:extLst>
          </p:cNvPr>
          <p:cNvSpPr/>
          <p:nvPr userDrawn="1"/>
        </p:nvSpPr>
        <p:spPr>
          <a:xfrm>
            <a:off x="5902960" y="274319"/>
            <a:ext cx="5944870" cy="5974701"/>
          </a:xfrm>
          <a:prstGeom prst="roundRect">
            <a:avLst/>
          </a:prstGeom>
          <a:noFill/>
          <a:ln w="22225">
            <a:gradFill flip="none" rotWithShape="1">
              <a:gsLst>
                <a:gs pos="0">
                  <a:schemeClr val="tx1"/>
                </a:gs>
                <a:gs pos="29000">
                  <a:schemeClr val="accent1"/>
                </a:gs>
                <a:gs pos="66000">
                  <a:schemeClr val="accent3"/>
                </a:gs>
                <a:gs pos="99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21" name="Picture Placeholder 5">
            <a:extLst>
              <a:ext uri="{FF2B5EF4-FFF2-40B4-BE49-F238E27FC236}">
                <a16:creationId xmlns:a16="http://schemas.microsoft.com/office/drawing/2014/main" id="{11D2D565-DC53-B9AC-0C63-771D411841B5}"/>
              </a:ext>
            </a:extLst>
          </p:cNvPr>
          <p:cNvSpPr>
            <a:spLocks noGrp="1"/>
          </p:cNvSpPr>
          <p:nvPr>
            <p:ph type="pic" sz="quarter" idx="23"/>
          </p:nvPr>
        </p:nvSpPr>
        <p:spPr>
          <a:xfrm>
            <a:off x="6513059" y="1635250"/>
            <a:ext cx="769892" cy="690577"/>
          </a:xfrm>
        </p:spPr>
        <p:txBody>
          <a:bodyPr/>
          <a:lstStyle/>
          <a:p>
            <a:endParaRPr lang="en-US"/>
          </a:p>
        </p:txBody>
      </p:sp>
      <p:sp>
        <p:nvSpPr>
          <p:cNvPr id="22" name="Picture Placeholder 5">
            <a:extLst>
              <a:ext uri="{FF2B5EF4-FFF2-40B4-BE49-F238E27FC236}">
                <a16:creationId xmlns:a16="http://schemas.microsoft.com/office/drawing/2014/main" id="{0F807A77-562C-8E57-B0F3-94606FAC2C0D}"/>
              </a:ext>
            </a:extLst>
          </p:cNvPr>
          <p:cNvSpPr>
            <a:spLocks noGrp="1"/>
          </p:cNvSpPr>
          <p:nvPr>
            <p:ph type="pic" sz="quarter" idx="24"/>
          </p:nvPr>
        </p:nvSpPr>
        <p:spPr>
          <a:xfrm>
            <a:off x="6513059" y="2738423"/>
            <a:ext cx="769892" cy="690577"/>
          </a:xfrm>
        </p:spPr>
        <p:txBody>
          <a:bodyPr/>
          <a:lstStyle/>
          <a:p>
            <a:endParaRPr lang="en-US"/>
          </a:p>
        </p:txBody>
      </p:sp>
      <p:sp>
        <p:nvSpPr>
          <p:cNvPr id="23" name="Picture Placeholder 5">
            <a:extLst>
              <a:ext uri="{FF2B5EF4-FFF2-40B4-BE49-F238E27FC236}">
                <a16:creationId xmlns:a16="http://schemas.microsoft.com/office/drawing/2014/main" id="{68482A20-85ED-4369-74DD-D277EF1F42E8}"/>
              </a:ext>
            </a:extLst>
          </p:cNvPr>
          <p:cNvSpPr>
            <a:spLocks noGrp="1"/>
          </p:cNvSpPr>
          <p:nvPr>
            <p:ph type="pic" sz="quarter" idx="25"/>
          </p:nvPr>
        </p:nvSpPr>
        <p:spPr>
          <a:xfrm>
            <a:off x="6513059" y="530667"/>
            <a:ext cx="769892" cy="690577"/>
          </a:xfrm>
        </p:spPr>
        <p:txBody>
          <a:bodyPr/>
          <a:lstStyle/>
          <a:p>
            <a:endParaRPr lang="en-US"/>
          </a:p>
        </p:txBody>
      </p:sp>
      <p:sp>
        <p:nvSpPr>
          <p:cNvPr id="24" name="Picture Placeholder 5">
            <a:extLst>
              <a:ext uri="{FF2B5EF4-FFF2-40B4-BE49-F238E27FC236}">
                <a16:creationId xmlns:a16="http://schemas.microsoft.com/office/drawing/2014/main" id="{EAE7BEF2-9CC8-EF84-3507-B9C0A1E20A69}"/>
              </a:ext>
            </a:extLst>
          </p:cNvPr>
          <p:cNvSpPr>
            <a:spLocks noGrp="1"/>
          </p:cNvSpPr>
          <p:nvPr>
            <p:ph type="pic" sz="quarter" idx="26"/>
          </p:nvPr>
        </p:nvSpPr>
        <p:spPr>
          <a:xfrm>
            <a:off x="6513059" y="4944769"/>
            <a:ext cx="769892" cy="690577"/>
          </a:xfrm>
        </p:spPr>
        <p:txBody>
          <a:bodyPr/>
          <a:lstStyle/>
          <a:p>
            <a:endParaRPr lang="en-US"/>
          </a:p>
        </p:txBody>
      </p:sp>
      <p:sp>
        <p:nvSpPr>
          <p:cNvPr id="25" name="Text Placeholder 10">
            <a:extLst>
              <a:ext uri="{FF2B5EF4-FFF2-40B4-BE49-F238E27FC236}">
                <a16:creationId xmlns:a16="http://schemas.microsoft.com/office/drawing/2014/main" id="{BA57E17B-94C3-8616-31E6-2CABF9F9BA61}"/>
              </a:ext>
            </a:extLst>
          </p:cNvPr>
          <p:cNvSpPr>
            <a:spLocks noGrp="1"/>
          </p:cNvSpPr>
          <p:nvPr>
            <p:ph type="body" sz="quarter" idx="27" hasCustomPrompt="1"/>
          </p:nvPr>
        </p:nvSpPr>
        <p:spPr>
          <a:xfrm>
            <a:off x="7437751" y="5133488"/>
            <a:ext cx="3890645" cy="379108"/>
          </a:xfrm>
        </p:spPr>
        <p:txBody>
          <a:bodyPr/>
          <a:lstStyle>
            <a:lvl1pPr>
              <a:buNone/>
              <a:defRPr sz="1600" b="1"/>
            </a:lvl1pPr>
          </a:lstStyle>
          <a:p>
            <a:pPr lvl="0"/>
            <a:r>
              <a:rPr lang="en-US" dirty="0"/>
              <a:t>Sub Title5</a:t>
            </a:r>
          </a:p>
        </p:txBody>
      </p:sp>
    </p:spTree>
    <p:extLst>
      <p:ext uri="{BB962C8B-B14F-4D97-AF65-F5344CB8AC3E}">
        <p14:creationId xmlns:p14="http://schemas.microsoft.com/office/powerpoint/2010/main" val="2025142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5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4E8CC-4787-08F4-58CE-F2ED03639739}"/>
              </a:ext>
            </a:extLst>
          </p:cNvPr>
          <p:cNvSpPr>
            <a:spLocks noGrp="1"/>
          </p:cNvSpPr>
          <p:nvPr>
            <p:ph type="title" hasCustomPrompt="1"/>
          </p:nvPr>
        </p:nvSpPr>
        <p:spPr/>
        <p:txBody>
          <a:bodyPr/>
          <a:lstStyle/>
          <a:p>
            <a:r>
              <a:rPr lang="en-US" dirty="0"/>
              <a:t>Slide Title</a:t>
            </a:r>
          </a:p>
        </p:txBody>
      </p:sp>
      <p:sp>
        <p:nvSpPr>
          <p:cNvPr id="5" name="Oval 4">
            <a:extLst>
              <a:ext uri="{FF2B5EF4-FFF2-40B4-BE49-F238E27FC236}">
                <a16:creationId xmlns:a16="http://schemas.microsoft.com/office/drawing/2014/main" id="{7605CAD5-B10C-794C-90D0-7DF36E7CC4D7}"/>
              </a:ext>
            </a:extLst>
          </p:cNvPr>
          <p:cNvSpPr/>
          <p:nvPr userDrawn="1"/>
        </p:nvSpPr>
        <p:spPr>
          <a:xfrm>
            <a:off x="323850" y="2059577"/>
            <a:ext cx="2082709" cy="2103115"/>
          </a:xfrm>
          <a:prstGeom prst="ellipse">
            <a:avLst/>
          </a:prstGeom>
          <a:noFill/>
          <a:ln w="15875">
            <a:gradFill>
              <a:gsLst>
                <a:gs pos="0">
                  <a:schemeClr val="accent1"/>
                </a:gs>
                <a:gs pos="74000">
                  <a:schemeClr val="accent3"/>
                </a:gs>
                <a:gs pos="87000">
                  <a:schemeClr val="accent4"/>
                </a:gs>
                <a:gs pos="96000">
                  <a:schemeClr val="bg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0" name="Oval 9">
            <a:extLst>
              <a:ext uri="{FF2B5EF4-FFF2-40B4-BE49-F238E27FC236}">
                <a16:creationId xmlns:a16="http://schemas.microsoft.com/office/drawing/2014/main" id="{E6D0FF37-8570-6A65-FB78-90AEF7B51DCE}"/>
              </a:ext>
            </a:extLst>
          </p:cNvPr>
          <p:cNvSpPr/>
          <p:nvPr userDrawn="1"/>
        </p:nvSpPr>
        <p:spPr>
          <a:xfrm>
            <a:off x="2644683" y="2058890"/>
            <a:ext cx="2082709" cy="2103115"/>
          </a:xfrm>
          <a:prstGeom prst="ellipse">
            <a:avLst/>
          </a:prstGeom>
          <a:noFill/>
          <a:ln w="15875">
            <a:gradFill>
              <a:gsLst>
                <a:gs pos="0">
                  <a:schemeClr val="accent1"/>
                </a:gs>
                <a:gs pos="74000">
                  <a:schemeClr val="accent3"/>
                </a:gs>
                <a:gs pos="87000">
                  <a:schemeClr val="accent4"/>
                </a:gs>
                <a:gs pos="96000">
                  <a:schemeClr val="bg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1" name="Oval 10">
            <a:extLst>
              <a:ext uri="{FF2B5EF4-FFF2-40B4-BE49-F238E27FC236}">
                <a16:creationId xmlns:a16="http://schemas.microsoft.com/office/drawing/2014/main" id="{FF202A40-950B-0CED-23C4-6B130A7F55D4}"/>
              </a:ext>
            </a:extLst>
          </p:cNvPr>
          <p:cNvSpPr/>
          <p:nvPr userDrawn="1"/>
        </p:nvSpPr>
        <p:spPr>
          <a:xfrm>
            <a:off x="5053058" y="2066911"/>
            <a:ext cx="2082709" cy="2103115"/>
          </a:xfrm>
          <a:prstGeom prst="ellipse">
            <a:avLst/>
          </a:prstGeom>
          <a:noFill/>
          <a:ln w="15875">
            <a:gradFill>
              <a:gsLst>
                <a:gs pos="0">
                  <a:schemeClr val="accent1"/>
                </a:gs>
                <a:gs pos="74000">
                  <a:schemeClr val="accent3"/>
                </a:gs>
                <a:gs pos="87000">
                  <a:schemeClr val="accent4"/>
                </a:gs>
                <a:gs pos="96000">
                  <a:schemeClr val="bg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2" name="Oval 11">
            <a:extLst>
              <a:ext uri="{FF2B5EF4-FFF2-40B4-BE49-F238E27FC236}">
                <a16:creationId xmlns:a16="http://schemas.microsoft.com/office/drawing/2014/main" id="{C6741997-2FD2-CA3F-11E9-019BDF3828FC}"/>
              </a:ext>
            </a:extLst>
          </p:cNvPr>
          <p:cNvSpPr/>
          <p:nvPr userDrawn="1"/>
        </p:nvSpPr>
        <p:spPr>
          <a:xfrm>
            <a:off x="7461433" y="2022911"/>
            <a:ext cx="2082709" cy="2103115"/>
          </a:xfrm>
          <a:prstGeom prst="ellipse">
            <a:avLst/>
          </a:prstGeom>
          <a:noFill/>
          <a:ln w="15875">
            <a:gradFill>
              <a:gsLst>
                <a:gs pos="0">
                  <a:schemeClr val="accent1"/>
                </a:gs>
                <a:gs pos="74000">
                  <a:schemeClr val="accent3"/>
                </a:gs>
                <a:gs pos="87000">
                  <a:schemeClr val="accent4"/>
                </a:gs>
                <a:gs pos="96000">
                  <a:schemeClr val="bg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3" name="Oval 12">
            <a:extLst>
              <a:ext uri="{FF2B5EF4-FFF2-40B4-BE49-F238E27FC236}">
                <a16:creationId xmlns:a16="http://schemas.microsoft.com/office/drawing/2014/main" id="{8AF4323C-5426-6646-B70A-FE75A7122CE6}"/>
              </a:ext>
            </a:extLst>
          </p:cNvPr>
          <p:cNvSpPr/>
          <p:nvPr userDrawn="1"/>
        </p:nvSpPr>
        <p:spPr>
          <a:xfrm>
            <a:off x="9785441" y="2066911"/>
            <a:ext cx="2082709" cy="2103115"/>
          </a:xfrm>
          <a:prstGeom prst="ellipse">
            <a:avLst/>
          </a:prstGeom>
          <a:noFill/>
          <a:ln w="15875">
            <a:gradFill>
              <a:gsLst>
                <a:gs pos="0">
                  <a:schemeClr val="accent1"/>
                </a:gs>
                <a:gs pos="74000">
                  <a:schemeClr val="accent3"/>
                </a:gs>
                <a:gs pos="87000">
                  <a:schemeClr val="accent4"/>
                </a:gs>
                <a:gs pos="96000">
                  <a:schemeClr val="bg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5" name="Picture Placeholder 14">
            <a:extLst>
              <a:ext uri="{FF2B5EF4-FFF2-40B4-BE49-F238E27FC236}">
                <a16:creationId xmlns:a16="http://schemas.microsoft.com/office/drawing/2014/main" id="{122B836B-D5C5-0DA9-D973-067C09D4AA0C}"/>
              </a:ext>
            </a:extLst>
          </p:cNvPr>
          <p:cNvSpPr>
            <a:spLocks noGrp="1"/>
          </p:cNvSpPr>
          <p:nvPr>
            <p:ph type="pic" sz="quarter" idx="12"/>
          </p:nvPr>
        </p:nvSpPr>
        <p:spPr>
          <a:xfrm>
            <a:off x="1015863" y="2221230"/>
            <a:ext cx="698681" cy="626473"/>
          </a:xfrm>
        </p:spPr>
        <p:txBody>
          <a:bodyPr/>
          <a:lstStyle/>
          <a:p>
            <a:endParaRPr lang="en-US"/>
          </a:p>
        </p:txBody>
      </p:sp>
      <p:sp>
        <p:nvSpPr>
          <p:cNvPr id="16" name="Picture Placeholder 14">
            <a:extLst>
              <a:ext uri="{FF2B5EF4-FFF2-40B4-BE49-F238E27FC236}">
                <a16:creationId xmlns:a16="http://schemas.microsoft.com/office/drawing/2014/main" id="{3FF03311-79B1-0506-C77C-5580AD249D0D}"/>
              </a:ext>
            </a:extLst>
          </p:cNvPr>
          <p:cNvSpPr>
            <a:spLocks noGrp="1"/>
          </p:cNvSpPr>
          <p:nvPr>
            <p:ph type="pic" sz="quarter" idx="13"/>
          </p:nvPr>
        </p:nvSpPr>
        <p:spPr>
          <a:xfrm>
            <a:off x="3336696" y="2221229"/>
            <a:ext cx="698681" cy="626473"/>
          </a:xfrm>
        </p:spPr>
        <p:txBody>
          <a:bodyPr/>
          <a:lstStyle/>
          <a:p>
            <a:endParaRPr lang="en-US"/>
          </a:p>
        </p:txBody>
      </p:sp>
      <p:sp>
        <p:nvSpPr>
          <p:cNvPr id="17" name="Picture Placeholder 14">
            <a:extLst>
              <a:ext uri="{FF2B5EF4-FFF2-40B4-BE49-F238E27FC236}">
                <a16:creationId xmlns:a16="http://schemas.microsoft.com/office/drawing/2014/main" id="{AAE96205-2891-FC4B-6D71-D2FD147C433A}"/>
              </a:ext>
            </a:extLst>
          </p:cNvPr>
          <p:cNvSpPr>
            <a:spLocks noGrp="1"/>
          </p:cNvSpPr>
          <p:nvPr>
            <p:ph type="pic" sz="quarter" idx="14"/>
          </p:nvPr>
        </p:nvSpPr>
        <p:spPr>
          <a:xfrm>
            <a:off x="5774507" y="2221229"/>
            <a:ext cx="698681" cy="626473"/>
          </a:xfrm>
        </p:spPr>
        <p:txBody>
          <a:bodyPr/>
          <a:lstStyle/>
          <a:p>
            <a:endParaRPr lang="en-US"/>
          </a:p>
        </p:txBody>
      </p:sp>
      <p:sp>
        <p:nvSpPr>
          <p:cNvPr id="18" name="Picture Placeholder 14">
            <a:extLst>
              <a:ext uri="{FF2B5EF4-FFF2-40B4-BE49-F238E27FC236}">
                <a16:creationId xmlns:a16="http://schemas.microsoft.com/office/drawing/2014/main" id="{625C98E9-151C-2D81-7211-1FA1D07CE320}"/>
              </a:ext>
            </a:extLst>
          </p:cNvPr>
          <p:cNvSpPr>
            <a:spLocks noGrp="1"/>
          </p:cNvSpPr>
          <p:nvPr>
            <p:ph type="pic" sz="quarter" idx="15"/>
          </p:nvPr>
        </p:nvSpPr>
        <p:spPr>
          <a:xfrm>
            <a:off x="8153446" y="2221229"/>
            <a:ext cx="698681" cy="626473"/>
          </a:xfrm>
        </p:spPr>
        <p:txBody>
          <a:bodyPr/>
          <a:lstStyle/>
          <a:p>
            <a:endParaRPr lang="en-US"/>
          </a:p>
        </p:txBody>
      </p:sp>
      <p:sp>
        <p:nvSpPr>
          <p:cNvPr id="19" name="Picture Placeholder 14">
            <a:extLst>
              <a:ext uri="{FF2B5EF4-FFF2-40B4-BE49-F238E27FC236}">
                <a16:creationId xmlns:a16="http://schemas.microsoft.com/office/drawing/2014/main" id="{647F96B7-7072-2EE2-51C4-4613DF4EA25A}"/>
              </a:ext>
            </a:extLst>
          </p:cNvPr>
          <p:cNvSpPr>
            <a:spLocks noGrp="1"/>
          </p:cNvSpPr>
          <p:nvPr>
            <p:ph type="pic" sz="quarter" idx="16"/>
          </p:nvPr>
        </p:nvSpPr>
        <p:spPr>
          <a:xfrm>
            <a:off x="10539322" y="2221229"/>
            <a:ext cx="698681" cy="626473"/>
          </a:xfrm>
        </p:spPr>
        <p:txBody>
          <a:bodyPr/>
          <a:lstStyle/>
          <a:p>
            <a:endParaRPr lang="en-US"/>
          </a:p>
        </p:txBody>
      </p:sp>
      <p:sp>
        <p:nvSpPr>
          <p:cNvPr id="21" name="Text Placeholder 20">
            <a:extLst>
              <a:ext uri="{FF2B5EF4-FFF2-40B4-BE49-F238E27FC236}">
                <a16:creationId xmlns:a16="http://schemas.microsoft.com/office/drawing/2014/main" id="{09065D36-897B-62C9-E425-9082CE01C514}"/>
              </a:ext>
            </a:extLst>
          </p:cNvPr>
          <p:cNvSpPr>
            <a:spLocks noGrp="1"/>
          </p:cNvSpPr>
          <p:nvPr>
            <p:ph type="body" sz="quarter" idx="17" hasCustomPrompt="1"/>
          </p:nvPr>
        </p:nvSpPr>
        <p:spPr>
          <a:xfrm>
            <a:off x="575217" y="3009356"/>
            <a:ext cx="1579971" cy="682611"/>
          </a:xfrm>
        </p:spPr>
        <p:txBody>
          <a:bodyPr/>
          <a:lstStyle>
            <a:lvl1pPr algn="ctr">
              <a:buNone/>
              <a:defRPr sz="1600" b="1"/>
            </a:lvl1pPr>
          </a:lstStyle>
          <a:p>
            <a:pPr lvl="0"/>
            <a:r>
              <a:rPr lang="en-US" dirty="0"/>
              <a:t>Sub Title1</a:t>
            </a:r>
          </a:p>
        </p:txBody>
      </p:sp>
      <p:sp>
        <p:nvSpPr>
          <p:cNvPr id="22" name="Text Placeholder 20">
            <a:extLst>
              <a:ext uri="{FF2B5EF4-FFF2-40B4-BE49-F238E27FC236}">
                <a16:creationId xmlns:a16="http://schemas.microsoft.com/office/drawing/2014/main" id="{2260F92D-01CF-D8CC-EB89-CB5859DAF36E}"/>
              </a:ext>
            </a:extLst>
          </p:cNvPr>
          <p:cNvSpPr>
            <a:spLocks noGrp="1"/>
          </p:cNvSpPr>
          <p:nvPr>
            <p:ph type="body" sz="quarter" idx="18" hasCustomPrompt="1"/>
          </p:nvPr>
        </p:nvSpPr>
        <p:spPr>
          <a:xfrm>
            <a:off x="2896052" y="2965725"/>
            <a:ext cx="1579971" cy="682611"/>
          </a:xfrm>
        </p:spPr>
        <p:txBody>
          <a:bodyPr/>
          <a:lstStyle>
            <a:lvl1pPr algn="ctr">
              <a:buNone/>
              <a:defRPr sz="1600" b="1"/>
            </a:lvl1pPr>
          </a:lstStyle>
          <a:p>
            <a:pPr lvl="0"/>
            <a:r>
              <a:rPr lang="en-US" dirty="0"/>
              <a:t>Sub Title2</a:t>
            </a:r>
          </a:p>
        </p:txBody>
      </p:sp>
      <p:sp>
        <p:nvSpPr>
          <p:cNvPr id="23" name="Text Placeholder 20">
            <a:extLst>
              <a:ext uri="{FF2B5EF4-FFF2-40B4-BE49-F238E27FC236}">
                <a16:creationId xmlns:a16="http://schemas.microsoft.com/office/drawing/2014/main" id="{E1CE04B9-B567-90AB-8896-722003B9EE27}"/>
              </a:ext>
            </a:extLst>
          </p:cNvPr>
          <p:cNvSpPr>
            <a:spLocks noGrp="1"/>
          </p:cNvSpPr>
          <p:nvPr>
            <p:ph type="body" sz="quarter" idx="19" hasCustomPrompt="1"/>
          </p:nvPr>
        </p:nvSpPr>
        <p:spPr>
          <a:xfrm>
            <a:off x="5333861" y="2965725"/>
            <a:ext cx="1579971" cy="682611"/>
          </a:xfrm>
        </p:spPr>
        <p:txBody>
          <a:bodyPr/>
          <a:lstStyle>
            <a:lvl1pPr algn="ctr">
              <a:buNone/>
              <a:defRPr sz="1600" b="1"/>
            </a:lvl1pPr>
          </a:lstStyle>
          <a:p>
            <a:pPr lvl="0"/>
            <a:r>
              <a:rPr lang="en-US" dirty="0"/>
              <a:t>Sub Title3</a:t>
            </a:r>
          </a:p>
        </p:txBody>
      </p:sp>
      <p:sp>
        <p:nvSpPr>
          <p:cNvPr id="24" name="Text Placeholder 20">
            <a:extLst>
              <a:ext uri="{FF2B5EF4-FFF2-40B4-BE49-F238E27FC236}">
                <a16:creationId xmlns:a16="http://schemas.microsoft.com/office/drawing/2014/main" id="{5C60EE3B-9A72-273D-34D9-DA0E1A9DEA42}"/>
              </a:ext>
            </a:extLst>
          </p:cNvPr>
          <p:cNvSpPr>
            <a:spLocks noGrp="1"/>
          </p:cNvSpPr>
          <p:nvPr>
            <p:ph type="body" sz="quarter" idx="20" hasCustomPrompt="1"/>
          </p:nvPr>
        </p:nvSpPr>
        <p:spPr>
          <a:xfrm>
            <a:off x="7715977" y="2965725"/>
            <a:ext cx="1579971" cy="682611"/>
          </a:xfrm>
        </p:spPr>
        <p:txBody>
          <a:bodyPr/>
          <a:lstStyle>
            <a:lvl1pPr algn="ctr">
              <a:buNone/>
              <a:defRPr sz="1600" b="1"/>
            </a:lvl1pPr>
          </a:lstStyle>
          <a:p>
            <a:pPr lvl="0"/>
            <a:r>
              <a:rPr lang="en-US" dirty="0"/>
              <a:t>Sub Title4</a:t>
            </a:r>
          </a:p>
        </p:txBody>
      </p:sp>
      <p:sp>
        <p:nvSpPr>
          <p:cNvPr id="25" name="Text Placeholder 20">
            <a:extLst>
              <a:ext uri="{FF2B5EF4-FFF2-40B4-BE49-F238E27FC236}">
                <a16:creationId xmlns:a16="http://schemas.microsoft.com/office/drawing/2014/main" id="{D8C701BB-5268-177E-B26B-60D7C5EAF60A}"/>
              </a:ext>
            </a:extLst>
          </p:cNvPr>
          <p:cNvSpPr>
            <a:spLocks noGrp="1"/>
          </p:cNvSpPr>
          <p:nvPr>
            <p:ph type="body" sz="quarter" idx="21" hasCustomPrompt="1"/>
          </p:nvPr>
        </p:nvSpPr>
        <p:spPr>
          <a:xfrm>
            <a:off x="10098676" y="2966613"/>
            <a:ext cx="1579971" cy="682611"/>
          </a:xfrm>
        </p:spPr>
        <p:txBody>
          <a:bodyPr/>
          <a:lstStyle>
            <a:lvl1pPr algn="ctr">
              <a:buNone/>
              <a:defRPr sz="1600" b="1"/>
            </a:lvl1pPr>
          </a:lstStyle>
          <a:p>
            <a:pPr lvl="0"/>
            <a:r>
              <a:rPr lang="en-US" dirty="0"/>
              <a:t>Sub Title5</a:t>
            </a:r>
          </a:p>
        </p:txBody>
      </p:sp>
    </p:spTree>
    <p:extLst>
      <p:ext uri="{BB962C8B-B14F-4D97-AF65-F5344CB8AC3E}">
        <p14:creationId xmlns:p14="http://schemas.microsoft.com/office/powerpoint/2010/main" val="163936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4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7EC2C-A35A-6016-0F38-39E90872ED03}"/>
              </a:ext>
            </a:extLst>
          </p:cNvPr>
          <p:cNvSpPr>
            <a:spLocks noGrp="1"/>
          </p:cNvSpPr>
          <p:nvPr>
            <p:ph type="title" hasCustomPrompt="1"/>
          </p:nvPr>
        </p:nvSpPr>
        <p:spPr>
          <a:xfrm>
            <a:off x="323850" y="298146"/>
            <a:ext cx="11544300" cy="492443"/>
          </a:xfrm>
        </p:spPr>
        <p:txBody>
          <a:bodyPr/>
          <a:lstStyle/>
          <a:p>
            <a:r>
              <a:rPr lang="en-US" dirty="0"/>
              <a:t>Slide Title</a:t>
            </a:r>
          </a:p>
        </p:txBody>
      </p:sp>
      <p:grpSp>
        <p:nvGrpSpPr>
          <p:cNvPr id="3" name="Group 2">
            <a:extLst>
              <a:ext uri="{FF2B5EF4-FFF2-40B4-BE49-F238E27FC236}">
                <a16:creationId xmlns:a16="http://schemas.microsoft.com/office/drawing/2014/main" id="{98767685-FB69-4C57-F9A6-7719E78E6C39}"/>
              </a:ext>
            </a:extLst>
          </p:cNvPr>
          <p:cNvGrpSpPr/>
          <p:nvPr userDrawn="1"/>
        </p:nvGrpSpPr>
        <p:grpSpPr>
          <a:xfrm>
            <a:off x="816874" y="337443"/>
            <a:ext cx="10970375" cy="3470230"/>
            <a:chOff x="427892" y="455981"/>
            <a:chExt cx="10970375" cy="3470230"/>
          </a:xfrm>
        </p:grpSpPr>
        <p:cxnSp>
          <p:nvCxnSpPr>
            <p:cNvPr id="4" name="Straight Connector 3">
              <a:extLst>
                <a:ext uri="{FF2B5EF4-FFF2-40B4-BE49-F238E27FC236}">
                  <a16:creationId xmlns:a16="http://schemas.microsoft.com/office/drawing/2014/main" id="{23D9DF02-9EAA-4B83-EE3F-3CE83A3FCC53}"/>
                </a:ext>
              </a:extLst>
            </p:cNvPr>
            <p:cNvCxnSpPr>
              <a:cxnSpLocks/>
            </p:cNvCxnSpPr>
            <p:nvPr/>
          </p:nvCxnSpPr>
          <p:spPr>
            <a:xfrm flipV="1">
              <a:off x="427892" y="745588"/>
              <a:ext cx="10519507" cy="3180623"/>
            </a:xfrm>
            <a:prstGeom prst="line">
              <a:avLst/>
            </a:prstGeom>
            <a:noFill/>
            <a:ln w="19050">
              <a:gradFill>
                <a:gsLst>
                  <a:gs pos="74250">
                    <a:schemeClr val="accent3"/>
                  </a:gs>
                  <a:gs pos="49500">
                    <a:schemeClr val="accent1"/>
                  </a:gs>
                  <a:gs pos="0">
                    <a:schemeClr val="tx1"/>
                  </a:gs>
                  <a:gs pos="99000">
                    <a:schemeClr val="accent4"/>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cxnSp>
        <p:grpSp>
          <p:nvGrpSpPr>
            <p:cNvPr id="5" name="Group 4">
              <a:extLst>
                <a:ext uri="{FF2B5EF4-FFF2-40B4-BE49-F238E27FC236}">
                  <a16:creationId xmlns:a16="http://schemas.microsoft.com/office/drawing/2014/main" id="{72DD1122-F428-6F8D-60DD-993572EB9934}"/>
                </a:ext>
              </a:extLst>
            </p:cNvPr>
            <p:cNvGrpSpPr/>
            <p:nvPr/>
          </p:nvGrpSpPr>
          <p:grpSpPr>
            <a:xfrm rot="20481011">
              <a:off x="11082327" y="455981"/>
              <a:ext cx="315940" cy="359132"/>
              <a:chOff x="1566542" y="2614262"/>
              <a:chExt cx="188843" cy="214662"/>
            </a:xfrm>
            <a:solidFill>
              <a:schemeClr val="accent2"/>
            </a:solidFill>
          </p:grpSpPr>
          <p:sp>
            <p:nvSpPr>
              <p:cNvPr id="6" name="Arrow: Chevron 20">
                <a:extLst>
                  <a:ext uri="{FF2B5EF4-FFF2-40B4-BE49-F238E27FC236}">
                    <a16:creationId xmlns:a16="http://schemas.microsoft.com/office/drawing/2014/main" id="{31F543C9-F883-1EE3-234C-553A91AF6346}"/>
                  </a:ext>
                </a:extLst>
              </p:cNvPr>
              <p:cNvSpPr/>
              <p:nvPr/>
            </p:nvSpPr>
            <p:spPr>
              <a:xfrm>
                <a:off x="1566542" y="2614262"/>
                <a:ext cx="131243" cy="214662"/>
              </a:xfrm>
              <a:prstGeom prst="chevron">
                <a:avLst>
                  <a:gd name="adj" fmla="val 83644"/>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a:ea typeface="+mn-ea"/>
                  <a:cs typeface="+mn-cs"/>
                </a:endParaRPr>
              </a:p>
            </p:txBody>
          </p:sp>
          <p:sp>
            <p:nvSpPr>
              <p:cNvPr id="7" name="Arrow: Chevron 21">
                <a:extLst>
                  <a:ext uri="{FF2B5EF4-FFF2-40B4-BE49-F238E27FC236}">
                    <a16:creationId xmlns:a16="http://schemas.microsoft.com/office/drawing/2014/main" id="{1F4156B4-C5A8-5CD9-1459-5B56BA0D777C}"/>
                  </a:ext>
                </a:extLst>
              </p:cNvPr>
              <p:cNvSpPr/>
              <p:nvPr/>
            </p:nvSpPr>
            <p:spPr>
              <a:xfrm>
                <a:off x="1624142" y="2614262"/>
                <a:ext cx="131243" cy="214662"/>
              </a:xfrm>
              <a:prstGeom prst="chevron">
                <a:avLst>
                  <a:gd name="adj" fmla="val 83644"/>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a:ea typeface="+mn-ea"/>
                  <a:cs typeface="+mn-cs"/>
                </a:endParaRPr>
              </a:p>
            </p:txBody>
          </p:sp>
        </p:grpSp>
      </p:grpSp>
      <p:sp>
        <p:nvSpPr>
          <p:cNvPr id="8" name="Rectangle 7">
            <a:extLst>
              <a:ext uri="{FF2B5EF4-FFF2-40B4-BE49-F238E27FC236}">
                <a16:creationId xmlns:a16="http://schemas.microsoft.com/office/drawing/2014/main" id="{A6797C0E-4EAB-B456-3223-B25FB8670C86}"/>
              </a:ext>
            </a:extLst>
          </p:cNvPr>
          <p:cNvSpPr/>
          <p:nvPr userDrawn="1"/>
        </p:nvSpPr>
        <p:spPr>
          <a:xfrm>
            <a:off x="4822020" y="2149072"/>
            <a:ext cx="914400" cy="684268"/>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sp>
        <p:nvSpPr>
          <p:cNvPr id="9" name="Rectangle 8">
            <a:extLst>
              <a:ext uri="{FF2B5EF4-FFF2-40B4-BE49-F238E27FC236}">
                <a16:creationId xmlns:a16="http://schemas.microsoft.com/office/drawing/2014/main" id="{0BEDB15E-7B76-F85F-671F-779F88627EC2}"/>
              </a:ext>
            </a:extLst>
          </p:cNvPr>
          <p:cNvSpPr/>
          <p:nvPr userDrawn="1"/>
        </p:nvSpPr>
        <p:spPr>
          <a:xfrm>
            <a:off x="7138058" y="1212044"/>
            <a:ext cx="914400" cy="914400"/>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sp>
        <p:nvSpPr>
          <p:cNvPr id="10" name="Rectangle 9">
            <a:extLst>
              <a:ext uri="{FF2B5EF4-FFF2-40B4-BE49-F238E27FC236}">
                <a16:creationId xmlns:a16="http://schemas.microsoft.com/office/drawing/2014/main" id="{C72CB7CA-3FBF-BE69-A5B7-0C0DB7073353}"/>
              </a:ext>
            </a:extLst>
          </p:cNvPr>
          <p:cNvSpPr/>
          <p:nvPr userDrawn="1"/>
        </p:nvSpPr>
        <p:spPr>
          <a:xfrm>
            <a:off x="9417277" y="556038"/>
            <a:ext cx="914400" cy="914400"/>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iscoSansTT"/>
              <a:ea typeface="+mn-ea"/>
              <a:cs typeface="+mn-cs"/>
            </a:endParaRPr>
          </a:p>
        </p:txBody>
      </p:sp>
      <p:sp>
        <p:nvSpPr>
          <p:cNvPr id="11" name="Rectangle 10">
            <a:extLst>
              <a:ext uri="{FF2B5EF4-FFF2-40B4-BE49-F238E27FC236}">
                <a16:creationId xmlns:a16="http://schemas.microsoft.com/office/drawing/2014/main" id="{426446CF-63A3-2641-7445-94B973C8E656}"/>
              </a:ext>
            </a:extLst>
          </p:cNvPr>
          <p:cNvSpPr/>
          <p:nvPr userDrawn="1"/>
        </p:nvSpPr>
        <p:spPr>
          <a:xfrm>
            <a:off x="164297" y="3342810"/>
            <a:ext cx="914400" cy="914400"/>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cxnSp>
        <p:nvCxnSpPr>
          <p:cNvPr id="12" name="Straight Connector 11">
            <a:extLst>
              <a:ext uri="{FF2B5EF4-FFF2-40B4-BE49-F238E27FC236}">
                <a16:creationId xmlns:a16="http://schemas.microsoft.com/office/drawing/2014/main" id="{9D6EA57C-C53D-51D3-B848-34A1053CD72A}"/>
              </a:ext>
            </a:extLst>
          </p:cNvPr>
          <p:cNvCxnSpPr>
            <a:cxnSpLocks/>
          </p:cNvCxnSpPr>
          <p:nvPr userDrawn="1"/>
        </p:nvCxnSpPr>
        <p:spPr>
          <a:xfrm>
            <a:off x="690197" y="4385718"/>
            <a:ext cx="0" cy="1776472"/>
          </a:xfrm>
          <a:prstGeom prst="line">
            <a:avLst/>
          </a:prstGeom>
          <a:ln w="22225" cap="rnd">
            <a:solidFill>
              <a:schemeClr val="bg2"/>
            </a:solidFill>
            <a:prstDash val="sysDot"/>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DE24E2C-CAD2-ADEA-43AC-304BAB9D46E8}"/>
              </a:ext>
            </a:extLst>
          </p:cNvPr>
          <p:cNvCxnSpPr>
            <a:cxnSpLocks/>
          </p:cNvCxnSpPr>
          <p:nvPr userDrawn="1"/>
        </p:nvCxnSpPr>
        <p:spPr>
          <a:xfrm>
            <a:off x="2827887" y="3800011"/>
            <a:ext cx="0" cy="2362179"/>
          </a:xfrm>
          <a:prstGeom prst="line">
            <a:avLst/>
          </a:prstGeom>
          <a:ln w="22225" cap="rnd">
            <a:solidFill>
              <a:schemeClr val="bg2"/>
            </a:solidFill>
            <a:prstDash val="sysDot"/>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1FA933-6A51-379D-0F3B-E365B9ED284A}"/>
              </a:ext>
            </a:extLst>
          </p:cNvPr>
          <p:cNvCxnSpPr>
            <a:cxnSpLocks/>
          </p:cNvCxnSpPr>
          <p:nvPr userDrawn="1"/>
        </p:nvCxnSpPr>
        <p:spPr>
          <a:xfrm>
            <a:off x="5244775" y="3144670"/>
            <a:ext cx="0" cy="3017520"/>
          </a:xfrm>
          <a:prstGeom prst="line">
            <a:avLst/>
          </a:prstGeom>
          <a:ln w="22225" cap="rnd">
            <a:solidFill>
              <a:schemeClr val="bg2"/>
            </a:solidFill>
            <a:prstDash val="sysDot"/>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ED61F83-33FC-E4B1-E19E-2328D2541AA4}"/>
              </a:ext>
            </a:extLst>
          </p:cNvPr>
          <p:cNvCxnSpPr>
            <a:cxnSpLocks/>
          </p:cNvCxnSpPr>
          <p:nvPr userDrawn="1"/>
        </p:nvCxnSpPr>
        <p:spPr>
          <a:xfrm>
            <a:off x="7617526" y="2188120"/>
            <a:ext cx="0" cy="3974070"/>
          </a:xfrm>
          <a:prstGeom prst="line">
            <a:avLst/>
          </a:prstGeom>
          <a:ln w="22225" cap="rnd">
            <a:solidFill>
              <a:schemeClr val="bg2"/>
            </a:solidFill>
            <a:prstDash val="sysDot"/>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59A430D-BB57-4D0F-CF70-0C244C888B45}"/>
              </a:ext>
            </a:extLst>
          </p:cNvPr>
          <p:cNvCxnSpPr>
            <a:cxnSpLocks/>
          </p:cNvCxnSpPr>
          <p:nvPr userDrawn="1"/>
        </p:nvCxnSpPr>
        <p:spPr>
          <a:xfrm>
            <a:off x="9874477" y="1405901"/>
            <a:ext cx="0" cy="4788217"/>
          </a:xfrm>
          <a:prstGeom prst="line">
            <a:avLst/>
          </a:prstGeom>
          <a:ln w="22225" cap="rnd">
            <a:solidFill>
              <a:schemeClr val="bg2"/>
            </a:solidFill>
            <a:prstDash val="sysDot"/>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C943B732-5C76-CC46-FDA0-2F8C2839785F}"/>
              </a:ext>
            </a:extLst>
          </p:cNvPr>
          <p:cNvSpPr/>
          <p:nvPr userDrawn="1"/>
        </p:nvSpPr>
        <p:spPr>
          <a:xfrm>
            <a:off x="2590847" y="2833340"/>
            <a:ext cx="914400" cy="662812"/>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sp>
        <p:nvSpPr>
          <p:cNvPr id="18" name="Picture Placeholder 31">
            <a:extLst>
              <a:ext uri="{FF2B5EF4-FFF2-40B4-BE49-F238E27FC236}">
                <a16:creationId xmlns:a16="http://schemas.microsoft.com/office/drawing/2014/main" id="{DC503C99-6DC9-A08C-AFE5-45840D37555F}"/>
              </a:ext>
            </a:extLst>
          </p:cNvPr>
          <p:cNvSpPr>
            <a:spLocks noGrp="1"/>
          </p:cNvSpPr>
          <p:nvPr>
            <p:ph type="pic" sz="quarter" idx="10"/>
          </p:nvPr>
        </p:nvSpPr>
        <p:spPr>
          <a:xfrm>
            <a:off x="265721" y="3535757"/>
            <a:ext cx="589898" cy="528507"/>
          </a:xfrm>
        </p:spPr>
        <p:txBody>
          <a:bodyPr/>
          <a:lstStyle/>
          <a:p>
            <a:endParaRPr lang="en-US"/>
          </a:p>
        </p:txBody>
      </p:sp>
      <p:sp>
        <p:nvSpPr>
          <p:cNvPr id="19" name="Picture Placeholder 31">
            <a:extLst>
              <a:ext uri="{FF2B5EF4-FFF2-40B4-BE49-F238E27FC236}">
                <a16:creationId xmlns:a16="http://schemas.microsoft.com/office/drawing/2014/main" id="{121DE4AA-29FD-9987-2D1C-09F99F12C5C7}"/>
              </a:ext>
            </a:extLst>
          </p:cNvPr>
          <p:cNvSpPr>
            <a:spLocks noGrp="1"/>
          </p:cNvSpPr>
          <p:nvPr>
            <p:ph type="pic" sz="quarter" idx="11"/>
          </p:nvPr>
        </p:nvSpPr>
        <p:spPr>
          <a:xfrm>
            <a:off x="2735876" y="2900493"/>
            <a:ext cx="589898" cy="528507"/>
          </a:xfrm>
        </p:spPr>
        <p:txBody>
          <a:bodyPr/>
          <a:lstStyle/>
          <a:p>
            <a:endParaRPr lang="en-US"/>
          </a:p>
        </p:txBody>
      </p:sp>
      <p:sp>
        <p:nvSpPr>
          <p:cNvPr id="20" name="Picture Placeholder 31">
            <a:extLst>
              <a:ext uri="{FF2B5EF4-FFF2-40B4-BE49-F238E27FC236}">
                <a16:creationId xmlns:a16="http://schemas.microsoft.com/office/drawing/2014/main" id="{E688557C-EF02-D034-93F5-B9281E76C895}"/>
              </a:ext>
            </a:extLst>
          </p:cNvPr>
          <p:cNvSpPr>
            <a:spLocks noGrp="1"/>
          </p:cNvSpPr>
          <p:nvPr>
            <p:ph type="pic" sz="quarter" idx="12"/>
          </p:nvPr>
        </p:nvSpPr>
        <p:spPr>
          <a:xfrm>
            <a:off x="4959602" y="2226312"/>
            <a:ext cx="589898" cy="528507"/>
          </a:xfrm>
        </p:spPr>
        <p:txBody>
          <a:bodyPr/>
          <a:lstStyle/>
          <a:p>
            <a:endParaRPr lang="en-US"/>
          </a:p>
        </p:txBody>
      </p:sp>
      <p:sp>
        <p:nvSpPr>
          <p:cNvPr id="21" name="Picture Placeholder 31">
            <a:extLst>
              <a:ext uri="{FF2B5EF4-FFF2-40B4-BE49-F238E27FC236}">
                <a16:creationId xmlns:a16="http://schemas.microsoft.com/office/drawing/2014/main" id="{C293C97F-57B7-9CCA-F676-213BC68BF537}"/>
              </a:ext>
            </a:extLst>
          </p:cNvPr>
          <p:cNvSpPr>
            <a:spLocks noGrp="1"/>
          </p:cNvSpPr>
          <p:nvPr>
            <p:ph type="pic" sz="quarter" idx="13"/>
          </p:nvPr>
        </p:nvSpPr>
        <p:spPr>
          <a:xfrm>
            <a:off x="7300309" y="1416269"/>
            <a:ext cx="589898" cy="528507"/>
          </a:xfrm>
        </p:spPr>
        <p:txBody>
          <a:bodyPr/>
          <a:lstStyle/>
          <a:p>
            <a:endParaRPr lang="en-US"/>
          </a:p>
        </p:txBody>
      </p:sp>
      <p:sp>
        <p:nvSpPr>
          <p:cNvPr id="22" name="Picture Placeholder 31">
            <a:extLst>
              <a:ext uri="{FF2B5EF4-FFF2-40B4-BE49-F238E27FC236}">
                <a16:creationId xmlns:a16="http://schemas.microsoft.com/office/drawing/2014/main" id="{9C2C092A-FD97-64B7-1A09-17017EFEBEFF}"/>
              </a:ext>
            </a:extLst>
          </p:cNvPr>
          <p:cNvSpPr>
            <a:spLocks noGrp="1"/>
          </p:cNvSpPr>
          <p:nvPr>
            <p:ph type="pic" sz="quarter" idx="14"/>
          </p:nvPr>
        </p:nvSpPr>
        <p:spPr>
          <a:xfrm>
            <a:off x="9579528" y="751567"/>
            <a:ext cx="589898" cy="528507"/>
          </a:xfrm>
        </p:spPr>
        <p:txBody>
          <a:bodyPr/>
          <a:lstStyle/>
          <a:p>
            <a:endParaRPr lang="en-US"/>
          </a:p>
        </p:txBody>
      </p:sp>
      <p:sp>
        <p:nvSpPr>
          <p:cNvPr id="24" name="Text Placeholder 41">
            <a:extLst>
              <a:ext uri="{FF2B5EF4-FFF2-40B4-BE49-F238E27FC236}">
                <a16:creationId xmlns:a16="http://schemas.microsoft.com/office/drawing/2014/main" id="{B8C56CE0-F293-EF9B-1937-33F308D6CE92}"/>
              </a:ext>
            </a:extLst>
          </p:cNvPr>
          <p:cNvSpPr>
            <a:spLocks noGrp="1"/>
          </p:cNvSpPr>
          <p:nvPr>
            <p:ph type="body" sz="quarter" idx="16" hasCustomPrompt="1"/>
          </p:nvPr>
        </p:nvSpPr>
        <p:spPr>
          <a:xfrm>
            <a:off x="724916" y="4927600"/>
            <a:ext cx="1846388" cy="1432294"/>
          </a:xfrm>
        </p:spPr>
        <p:txBody>
          <a:bodyPr/>
          <a:lstStyle>
            <a:lvl1pPr>
              <a:defRPr sz="1400"/>
            </a:lvl1pPr>
          </a:lstStyle>
          <a:p>
            <a:pPr lvl="0"/>
            <a:r>
              <a:rPr lang="en-US" dirty="0"/>
              <a:t>Text1</a:t>
            </a:r>
          </a:p>
        </p:txBody>
      </p:sp>
      <p:sp>
        <p:nvSpPr>
          <p:cNvPr id="25" name="Text Placeholder 41">
            <a:extLst>
              <a:ext uri="{FF2B5EF4-FFF2-40B4-BE49-F238E27FC236}">
                <a16:creationId xmlns:a16="http://schemas.microsoft.com/office/drawing/2014/main" id="{16D009B9-6A1D-0950-19CD-E999B380AA39}"/>
              </a:ext>
            </a:extLst>
          </p:cNvPr>
          <p:cNvSpPr>
            <a:spLocks noGrp="1"/>
          </p:cNvSpPr>
          <p:nvPr>
            <p:ph type="body" sz="quarter" idx="17" hasCustomPrompt="1"/>
          </p:nvPr>
        </p:nvSpPr>
        <p:spPr>
          <a:xfrm>
            <a:off x="2872025" y="4458850"/>
            <a:ext cx="1846388" cy="1675513"/>
          </a:xfrm>
        </p:spPr>
        <p:txBody>
          <a:bodyPr/>
          <a:lstStyle>
            <a:lvl1pPr>
              <a:defRPr sz="1400"/>
            </a:lvl1pPr>
          </a:lstStyle>
          <a:p>
            <a:pPr lvl="0"/>
            <a:r>
              <a:rPr lang="en-US" dirty="0"/>
              <a:t>Text2</a:t>
            </a:r>
          </a:p>
        </p:txBody>
      </p:sp>
      <p:sp>
        <p:nvSpPr>
          <p:cNvPr id="26" name="Text Placeholder 41">
            <a:extLst>
              <a:ext uri="{FF2B5EF4-FFF2-40B4-BE49-F238E27FC236}">
                <a16:creationId xmlns:a16="http://schemas.microsoft.com/office/drawing/2014/main" id="{370EF446-3133-AB5A-ADD9-2EA11F5A5054}"/>
              </a:ext>
            </a:extLst>
          </p:cNvPr>
          <p:cNvSpPr>
            <a:spLocks noGrp="1"/>
          </p:cNvSpPr>
          <p:nvPr>
            <p:ph type="body" sz="quarter" idx="18" hasCustomPrompt="1"/>
          </p:nvPr>
        </p:nvSpPr>
        <p:spPr>
          <a:xfrm>
            <a:off x="5286228" y="3800011"/>
            <a:ext cx="1846388" cy="1466998"/>
          </a:xfrm>
        </p:spPr>
        <p:txBody>
          <a:bodyPr/>
          <a:lstStyle>
            <a:lvl1pPr>
              <a:defRPr sz="1400"/>
            </a:lvl1pPr>
          </a:lstStyle>
          <a:p>
            <a:pPr lvl="0"/>
            <a:r>
              <a:rPr lang="en-US" dirty="0"/>
              <a:t>Text3</a:t>
            </a:r>
          </a:p>
        </p:txBody>
      </p:sp>
      <p:sp>
        <p:nvSpPr>
          <p:cNvPr id="27" name="Text Placeholder 41">
            <a:extLst>
              <a:ext uri="{FF2B5EF4-FFF2-40B4-BE49-F238E27FC236}">
                <a16:creationId xmlns:a16="http://schemas.microsoft.com/office/drawing/2014/main" id="{AA3D0F95-0DBC-C615-5FD8-8FF164610483}"/>
              </a:ext>
            </a:extLst>
          </p:cNvPr>
          <p:cNvSpPr>
            <a:spLocks noGrp="1"/>
          </p:cNvSpPr>
          <p:nvPr>
            <p:ph type="body" sz="quarter" idx="19" hasCustomPrompt="1"/>
          </p:nvPr>
        </p:nvSpPr>
        <p:spPr>
          <a:xfrm>
            <a:off x="7625640" y="2900493"/>
            <a:ext cx="1846388" cy="1496679"/>
          </a:xfrm>
        </p:spPr>
        <p:txBody>
          <a:bodyPr/>
          <a:lstStyle>
            <a:lvl1pPr>
              <a:defRPr sz="1400"/>
            </a:lvl1pPr>
          </a:lstStyle>
          <a:p>
            <a:pPr lvl="0"/>
            <a:r>
              <a:rPr lang="en-US" dirty="0"/>
              <a:t>Text4</a:t>
            </a:r>
          </a:p>
        </p:txBody>
      </p:sp>
      <p:sp>
        <p:nvSpPr>
          <p:cNvPr id="28" name="Text Placeholder 41">
            <a:extLst>
              <a:ext uri="{FF2B5EF4-FFF2-40B4-BE49-F238E27FC236}">
                <a16:creationId xmlns:a16="http://schemas.microsoft.com/office/drawing/2014/main" id="{928D160C-FFA2-167C-88E8-0222E547E9F5}"/>
              </a:ext>
            </a:extLst>
          </p:cNvPr>
          <p:cNvSpPr>
            <a:spLocks noGrp="1"/>
          </p:cNvSpPr>
          <p:nvPr>
            <p:ph type="body" sz="quarter" idx="20" hasCustomPrompt="1"/>
          </p:nvPr>
        </p:nvSpPr>
        <p:spPr>
          <a:xfrm>
            <a:off x="9915929" y="2225384"/>
            <a:ext cx="1846388" cy="1837099"/>
          </a:xfrm>
        </p:spPr>
        <p:txBody>
          <a:bodyPr/>
          <a:lstStyle>
            <a:lvl1pPr>
              <a:defRPr sz="1400"/>
            </a:lvl1pPr>
          </a:lstStyle>
          <a:p>
            <a:pPr lvl="0"/>
            <a:r>
              <a:rPr lang="en-US" dirty="0"/>
              <a:t>Text5</a:t>
            </a:r>
          </a:p>
        </p:txBody>
      </p:sp>
      <p:sp>
        <p:nvSpPr>
          <p:cNvPr id="30" name="Text Placeholder 29">
            <a:extLst>
              <a:ext uri="{FF2B5EF4-FFF2-40B4-BE49-F238E27FC236}">
                <a16:creationId xmlns:a16="http://schemas.microsoft.com/office/drawing/2014/main" id="{1A255861-DE2B-2146-0C65-B1BCD51B7A9A}"/>
              </a:ext>
            </a:extLst>
          </p:cNvPr>
          <p:cNvSpPr>
            <a:spLocks noGrp="1"/>
          </p:cNvSpPr>
          <p:nvPr>
            <p:ph type="body" sz="quarter" idx="21" hasCustomPrompt="1"/>
          </p:nvPr>
        </p:nvSpPr>
        <p:spPr>
          <a:xfrm>
            <a:off x="724916" y="4136578"/>
            <a:ext cx="1846388" cy="546976"/>
          </a:xfrm>
        </p:spPr>
        <p:txBody>
          <a:bodyPr/>
          <a:lstStyle>
            <a:lvl1pPr>
              <a:buNone/>
              <a:defRPr sz="1400" b="1"/>
            </a:lvl1pPr>
          </a:lstStyle>
          <a:p>
            <a:pPr lvl="0"/>
            <a:r>
              <a:rPr lang="en-US" dirty="0"/>
              <a:t>Sub Title1</a:t>
            </a:r>
          </a:p>
        </p:txBody>
      </p:sp>
      <p:sp>
        <p:nvSpPr>
          <p:cNvPr id="31" name="Text Placeholder 29">
            <a:extLst>
              <a:ext uri="{FF2B5EF4-FFF2-40B4-BE49-F238E27FC236}">
                <a16:creationId xmlns:a16="http://schemas.microsoft.com/office/drawing/2014/main" id="{CA1D7273-479C-B28C-873B-0AD5C968337F}"/>
              </a:ext>
            </a:extLst>
          </p:cNvPr>
          <p:cNvSpPr>
            <a:spLocks noGrp="1"/>
          </p:cNvSpPr>
          <p:nvPr>
            <p:ph type="body" sz="quarter" idx="22" hasCustomPrompt="1"/>
          </p:nvPr>
        </p:nvSpPr>
        <p:spPr>
          <a:xfrm>
            <a:off x="2872025" y="3563306"/>
            <a:ext cx="1846388" cy="611850"/>
          </a:xfrm>
        </p:spPr>
        <p:txBody>
          <a:bodyPr/>
          <a:lstStyle>
            <a:lvl1pPr>
              <a:buNone/>
              <a:defRPr sz="1400" b="1"/>
            </a:lvl1pPr>
          </a:lstStyle>
          <a:p>
            <a:pPr lvl="0"/>
            <a:r>
              <a:rPr lang="en-US" dirty="0"/>
              <a:t>Sub Title2</a:t>
            </a:r>
          </a:p>
        </p:txBody>
      </p:sp>
      <p:sp>
        <p:nvSpPr>
          <p:cNvPr id="32" name="Text Placeholder 29">
            <a:extLst>
              <a:ext uri="{FF2B5EF4-FFF2-40B4-BE49-F238E27FC236}">
                <a16:creationId xmlns:a16="http://schemas.microsoft.com/office/drawing/2014/main" id="{C581BD64-761E-E57C-B833-2C845FE0493B}"/>
              </a:ext>
            </a:extLst>
          </p:cNvPr>
          <p:cNvSpPr>
            <a:spLocks noGrp="1"/>
          </p:cNvSpPr>
          <p:nvPr>
            <p:ph type="body" sz="quarter" idx="23" hasCustomPrompt="1"/>
          </p:nvPr>
        </p:nvSpPr>
        <p:spPr>
          <a:xfrm>
            <a:off x="5286228" y="2910581"/>
            <a:ext cx="1846388" cy="612938"/>
          </a:xfrm>
        </p:spPr>
        <p:txBody>
          <a:bodyPr/>
          <a:lstStyle>
            <a:lvl1pPr>
              <a:buNone/>
              <a:defRPr sz="1400" b="1"/>
            </a:lvl1pPr>
          </a:lstStyle>
          <a:p>
            <a:pPr lvl="0"/>
            <a:r>
              <a:rPr lang="en-US" dirty="0"/>
              <a:t>Sub Title3</a:t>
            </a:r>
          </a:p>
        </p:txBody>
      </p:sp>
      <p:sp>
        <p:nvSpPr>
          <p:cNvPr id="41" name="Text Placeholder 29">
            <a:extLst>
              <a:ext uri="{FF2B5EF4-FFF2-40B4-BE49-F238E27FC236}">
                <a16:creationId xmlns:a16="http://schemas.microsoft.com/office/drawing/2014/main" id="{EBF4D8A8-562C-945D-F57A-CCD1785EC956}"/>
              </a:ext>
            </a:extLst>
          </p:cNvPr>
          <p:cNvSpPr>
            <a:spLocks noGrp="1"/>
          </p:cNvSpPr>
          <p:nvPr>
            <p:ph type="body" sz="quarter" idx="24" hasCustomPrompt="1"/>
          </p:nvPr>
        </p:nvSpPr>
        <p:spPr>
          <a:xfrm>
            <a:off x="7643605" y="2015789"/>
            <a:ext cx="1846388" cy="573896"/>
          </a:xfrm>
        </p:spPr>
        <p:txBody>
          <a:bodyPr/>
          <a:lstStyle>
            <a:lvl1pPr>
              <a:buNone/>
              <a:defRPr sz="1400" b="1"/>
            </a:lvl1pPr>
          </a:lstStyle>
          <a:p>
            <a:pPr lvl="0"/>
            <a:r>
              <a:rPr lang="en-US" dirty="0"/>
              <a:t>Sub Title4</a:t>
            </a:r>
          </a:p>
        </p:txBody>
      </p:sp>
      <p:sp>
        <p:nvSpPr>
          <p:cNvPr id="42" name="Text Placeholder 29">
            <a:extLst>
              <a:ext uri="{FF2B5EF4-FFF2-40B4-BE49-F238E27FC236}">
                <a16:creationId xmlns:a16="http://schemas.microsoft.com/office/drawing/2014/main" id="{6CE75C69-103E-E867-9916-5D6DFF9C7647}"/>
              </a:ext>
            </a:extLst>
          </p:cNvPr>
          <p:cNvSpPr>
            <a:spLocks noGrp="1"/>
          </p:cNvSpPr>
          <p:nvPr>
            <p:ph type="body" sz="quarter" idx="25" hasCustomPrompt="1"/>
          </p:nvPr>
        </p:nvSpPr>
        <p:spPr>
          <a:xfrm>
            <a:off x="9910835" y="1351086"/>
            <a:ext cx="1846388" cy="545395"/>
          </a:xfrm>
        </p:spPr>
        <p:txBody>
          <a:bodyPr/>
          <a:lstStyle>
            <a:lvl1pPr>
              <a:buNone/>
              <a:defRPr sz="1400" b="1"/>
            </a:lvl1pPr>
          </a:lstStyle>
          <a:p>
            <a:pPr lvl="0"/>
            <a:r>
              <a:rPr lang="en-US" dirty="0"/>
              <a:t>Sub Title5</a:t>
            </a:r>
          </a:p>
        </p:txBody>
      </p:sp>
    </p:spTree>
    <p:extLst>
      <p:ext uri="{BB962C8B-B14F-4D97-AF65-F5344CB8AC3E}">
        <p14:creationId xmlns:p14="http://schemas.microsoft.com/office/powerpoint/2010/main" val="3220633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148A30F-85D9-7A12-C25B-4ADDDC6115D7}"/>
              </a:ext>
            </a:extLst>
          </p:cNvPr>
          <p:cNvSpPr>
            <a:spLocks noGrp="1"/>
          </p:cNvSpPr>
          <p:nvPr>
            <p:ph type="title" hasCustomPrompt="1"/>
          </p:nvPr>
        </p:nvSpPr>
        <p:spPr>
          <a:xfrm>
            <a:off x="323850" y="298146"/>
            <a:ext cx="11544300" cy="492443"/>
          </a:xfrm>
          <a:noFill/>
        </p:spPr>
        <p:txBody>
          <a:bodyPr/>
          <a:lstStyle>
            <a:lvl1pPr algn="ctr">
              <a:defRPr/>
            </a:lvl1pPr>
          </a:lstStyle>
          <a:p>
            <a:r>
              <a:rPr lang="en-US" dirty="0"/>
              <a:t>Slide Title</a:t>
            </a:r>
          </a:p>
        </p:txBody>
      </p:sp>
      <p:sp>
        <p:nvSpPr>
          <p:cNvPr id="8" name="Rectangle 7">
            <a:extLst>
              <a:ext uri="{FF2B5EF4-FFF2-40B4-BE49-F238E27FC236}">
                <a16:creationId xmlns:a16="http://schemas.microsoft.com/office/drawing/2014/main" id="{5F343D6B-D95C-78EF-5A64-01D224D261B4}"/>
              </a:ext>
            </a:extLst>
          </p:cNvPr>
          <p:cNvSpPr/>
          <p:nvPr userDrawn="1"/>
        </p:nvSpPr>
        <p:spPr>
          <a:xfrm>
            <a:off x="323850" y="983849"/>
            <a:ext cx="11544300" cy="914400"/>
          </a:xfrm>
          <a:prstGeom prst="rect">
            <a:avLst/>
          </a:prstGeom>
          <a:noFill/>
          <a:ln w="15875">
            <a:gradFill flip="none" rotWithShape="1">
              <a:gsLst>
                <a:gs pos="0">
                  <a:schemeClr val="tx1"/>
                </a:gs>
                <a:gs pos="74000">
                  <a:schemeClr val="accent1"/>
                </a:gs>
                <a:gs pos="83000">
                  <a:schemeClr val="accent3"/>
                </a:gs>
                <a:gs pos="99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9" name="Rounded Rectangle 8">
            <a:extLst>
              <a:ext uri="{FF2B5EF4-FFF2-40B4-BE49-F238E27FC236}">
                <a16:creationId xmlns:a16="http://schemas.microsoft.com/office/drawing/2014/main" id="{E2C2C721-D7CD-DAC9-A448-8F4AD25F26A4}"/>
              </a:ext>
            </a:extLst>
          </p:cNvPr>
          <p:cNvSpPr/>
          <p:nvPr userDrawn="1"/>
        </p:nvSpPr>
        <p:spPr>
          <a:xfrm>
            <a:off x="545739" y="2034263"/>
            <a:ext cx="1077630" cy="1030144"/>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0" name="Rounded Rectangle 9">
            <a:extLst>
              <a:ext uri="{FF2B5EF4-FFF2-40B4-BE49-F238E27FC236}">
                <a16:creationId xmlns:a16="http://schemas.microsoft.com/office/drawing/2014/main" id="{D5EB37D2-F87F-4DDF-86D0-FA30C62764E2}"/>
              </a:ext>
            </a:extLst>
          </p:cNvPr>
          <p:cNvSpPr/>
          <p:nvPr userDrawn="1"/>
        </p:nvSpPr>
        <p:spPr>
          <a:xfrm>
            <a:off x="3019063" y="2022686"/>
            <a:ext cx="1077630" cy="1038212"/>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1" name="Rounded Rectangle 10">
            <a:extLst>
              <a:ext uri="{FF2B5EF4-FFF2-40B4-BE49-F238E27FC236}">
                <a16:creationId xmlns:a16="http://schemas.microsoft.com/office/drawing/2014/main" id="{75853E78-FA0D-08F9-FD10-EB916EB040C8}"/>
              </a:ext>
            </a:extLst>
          </p:cNvPr>
          <p:cNvSpPr/>
          <p:nvPr userDrawn="1"/>
        </p:nvSpPr>
        <p:spPr>
          <a:xfrm>
            <a:off x="5492387" y="2026718"/>
            <a:ext cx="1077630" cy="1030147"/>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2" name="Rounded Rectangle 11">
            <a:extLst>
              <a:ext uri="{FF2B5EF4-FFF2-40B4-BE49-F238E27FC236}">
                <a16:creationId xmlns:a16="http://schemas.microsoft.com/office/drawing/2014/main" id="{1FDF76BF-8599-4E06-D3D1-511BCB73E56C}"/>
              </a:ext>
            </a:extLst>
          </p:cNvPr>
          <p:cNvSpPr/>
          <p:nvPr userDrawn="1"/>
        </p:nvSpPr>
        <p:spPr>
          <a:xfrm>
            <a:off x="7958138" y="2022685"/>
            <a:ext cx="1077630" cy="1030146"/>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3" name="Rounded Rectangle 12">
            <a:extLst>
              <a:ext uri="{FF2B5EF4-FFF2-40B4-BE49-F238E27FC236}">
                <a16:creationId xmlns:a16="http://schemas.microsoft.com/office/drawing/2014/main" id="{66476026-8E93-B544-9A96-4404F64A2ACE}"/>
              </a:ext>
            </a:extLst>
          </p:cNvPr>
          <p:cNvSpPr/>
          <p:nvPr userDrawn="1"/>
        </p:nvSpPr>
        <p:spPr>
          <a:xfrm>
            <a:off x="10423889" y="2022684"/>
            <a:ext cx="1077631" cy="1030147"/>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cxnSp>
        <p:nvCxnSpPr>
          <p:cNvPr id="14" name="Straight Arrow Connector 13">
            <a:extLst>
              <a:ext uri="{FF2B5EF4-FFF2-40B4-BE49-F238E27FC236}">
                <a16:creationId xmlns:a16="http://schemas.microsoft.com/office/drawing/2014/main" id="{899E63A9-CBED-C055-F4FB-53511C76B16B}"/>
              </a:ext>
            </a:extLst>
          </p:cNvPr>
          <p:cNvCxnSpPr>
            <a:cxnSpLocks/>
            <a:stCxn id="9" idx="2"/>
          </p:cNvCxnSpPr>
          <p:nvPr userDrawn="1"/>
        </p:nvCxnSpPr>
        <p:spPr>
          <a:xfrm>
            <a:off x="1084554" y="3064407"/>
            <a:ext cx="0" cy="1577041"/>
          </a:xfrm>
          <a:prstGeom prst="straightConnector1">
            <a:avLst/>
          </a:prstGeom>
          <a:ln>
            <a:gradFill flip="none" rotWithShape="1">
              <a:gsLst>
                <a:gs pos="0">
                  <a:schemeClr val="tx1"/>
                </a:gs>
                <a:gs pos="35000">
                  <a:schemeClr val="accent1"/>
                </a:gs>
                <a:gs pos="64000">
                  <a:schemeClr val="accent3"/>
                </a:gs>
                <a:gs pos="99000">
                  <a:schemeClr val="accent4"/>
                </a:gs>
              </a:gsLst>
              <a:path path="circle">
                <a:fillToRect l="100000" t="100000"/>
              </a:path>
              <a:tileRect r="-100000" b="-100000"/>
            </a:gradFill>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318BACAB-C8A7-E3E7-DD71-0B041C61F396}"/>
              </a:ext>
            </a:extLst>
          </p:cNvPr>
          <p:cNvCxnSpPr>
            <a:cxnSpLocks/>
            <a:stCxn id="10" idx="2"/>
          </p:cNvCxnSpPr>
          <p:nvPr userDrawn="1"/>
        </p:nvCxnSpPr>
        <p:spPr>
          <a:xfrm>
            <a:off x="3557878" y="3060898"/>
            <a:ext cx="0" cy="947410"/>
          </a:xfrm>
          <a:prstGeom prst="straightConnector1">
            <a:avLst/>
          </a:prstGeom>
          <a:ln>
            <a:gradFill flip="none" rotWithShape="1">
              <a:gsLst>
                <a:gs pos="0">
                  <a:schemeClr val="tx1"/>
                </a:gs>
                <a:gs pos="35000">
                  <a:schemeClr val="accent1"/>
                </a:gs>
                <a:gs pos="71000">
                  <a:schemeClr val="accent3"/>
                </a:gs>
                <a:gs pos="100000">
                  <a:schemeClr val="accent4"/>
                </a:gs>
              </a:gsLst>
              <a:path path="circle">
                <a:fillToRect l="100000" t="100000"/>
              </a:path>
              <a:tileRect r="-100000" b="-100000"/>
            </a:gra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F42AD3A7-24F8-5833-F3B7-D4673A3B9732}"/>
              </a:ext>
            </a:extLst>
          </p:cNvPr>
          <p:cNvCxnSpPr>
            <a:cxnSpLocks/>
            <a:stCxn id="11" idx="2"/>
          </p:cNvCxnSpPr>
          <p:nvPr userDrawn="1"/>
        </p:nvCxnSpPr>
        <p:spPr>
          <a:xfrm>
            <a:off x="6031202" y="3056865"/>
            <a:ext cx="0" cy="1584583"/>
          </a:xfrm>
          <a:prstGeom prst="straightConnector1">
            <a:avLst/>
          </a:prstGeom>
          <a:ln>
            <a:gradFill flip="none" rotWithShape="1">
              <a:gsLst>
                <a:gs pos="0">
                  <a:schemeClr val="tx1"/>
                </a:gs>
                <a:gs pos="35000">
                  <a:schemeClr val="accent1"/>
                </a:gs>
                <a:gs pos="71000">
                  <a:schemeClr val="accent3"/>
                </a:gs>
                <a:gs pos="100000">
                  <a:schemeClr val="accent4"/>
                </a:gs>
              </a:gsLst>
              <a:path path="circle">
                <a:fillToRect l="100000" t="100000"/>
              </a:path>
              <a:tileRect r="-100000" b="-100000"/>
            </a:gra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CEBEECE7-62AB-06E1-191F-B4A0591E586C}"/>
              </a:ext>
            </a:extLst>
          </p:cNvPr>
          <p:cNvCxnSpPr>
            <a:cxnSpLocks/>
            <a:stCxn id="12" idx="2"/>
          </p:cNvCxnSpPr>
          <p:nvPr userDrawn="1"/>
        </p:nvCxnSpPr>
        <p:spPr>
          <a:xfrm>
            <a:off x="8496953" y="3052831"/>
            <a:ext cx="7573" cy="955477"/>
          </a:xfrm>
          <a:prstGeom prst="straightConnector1">
            <a:avLst/>
          </a:prstGeom>
          <a:ln>
            <a:gradFill flip="none" rotWithShape="1">
              <a:gsLst>
                <a:gs pos="0">
                  <a:schemeClr val="tx1"/>
                </a:gs>
                <a:gs pos="42000">
                  <a:schemeClr val="accent1"/>
                </a:gs>
                <a:gs pos="71000">
                  <a:schemeClr val="accent3"/>
                </a:gs>
                <a:gs pos="100000">
                  <a:schemeClr val="accent4"/>
                </a:gs>
              </a:gsLst>
              <a:path path="circle">
                <a:fillToRect l="100000" t="100000"/>
              </a:path>
              <a:tileRect r="-100000" b="-100000"/>
            </a:gradFill>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287D690B-C5BC-02C7-6131-479B6DF57E1F}"/>
              </a:ext>
            </a:extLst>
          </p:cNvPr>
          <p:cNvCxnSpPr>
            <a:cxnSpLocks/>
            <a:stCxn id="13" idx="2"/>
          </p:cNvCxnSpPr>
          <p:nvPr userDrawn="1"/>
        </p:nvCxnSpPr>
        <p:spPr>
          <a:xfrm>
            <a:off x="10962705" y="3052831"/>
            <a:ext cx="7572" cy="1464197"/>
          </a:xfrm>
          <a:prstGeom prst="straightConnector1">
            <a:avLst/>
          </a:prstGeom>
          <a:ln>
            <a:gradFill flip="none" rotWithShape="1">
              <a:gsLst>
                <a:gs pos="0">
                  <a:schemeClr val="tx1"/>
                </a:gs>
                <a:gs pos="40000">
                  <a:schemeClr val="accent1"/>
                </a:gs>
                <a:gs pos="73000">
                  <a:schemeClr val="accent3"/>
                </a:gs>
                <a:gs pos="100000">
                  <a:schemeClr val="accent4"/>
                </a:gs>
              </a:gsLst>
              <a:path path="circle">
                <a:fillToRect l="100000" t="100000"/>
              </a:path>
              <a:tileRect r="-100000" b="-100000"/>
            </a:gradFill>
            <a:tailEnd type="triangle"/>
          </a:ln>
        </p:spPr>
        <p:style>
          <a:lnRef idx="1">
            <a:schemeClr val="dk1"/>
          </a:lnRef>
          <a:fillRef idx="0">
            <a:schemeClr val="dk1"/>
          </a:fillRef>
          <a:effectRef idx="0">
            <a:schemeClr val="dk1"/>
          </a:effectRef>
          <a:fontRef idx="minor">
            <a:schemeClr val="tx1"/>
          </a:fontRef>
        </p:style>
      </p:cxnSp>
      <p:sp>
        <p:nvSpPr>
          <p:cNvPr id="19" name="Text Placeholder 27">
            <a:extLst>
              <a:ext uri="{FF2B5EF4-FFF2-40B4-BE49-F238E27FC236}">
                <a16:creationId xmlns:a16="http://schemas.microsoft.com/office/drawing/2014/main" id="{5E9AA582-0590-6495-4DC8-10D09EC15758}"/>
              </a:ext>
            </a:extLst>
          </p:cNvPr>
          <p:cNvSpPr>
            <a:spLocks noGrp="1"/>
          </p:cNvSpPr>
          <p:nvPr>
            <p:ph type="body" sz="quarter" idx="12" hasCustomPrompt="1"/>
          </p:nvPr>
        </p:nvSpPr>
        <p:spPr>
          <a:xfrm>
            <a:off x="405114" y="1076445"/>
            <a:ext cx="1516283" cy="744287"/>
          </a:xfrm>
          <a:noFill/>
        </p:spPr>
        <p:txBody>
          <a:bodyPr/>
          <a:lstStyle>
            <a:lvl1pPr algn="ctr">
              <a:buNone/>
              <a:defRPr sz="1600" b="1"/>
            </a:lvl1pPr>
          </a:lstStyle>
          <a:p>
            <a:pPr lvl="0"/>
            <a:r>
              <a:rPr lang="en-US" dirty="0"/>
              <a:t>Sub Title 1</a:t>
            </a:r>
          </a:p>
        </p:txBody>
      </p:sp>
      <p:sp>
        <p:nvSpPr>
          <p:cNvPr id="20" name="Text Placeholder 27">
            <a:extLst>
              <a:ext uri="{FF2B5EF4-FFF2-40B4-BE49-F238E27FC236}">
                <a16:creationId xmlns:a16="http://schemas.microsoft.com/office/drawing/2014/main" id="{0E80BB65-DC9F-7930-91EE-262928271268}"/>
              </a:ext>
            </a:extLst>
          </p:cNvPr>
          <p:cNvSpPr>
            <a:spLocks noGrp="1"/>
          </p:cNvSpPr>
          <p:nvPr>
            <p:ph type="body" sz="quarter" idx="13" hasCustomPrompt="1"/>
          </p:nvPr>
        </p:nvSpPr>
        <p:spPr>
          <a:xfrm>
            <a:off x="2799736" y="1068905"/>
            <a:ext cx="1516283" cy="744287"/>
          </a:xfrm>
          <a:noFill/>
        </p:spPr>
        <p:txBody>
          <a:bodyPr/>
          <a:lstStyle>
            <a:lvl1pPr algn="ctr">
              <a:buNone/>
              <a:defRPr sz="1600" b="1"/>
            </a:lvl1pPr>
          </a:lstStyle>
          <a:p>
            <a:pPr lvl="0"/>
            <a:r>
              <a:rPr lang="en-US" dirty="0"/>
              <a:t>Sub Title 2</a:t>
            </a:r>
          </a:p>
        </p:txBody>
      </p:sp>
      <p:sp>
        <p:nvSpPr>
          <p:cNvPr id="21" name="Text Placeholder 27">
            <a:extLst>
              <a:ext uri="{FF2B5EF4-FFF2-40B4-BE49-F238E27FC236}">
                <a16:creationId xmlns:a16="http://schemas.microsoft.com/office/drawing/2014/main" id="{D9459554-C5EF-194E-2A05-FA5BF677840B}"/>
              </a:ext>
            </a:extLst>
          </p:cNvPr>
          <p:cNvSpPr>
            <a:spLocks noGrp="1"/>
          </p:cNvSpPr>
          <p:nvPr>
            <p:ph type="body" sz="quarter" idx="14" hasCustomPrompt="1"/>
          </p:nvPr>
        </p:nvSpPr>
        <p:spPr>
          <a:xfrm>
            <a:off x="5194358" y="1068904"/>
            <a:ext cx="1516283" cy="744287"/>
          </a:xfrm>
          <a:noFill/>
        </p:spPr>
        <p:txBody>
          <a:bodyPr/>
          <a:lstStyle>
            <a:lvl1pPr algn="ctr">
              <a:buNone/>
              <a:defRPr sz="1600" b="1"/>
            </a:lvl1pPr>
          </a:lstStyle>
          <a:p>
            <a:pPr lvl="0"/>
            <a:r>
              <a:rPr lang="en-US" dirty="0"/>
              <a:t>Sub Title 3</a:t>
            </a:r>
          </a:p>
        </p:txBody>
      </p:sp>
      <p:sp>
        <p:nvSpPr>
          <p:cNvPr id="22" name="Text Placeholder 27">
            <a:extLst>
              <a:ext uri="{FF2B5EF4-FFF2-40B4-BE49-F238E27FC236}">
                <a16:creationId xmlns:a16="http://schemas.microsoft.com/office/drawing/2014/main" id="{A7B734CB-F387-320A-DA87-3D308B9C9218}"/>
              </a:ext>
            </a:extLst>
          </p:cNvPr>
          <p:cNvSpPr>
            <a:spLocks noGrp="1"/>
          </p:cNvSpPr>
          <p:nvPr>
            <p:ph type="body" sz="quarter" idx="15" hasCustomPrompt="1"/>
          </p:nvPr>
        </p:nvSpPr>
        <p:spPr>
          <a:xfrm>
            <a:off x="7746384" y="1067208"/>
            <a:ext cx="1516283" cy="744287"/>
          </a:xfrm>
          <a:noFill/>
        </p:spPr>
        <p:txBody>
          <a:bodyPr/>
          <a:lstStyle>
            <a:lvl1pPr algn="ctr">
              <a:buNone/>
              <a:defRPr sz="1600" b="1"/>
            </a:lvl1pPr>
          </a:lstStyle>
          <a:p>
            <a:pPr lvl="0"/>
            <a:r>
              <a:rPr lang="en-US" dirty="0"/>
              <a:t>Sub Title 4</a:t>
            </a:r>
          </a:p>
        </p:txBody>
      </p:sp>
      <p:sp>
        <p:nvSpPr>
          <p:cNvPr id="23" name="Text Placeholder 27">
            <a:extLst>
              <a:ext uri="{FF2B5EF4-FFF2-40B4-BE49-F238E27FC236}">
                <a16:creationId xmlns:a16="http://schemas.microsoft.com/office/drawing/2014/main" id="{B5441931-C9A7-7B3B-C145-B14810D7D86B}"/>
              </a:ext>
            </a:extLst>
          </p:cNvPr>
          <p:cNvSpPr>
            <a:spLocks noGrp="1"/>
          </p:cNvSpPr>
          <p:nvPr>
            <p:ph type="body" sz="quarter" idx="16" hasCustomPrompt="1"/>
          </p:nvPr>
        </p:nvSpPr>
        <p:spPr>
          <a:xfrm>
            <a:off x="10204562" y="1076445"/>
            <a:ext cx="1516283" cy="744287"/>
          </a:xfrm>
          <a:noFill/>
        </p:spPr>
        <p:txBody>
          <a:bodyPr/>
          <a:lstStyle>
            <a:lvl1pPr algn="ctr">
              <a:buNone/>
              <a:defRPr sz="1600" b="1"/>
            </a:lvl1pPr>
          </a:lstStyle>
          <a:p>
            <a:pPr lvl="0"/>
            <a:r>
              <a:rPr lang="en-US" dirty="0"/>
              <a:t>Sub Title 5</a:t>
            </a:r>
          </a:p>
        </p:txBody>
      </p:sp>
      <p:sp>
        <p:nvSpPr>
          <p:cNvPr id="24" name="Picture Placeholder 33">
            <a:extLst>
              <a:ext uri="{FF2B5EF4-FFF2-40B4-BE49-F238E27FC236}">
                <a16:creationId xmlns:a16="http://schemas.microsoft.com/office/drawing/2014/main" id="{7B99C5FD-BF08-244E-CDE6-2E741120EE6E}"/>
              </a:ext>
            </a:extLst>
          </p:cNvPr>
          <p:cNvSpPr>
            <a:spLocks noGrp="1"/>
          </p:cNvSpPr>
          <p:nvPr>
            <p:ph type="pic" sz="quarter" idx="17"/>
          </p:nvPr>
        </p:nvSpPr>
        <p:spPr>
          <a:xfrm>
            <a:off x="634927" y="2082839"/>
            <a:ext cx="914400" cy="914400"/>
          </a:xfrm>
          <a:noFill/>
        </p:spPr>
        <p:txBody>
          <a:bodyPr/>
          <a:lstStyle/>
          <a:p>
            <a:endParaRPr lang="en-US"/>
          </a:p>
        </p:txBody>
      </p:sp>
      <p:sp>
        <p:nvSpPr>
          <p:cNvPr id="25" name="Picture Placeholder 33">
            <a:extLst>
              <a:ext uri="{FF2B5EF4-FFF2-40B4-BE49-F238E27FC236}">
                <a16:creationId xmlns:a16="http://schemas.microsoft.com/office/drawing/2014/main" id="{2DBA3723-ACC1-6202-8156-8E95760965E7}"/>
              </a:ext>
            </a:extLst>
          </p:cNvPr>
          <p:cNvSpPr>
            <a:spLocks noGrp="1"/>
          </p:cNvSpPr>
          <p:nvPr>
            <p:ph type="pic" sz="quarter" idx="18"/>
          </p:nvPr>
        </p:nvSpPr>
        <p:spPr>
          <a:xfrm>
            <a:off x="3096891" y="2098215"/>
            <a:ext cx="914400" cy="914400"/>
          </a:xfrm>
          <a:noFill/>
        </p:spPr>
        <p:txBody>
          <a:bodyPr/>
          <a:lstStyle/>
          <a:p>
            <a:endParaRPr lang="en-US"/>
          </a:p>
        </p:txBody>
      </p:sp>
      <p:sp>
        <p:nvSpPr>
          <p:cNvPr id="26" name="Picture Placeholder 33">
            <a:extLst>
              <a:ext uri="{FF2B5EF4-FFF2-40B4-BE49-F238E27FC236}">
                <a16:creationId xmlns:a16="http://schemas.microsoft.com/office/drawing/2014/main" id="{42CC0879-ABFA-1915-AFBE-32422F9F4463}"/>
              </a:ext>
            </a:extLst>
          </p:cNvPr>
          <p:cNvSpPr>
            <a:spLocks noGrp="1"/>
          </p:cNvSpPr>
          <p:nvPr>
            <p:ph type="pic" sz="quarter" idx="19"/>
          </p:nvPr>
        </p:nvSpPr>
        <p:spPr>
          <a:xfrm>
            <a:off x="5570215" y="2082839"/>
            <a:ext cx="914400" cy="914400"/>
          </a:xfrm>
          <a:noFill/>
        </p:spPr>
        <p:txBody>
          <a:bodyPr/>
          <a:lstStyle/>
          <a:p>
            <a:endParaRPr lang="en-US"/>
          </a:p>
        </p:txBody>
      </p:sp>
      <p:sp>
        <p:nvSpPr>
          <p:cNvPr id="27" name="Picture Placeholder 33">
            <a:extLst>
              <a:ext uri="{FF2B5EF4-FFF2-40B4-BE49-F238E27FC236}">
                <a16:creationId xmlns:a16="http://schemas.microsoft.com/office/drawing/2014/main" id="{73053E55-FB90-F483-3CAC-E9C362031EB6}"/>
              </a:ext>
            </a:extLst>
          </p:cNvPr>
          <p:cNvSpPr>
            <a:spLocks noGrp="1"/>
          </p:cNvSpPr>
          <p:nvPr>
            <p:ph type="pic" sz="quarter" idx="20"/>
          </p:nvPr>
        </p:nvSpPr>
        <p:spPr>
          <a:xfrm>
            <a:off x="8047325" y="2080557"/>
            <a:ext cx="914400" cy="914400"/>
          </a:xfrm>
          <a:noFill/>
        </p:spPr>
        <p:txBody>
          <a:bodyPr/>
          <a:lstStyle/>
          <a:p>
            <a:endParaRPr lang="en-US"/>
          </a:p>
        </p:txBody>
      </p:sp>
      <p:sp>
        <p:nvSpPr>
          <p:cNvPr id="28" name="Picture Placeholder 33">
            <a:extLst>
              <a:ext uri="{FF2B5EF4-FFF2-40B4-BE49-F238E27FC236}">
                <a16:creationId xmlns:a16="http://schemas.microsoft.com/office/drawing/2014/main" id="{6791A5E7-F560-64C5-4825-7DC9B6957B00}"/>
              </a:ext>
            </a:extLst>
          </p:cNvPr>
          <p:cNvSpPr>
            <a:spLocks noGrp="1"/>
          </p:cNvSpPr>
          <p:nvPr>
            <p:ph type="pic" sz="quarter" idx="21"/>
          </p:nvPr>
        </p:nvSpPr>
        <p:spPr>
          <a:xfrm>
            <a:off x="10505503" y="2098215"/>
            <a:ext cx="914400" cy="914400"/>
          </a:xfrm>
          <a:noFill/>
        </p:spPr>
        <p:txBody>
          <a:bodyPr/>
          <a:lstStyle/>
          <a:p>
            <a:endParaRPr lang="en-US"/>
          </a:p>
        </p:txBody>
      </p:sp>
      <p:sp>
        <p:nvSpPr>
          <p:cNvPr id="29" name="Text Placeholder 39">
            <a:extLst>
              <a:ext uri="{FF2B5EF4-FFF2-40B4-BE49-F238E27FC236}">
                <a16:creationId xmlns:a16="http://schemas.microsoft.com/office/drawing/2014/main" id="{45D13509-B6B5-3088-C36F-11111ACEB6F0}"/>
              </a:ext>
            </a:extLst>
          </p:cNvPr>
          <p:cNvSpPr>
            <a:spLocks noGrp="1"/>
          </p:cNvSpPr>
          <p:nvPr>
            <p:ph type="body" sz="quarter" idx="22" hasCustomPrompt="1"/>
          </p:nvPr>
        </p:nvSpPr>
        <p:spPr>
          <a:xfrm>
            <a:off x="323850" y="4641448"/>
            <a:ext cx="1871759" cy="1659133"/>
          </a:xfrm>
          <a:noFill/>
        </p:spPr>
        <p:txBody>
          <a:bodyPr/>
          <a:lstStyle>
            <a:lvl1pPr algn="ctr">
              <a:buNone/>
              <a:defRPr sz="1600"/>
            </a:lvl1pPr>
          </a:lstStyle>
          <a:p>
            <a:pPr lvl="0"/>
            <a:r>
              <a:rPr lang="en-US" dirty="0"/>
              <a:t>Text1</a:t>
            </a:r>
          </a:p>
        </p:txBody>
      </p:sp>
      <p:sp>
        <p:nvSpPr>
          <p:cNvPr id="30" name="Text Placeholder 39">
            <a:extLst>
              <a:ext uri="{FF2B5EF4-FFF2-40B4-BE49-F238E27FC236}">
                <a16:creationId xmlns:a16="http://schemas.microsoft.com/office/drawing/2014/main" id="{DE3E8316-5C59-3DB7-447B-B83478F900E5}"/>
              </a:ext>
            </a:extLst>
          </p:cNvPr>
          <p:cNvSpPr>
            <a:spLocks noGrp="1"/>
          </p:cNvSpPr>
          <p:nvPr>
            <p:ph type="body" sz="quarter" idx="23" hasCustomPrompt="1"/>
          </p:nvPr>
        </p:nvSpPr>
        <p:spPr>
          <a:xfrm>
            <a:off x="2654999" y="4008308"/>
            <a:ext cx="1871763" cy="1592045"/>
          </a:xfrm>
          <a:noFill/>
        </p:spPr>
        <p:txBody>
          <a:bodyPr/>
          <a:lstStyle>
            <a:lvl1pPr algn="ctr">
              <a:buNone/>
              <a:defRPr sz="1600"/>
            </a:lvl1pPr>
          </a:lstStyle>
          <a:p>
            <a:pPr lvl="0"/>
            <a:r>
              <a:rPr lang="en-US" dirty="0"/>
              <a:t>Text2</a:t>
            </a:r>
          </a:p>
        </p:txBody>
      </p:sp>
      <p:sp>
        <p:nvSpPr>
          <p:cNvPr id="31" name="Text Placeholder 39">
            <a:extLst>
              <a:ext uri="{FF2B5EF4-FFF2-40B4-BE49-F238E27FC236}">
                <a16:creationId xmlns:a16="http://schemas.microsoft.com/office/drawing/2014/main" id="{76DAB1C6-C2F9-A205-D7CC-E533C3B9DF7A}"/>
              </a:ext>
            </a:extLst>
          </p:cNvPr>
          <p:cNvSpPr>
            <a:spLocks noGrp="1"/>
          </p:cNvSpPr>
          <p:nvPr>
            <p:ph type="body" sz="quarter" idx="24" hasCustomPrompt="1"/>
          </p:nvPr>
        </p:nvSpPr>
        <p:spPr>
          <a:xfrm>
            <a:off x="5125867" y="4635054"/>
            <a:ext cx="1871766" cy="1592045"/>
          </a:xfrm>
          <a:noFill/>
        </p:spPr>
        <p:txBody>
          <a:bodyPr/>
          <a:lstStyle>
            <a:lvl1pPr algn="ctr">
              <a:buNone/>
              <a:defRPr sz="1600"/>
            </a:lvl1pPr>
          </a:lstStyle>
          <a:p>
            <a:pPr lvl="0"/>
            <a:r>
              <a:rPr lang="en-US" dirty="0"/>
              <a:t>Text3</a:t>
            </a:r>
          </a:p>
        </p:txBody>
      </p:sp>
      <p:sp>
        <p:nvSpPr>
          <p:cNvPr id="32" name="Text Placeholder 39">
            <a:extLst>
              <a:ext uri="{FF2B5EF4-FFF2-40B4-BE49-F238E27FC236}">
                <a16:creationId xmlns:a16="http://schemas.microsoft.com/office/drawing/2014/main" id="{5A2DC563-42DD-8E98-C32B-9C252259C261}"/>
              </a:ext>
            </a:extLst>
          </p:cNvPr>
          <p:cNvSpPr>
            <a:spLocks noGrp="1"/>
          </p:cNvSpPr>
          <p:nvPr>
            <p:ph type="body" sz="quarter" idx="25" hasCustomPrompt="1"/>
          </p:nvPr>
        </p:nvSpPr>
        <p:spPr>
          <a:xfrm>
            <a:off x="7520489" y="4066182"/>
            <a:ext cx="1871771" cy="1592045"/>
          </a:xfrm>
          <a:noFill/>
        </p:spPr>
        <p:txBody>
          <a:bodyPr/>
          <a:lstStyle>
            <a:lvl1pPr algn="ctr">
              <a:buNone/>
              <a:defRPr sz="1600"/>
            </a:lvl1pPr>
          </a:lstStyle>
          <a:p>
            <a:pPr lvl="0"/>
            <a:r>
              <a:rPr lang="en-US" dirty="0"/>
              <a:t>Text4</a:t>
            </a:r>
          </a:p>
        </p:txBody>
      </p:sp>
      <p:sp>
        <p:nvSpPr>
          <p:cNvPr id="33" name="Text Placeholder 39">
            <a:extLst>
              <a:ext uri="{FF2B5EF4-FFF2-40B4-BE49-F238E27FC236}">
                <a16:creationId xmlns:a16="http://schemas.microsoft.com/office/drawing/2014/main" id="{FC6F56FE-6EBA-4271-3443-B006F9FB90A1}"/>
              </a:ext>
            </a:extLst>
          </p:cNvPr>
          <p:cNvSpPr>
            <a:spLocks noGrp="1"/>
          </p:cNvSpPr>
          <p:nvPr>
            <p:ph type="body" sz="quarter" idx="26" hasCustomPrompt="1"/>
          </p:nvPr>
        </p:nvSpPr>
        <p:spPr>
          <a:xfrm>
            <a:off x="9986238" y="4594545"/>
            <a:ext cx="1871767" cy="1592044"/>
          </a:xfrm>
          <a:noFill/>
        </p:spPr>
        <p:txBody>
          <a:bodyPr/>
          <a:lstStyle>
            <a:lvl1pPr algn="ctr">
              <a:buNone/>
              <a:defRPr sz="1600"/>
            </a:lvl1pPr>
          </a:lstStyle>
          <a:p>
            <a:pPr lvl="0"/>
            <a:r>
              <a:rPr lang="en-US" dirty="0"/>
              <a:t>Text5</a:t>
            </a:r>
          </a:p>
        </p:txBody>
      </p:sp>
    </p:spTree>
    <p:extLst>
      <p:ext uri="{BB962C8B-B14F-4D97-AF65-F5344CB8AC3E}">
        <p14:creationId xmlns:p14="http://schemas.microsoft.com/office/powerpoint/2010/main" val="2273503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3_Custom Layou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BFE3A7C-42DF-19EE-6026-277C2A4395A0}"/>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14" name="Picture Placeholder 11">
            <a:extLst>
              <a:ext uri="{FF2B5EF4-FFF2-40B4-BE49-F238E27FC236}">
                <a16:creationId xmlns:a16="http://schemas.microsoft.com/office/drawing/2014/main" id="{FCEE409D-8F89-45AF-9E97-D20E60B68E7B}"/>
              </a:ext>
            </a:extLst>
          </p:cNvPr>
          <p:cNvSpPr>
            <a:spLocks noGrp="1"/>
          </p:cNvSpPr>
          <p:nvPr>
            <p:ph type="pic" sz="quarter" idx="13"/>
          </p:nvPr>
        </p:nvSpPr>
        <p:spPr>
          <a:xfrm>
            <a:off x="887727" y="1758730"/>
            <a:ext cx="1166101" cy="926164"/>
          </a:xfrm>
        </p:spPr>
        <p:txBody>
          <a:bodyPr/>
          <a:lstStyle/>
          <a:p>
            <a:endParaRPr lang="en-US"/>
          </a:p>
        </p:txBody>
      </p:sp>
      <p:sp>
        <p:nvSpPr>
          <p:cNvPr id="15" name="Text Placeholder 13">
            <a:extLst>
              <a:ext uri="{FF2B5EF4-FFF2-40B4-BE49-F238E27FC236}">
                <a16:creationId xmlns:a16="http://schemas.microsoft.com/office/drawing/2014/main" id="{13D19FE2-C2AE-D640-96D5-200C5E2EF624}"/>
              </a:ext>
            </a:extLst>
          </p:cNvPr>
          <p:cNvSpPr>
            <a:spLocks noGrp="1"/>
          </p:cNvSpPr>
          <p:nvPr>
            <p:ph type="body" sz="quarter" idx="14" hasCustomPrompt="1"/>
          </p:nvPr>
        </p:nvSpPr>
        <p:spPr>
          <a:xfrm>
            <a:off x="367109" y="3631895"/>
            <a:ext cx="2210675" cy="2037620"/>
          </a:xfrm>
        </p:spPr>
        <p:txBody>
          <a:bodyPr/>
          <a:lstStyle>
            <a:lvl1pPr>
              <a:defRPr sz="1600"/>
            </a:lvl1pPr>
          </a:lstStyle>
          <a:p>
            <a:pPr lvl="0"/>
            <a:r>
              <a:rPr lang="en-US" dirty="0"/>
              <a:t>Points</a:t>
            </a:r>
          </a:p>
        </p:txBody>
      </p:sp>
      <p:cxnSp>
        <p:nvCxnSpPr>
          <p:cNvPr id="22" name="Straight Connector 21">
            <a:extLst>
              <a:ext uri="{FF2B5EF4-FFF2-40B4-BE49-F238E27FC236}">
                <a16:creationId xmlns:a16="http://schemas.microsoft.com/office/drawing/2014/main" id="{7AFCF0E8-4A13-A0AB-55B1-F012AF101310}"/>
              </a:ext>
            </a:extLst>
          </p:cNvPr>
          <p:cNvCxnSpPr>
            <a:cxnSpLocks/>
          </p:cNvCxnSpPr>
          <p:nvPr userDrawn="1"/>
        </p:nvCxnSpPr>
        <p:spPr>
          <a:xfrm>
            <a:off x="350756" y="3429000"/>
            <a:ext cx="2240044" cy="0"/>
          </a:xfrm>
          <a:prstGeom prst="line">
            <a:avLst/>
          </a:prstGeom>
          <a:ln>
            <a:gradFill flip="none" rotWithShape="1">
              <a:gsLst>
                <a:gs pos="0">
                  <a:schemeClr val="tx1"/>
                </a:gs>
                <a:gs pos="30000">
                  <a:schemeClr val="accent1"/>
                </a:gs>
                <a:gs pos="66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sp>
        <p:nvSpPr>
          <p:cNvPr id="2" name="Text Placeholder 3">
            <a:extLst>
              <a:ext uri="{FF2B5EF4-FFF2-40B4-BE49-F238E27FC236}">
                <a16:creationId xmlns:a16="http://schemas.microsoft.com/office/drawing/2014/main" id="{C6EC1809-E6B4-57BE-F01B-50EB2E4345F9}"/>
              </a:ext>
            </a:extLst>
          </p:cNvPr>
          <p:cNvSpPr>
            <a:spLocks noGrp="1"/>
          </p:cNvSpPr>
          <p:nvPr>
            <p:ph type="body" sz="quarter" idx="23" hasCustomPrompt="1"/>
          </p:nvPr>
        </p:nvSpPr>
        <p:spPr>
          <a:xfrm>
            <a:off x="377207" y="2820317"/>
            <a:ext cx="2186271" cy="405789"/>
          </a:xfrm>
        </p:spPr>
        <p:txBody>
          <a:bodyPr/>
          <a:lstStyle>
            <a:lvl1pPr>
              <a:buNone/>
              <a:defRPr sz="1600"/>
            </a:lvl1pPr>
          </a:lstStyle>
          <a:p>
            <a:pPr lvl="0"/>
            <a:r>
              <a:rPr lang="en-US" dirty="0"/>
              <a:t>Sub Title1</a:t>
            </a:r>
          </a:p>
        </p:txBody>
      </p:sp>
      <p:sp>
        <p:nvSpPr>
          <p:cNvPr id="32" name="Round Diagonal Corner Rectangle 31">
            <a:extLst>
              <a:ext uri="{FF2B5EF4-FFF2-40B4-BE49-F238E27FC236}">
                <a16:creationId xmlns:a16="http://schemas.microsoft.com/office/drawing/2014/main" id="{9845D562-0529-1EFD-95AD-66A2FF7DCAFB}"/>
              </a:ext>
            </a:extLst>
          </p:cNvPr>
          <p:cNvSpPr/>
          <p:nvPr userDrawn="1"/>
        </p:nvSpPr>
        <p:spPr>
          <a:xfrm>
            <a:off x="349885" y="1558661"/>
            <a:ext cx="2240916" cy="4527179"/>
          </a:xfrm>
          <a:prstGeom prst="round2Diag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3" name="Picture Placeholder 11">
            <a:extLst>
              <a:ext uri="{FF2B5EF4-FFF2-40B4-BE49-F238E27FC236}">
                <a16:creationId xmlns:a16="http://schemas.microsoft.com/office/drawing/2014/main" id="{0C021D87-4985-7BA0-32D5-3CC7EA7B5BEF}"/>
              </a:ext>
            </a:extLst>
          </p:cNvPr>
          <p:cNvSpPr>
            <a:spLocks noGrp="1"/>
          </p:cNvSpPr>
          <p:nvPr>
            <p:ph type="pic" sz="quarter" idx="24"/>
          </p:nvPr>
        </p:nvSpPr>
        <p:spPr>
          <a:xfrm>
            <a:off x="3194047" y="1758730"/>
            <a:ext cx="1166101" cy="926164"/>
          </a:xfrm>
        </p:spPr>
        <p:txBody>
          <a:bodyPr/>
          <a:lstStyle/>
          <a:p>
            <a:endParaRPr lang="en-US"/>
          </a:p>
        </p:txBody>
      </p:sp>
      <p:sp>
        <p:nvSpPr>
          <p:cNvPr id="34" name="Text Placeholder 13">
            <a:extLst>
              <a:ext uri="{FF2B5EF4-FFF2-40B4-BE49-F238E27FC236}">
                <a16:creationId xmlns:a16="http://schemas.microsoft.com/office/drawing/2014/main" id="{E0FE8420-5840-BC81-493C-099A13C99489}"/>
              </a:ext>
            </a:extLst>
          </p:cNvPr>
          <p:cNvSpPr>
            <a:spLocks noGrp="1"/>
          </p:cNvSpPr>
          <p:nvPr>
            <p:ph type="body" sz="quarter" idx="25" hasCustomPrompt="1"/>
          </p:nvPr>
        </p:nvSpPr>
        <p:spPr>
          <a:xfrm>
            <a:off x="2686445" y="3631895"/>
            <a:ext cx="2210675" cy="2037620"/>
          </a:xfrm>
        </p:spPr>
        <p:txBody>
          <a:bodyPr/>
          <a:lstStyle>
            <a:lvl1pPr>
              <a:defRPr sz="1600"/>
            </a:lvl1pPr>
          </a:lstStyle>
          <a:p>
            <a:pPr lvl="0"/>
            <a:r>
              <a:rPr lang="en-US" dirty="0"/>
              <a:t>Points</a:t>
            </a:r>
          </a:p>
        </p:txBody>
      </p:sp>
      <p:sp>
        <p:nvSpPr>
          <p:cNvPr id="36" name="Text Placeholder 3">
            <a:extLst>
              <a:ext uri="{FF2B5EF4-FFF2-40B4-BE49-F238E27FC236}">
                <a16:creationId xmlns:a16="http://schemas.microsoft.com/office/drawing/2014/main" id="{16273487-A8BB-D931-35F7-7DC5F5516889}"/>
              </a:ext>
            </a:extLst>
          </p:cNvPr>
          <p:cNvSpPr>
            <a:spLocks noGrp="1"/>
          </p:cNvSpPr>
          <p:nvPr>
            <p:ph type="body" sz="quarter" idx="26" hasCustomPrompt="1"/>
          </p:nvPr>
        </p:nvSpPr>
        <p:spPr>
          <a:xfrm>
            <a:off x="2710849" y="2820316"/>
            <a:ext cx="2186271" cy="405789"/>
          </a:xfrm>
        </p:spPr>
        <p:txBody>
          <a:bodyPr/>
          <a:lstStyle>
            <a:lvl1pPr>
              <a:buNone/>
              <a:defRPr sz="1600"/>
            </a:lvl1pPr>
          </a:lstStyle>
          <a:p>
            <a:pPr lvl="0"/>
            <a:r>
              <a:rPr lang="en-US" dirty="0"/>
              <a:t>Sub Title1</a:t>
            </a:r>
          </a:p>
        </p:txBody>
      </p:sp>
      <p:sp>
        <p:nvSpPr>
          <p:cNvPr id="37" name="Round Diagonal Corner Rectangle 36">
            <a:extLst>
              <a:ext uri="{FF2B5EF4-FFF2-40B4-BE49-F238E27FC236}">
                <a16:creationId xmlns:a16="http://schemas.microsoft.com/office/drawing/2014/main" id="{EFC8F536-ECBE-8049-AB79-7A1A884CCBB6}"/>
              </a:ext>
            </a:extLst>
          </p:cNvPr>
          <p:cNvSpPr/>
          <p:nvPr userDrawn="1"/>
        </p:nvSpPr>
        <p:spPr>
          <a:xfrm>
            <a:off x="2656205" y="1558661"/>
            <a:ext cx="2240916" cy="4527179"/>
          </a:xfrm>
          <a:prstGeom prst="round2Diag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43" name="Picture Placeholder 11">
            <a:extLst>
              <a:ext uri="{FF2B5EF4-FFF2-40B4-BE49-F238E27FC236}">
                <a16:creationId xmlns:a16="http://schemas.microsoft.com/office/drawing/2014/main" id="{6F4E152C-F9FF-E2C6-A97D-6B17E940775E}"/>
              </a:ext>
            </a:extLst>
          </p:cNvPr>
          <p:cNvSpPr>
            <a:spLocks noGrp="1"/>
          </p:cNvSpPr>
          <p:nvPr>
            <p:ph type="pic" sz="quarter" idx="30"/>
          </p:nvPr>
        </p:nvSpPr>
        <p:spPr>
          <a:xfrm>
            <a:off x="10178092" y="1758730"/>
            <a:ext cx="1166101" cy="926164"/>
          </a:xfrm>
        </p:spPr>
        <p:txBody>
          <a:bodyPr/>
          <a:lstStyle/>
          <a:p>
            <a:endParaRPr lang="en-US"/>
          </a:p>
        </p:txBody>
      </p:sp>
      <p:sp>
        <p:nvSpPr>
          <p:cNvPr id="44" name="Text Placeholder 13">
            <a:extLst>
              <a:ext uri="{FF2B5EF4-FFF2-40B4-BE49-F238E27FC236}">
                <a16:creationId xmlns:a16="http://schemas.microsoft.com/office/drawing/2014/main" id="{43A7BE72-6F15-EE6B-5F4A-F3EDAA2CCF64}"/>
              </a:ext>
            </a:extLst>
          </p:cNvPr>
          <p:cNvSpPr>
            <a:spLocks noGrp="1"/>
          </p:cNvSpPr>
          <p:nvPr>
            <p:ph type="body" sz="quarter" idx="31" hasCustomPrompt="1"/>
          </p:nvPr>
        </p:nvSpPr>
        <p:spPr>
          <a:xfrm>
            <a:off x="9670490" y="3646331"/>
            <a:ext cx="2210675" cy="2037620"/>
          </a:xfrm>
        </p:spPr>
        <p:txBody>
          <a:bodyPr/>
          <a:lstStyle>
            <a:lvl1pPr>
              <a:defRPr sz="1600"/>
            </a:lvl1pPr>
          </a:lstStyle>
          <a:p>
            <a:pPr lvl="0"/>
            <a:r>
              <a:rPr lang="en-US" dirty="0"/>
              <a:t>Points</a:t>
            </a:r>
          </a:p>
        </p:txBody>
      </p:sp>
      <p:sp>
        <p:nvSpPr>
          <p:cNvPr id="46" name="Text Placeholder 3">
            <a:extLst>
              <a:ext uri="{FF2B5EF4-FFF2-40B4-BE49-F238E27FC236}">
                <a16:creationId xmlns:a16="http://schemas.microsoft.com/office/drawing/2014/main" id="{369F04E8-C469-17BA-73F7-A23F410CC191}"/>
              </a:ext>
            </a:extLst>
          </p:cNvPr>
          <p:cNvSpPr>
            <a:spLocks noGrp="1"/>
          </p:cNvSpPr>
          <p:nvPr>
            <p:ph type="body" sz="quarter" idx="32" hasCustomPrompt="1"/>
          </p:nvPr>
        </p:nvSpPr>
        <p:spPr>
          <a:xfrm>
            <a:off x="9670490" y="2820313"/>
            <a:ext cx="2186271" cy="405789"/>
          </a:xfrm>
        </p:spPr>
        <p:txBody>
          <a:bodyPr/>
          <a:lstStyle>
            <a:lvl1pPr>
              <a:buNone/>
              <a:defRPr sz="1600"/>
            </a:lvl1pPr>
          </a:lstStyle>
          <a:p>
            <a:pPr lvl="0"/>
            <a:r>
              <a:rPr lang="en-US" dirty="0"/>
              <a:t>Sub Title1</a:t>
            </a:r>
          </a:p>
        </p:txBody>
      </p:sp>
      <p:sp>
        <p:nvSpPr>
          <p:cNvPr id="47" name="Round Diagonal Corner Rectangle 46">
            <a:extLst>
              <a:ext uri="{FF2B5EF4-FFF2-40B4-BE49-F238E27FC236}">
                <a16:creationId xmlns:a16="http://schemas.microsoft.com/office/drawing/2014/main" id="{2DEAD5D7-E2A1-3E7C-3620-EDCB62E36ED0}"/>
              </a:ext>
            </a:extLst>
          </p:cNvPr>
          <p:cNvSpPr/>
          <p:nvPr userDrawn="1"/>
        </p:nvSpPr>
        <p:spPr>
          <a:xfrm>
            <a:off x="9640250" y="1558661"/>
            <a:ext cx="2240916" cy="4527179"/>
          </a:xfrm>
          <a:prstGeom prst="round2Diag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48" name="Picture Placeholder 11">
            <a:extLst>
              <a:ext uri="{FF2B5EF4-FFF2-40B4-BE49-F238E27FC236}">
                <a16:creationId xmlns:a16="http://schemas.microsoft.com/office/drawing/2014/main" id="{A7642D80-DB2A-38E2-9C62-D51B6A001131}"/>
              </a:ext>
            </a:extLst>
          </p:cNvPr>
          <p:cNvSpPr>
            <a:spLocks noGrp="1"/>
          </p:cNvSpPr>
          <p:nvPr>
            <p:ph type="pic" sz="quarter" idx="33"/>
          </p:nvPr>
        </p:nvSpPr>
        <p:spPr>
          <a:xfrm>
            <a:off x="5513384" y="1758730"/>
            <a:ext cx="1166101" cy="926164"/>
          </a:xfrm>
        </p:spPr>
        <p:txBody>
          <a:bodyPr/>
          <a:lstStyle/>
          <a:p>
            <a:endParaRPr lang="en-US"/>
          </a:p>
        </p:txBody>
      </p:sp>
      <p:sp>
        <p:nvSpPr>
          <p:cNvPr id="49" name="Text Placeholder 13">
            <a:extLst>
              <a:ext uri="{FF2B5EF4-FFF2-40B4-BE49-F238E27FC236}">
                <a16:creationId xmlns:a16="http://schemas.microsoft.com/office/drawing/2014/main" id="{FEAD5A70-231C-2F69-A69E-212E3101CDD3}"/>
              </a:ext>
            </a:extLst>
          </p:cNvPr>
          <p:cNvSpPr>
            <a:spLocks noGrp="1"/>
          </p:cNvSpPr>
          <p:nvPr>
            <p:ph type="body" sz="quarter" idx="34" hasCustomPrompt="1"/>
          </p:nvPr>
        </p:nvSpPr>
        <p:spPr>
          <a:xfrm>
            <a:off x="5013124" y="3631895"/>
            <a:ext cx="2210675" cy="2037620"/>
          </a:xfrm>
        </p:spPr>
        <p:txBody>
          <a:bodyPr/>
          <a:lstStyle>
            <a:lvl1pPr>
              <a:defRPr sz="1600"/>
            </a:lvl1pPr>
          </a:lstStyle>
          <a:p>
            <a:pPr lvl="0"/>
            <a:r>
              <a:rPr lang="en-US" dirty="0"/>
              <a:t>Points</a:t>
            </a:r>
          </a:p>
        </p:txBody>
      </p:sp>
      <p:sp>
        <p:nvSpPr>
          <p:cNvPr id="51" name="Text Placeholder 3">
            <a:extLst>
              <a:ext uri="{FF2B5EF4-FFF2-40B4-BE49-F238E27FC236}">
                <a16:creationId xmlns:a16="http://schemas.microsoft.com/office/drawing/2014/main" id="{C005F8F7-5CDC-79F3-C39F-0813A10BEA5A}"/>
              </a:ext>
            </a:extLst>
          </p:cNvPr>
          <p:cNvSpPr>
            <a:spLocks noGrp="1"/>
          </p:cNvSpPr>
          <p:nvPr>
            <p:ph type="body" sz="quarter" idx="35" hasCustomPrompt="1"/>
          </p:nvPr>
        </p:nvSpPr>
        <p:spPr>
          <a:xfrm>
            <a:off x="5005782" y="2820315"/>
            <a:ext cx="2186271" cy="405789"/>
          </a:xfrm>
        </p:spPr>
        <p:txBody>
          <a:bodyPr/>
          <a:lstStyle>
            <a:lvl1pPr>
              <a:buNone/>
              <a:defRPr sz="1600"/>
            </a:lvl1pPr>
          </a:lstStyle>
          <a:p>
            <a:pPr lvl="0"/>
            <a:r>
              <a:rPr lang="en-US" dirty="0"/>
              <a:t>Sub Title1</a:t>
            </a:r>
          </a:p>
        </p:txBody>
      </p:sp>
      <p:sp>
        <p:nvSpPr>
          <p:cNvPr id="52" name="Round Diagonal Corner Rectangle 51">
            <a:extLst>
              <a:ext uri="{FF2B5EF4-FFF2-40B4-BE49-F238E27FC236}">
                <a16:creationId xmlns:a16="http://schemas.microsoft.com/office/drawing/2014/main" id="{CC60F0F7-E0EA-4481-8DBE-344810675A6C}"/>
              </a:ext>
            </a:extLst>
          </p:cNvPr>
          <p:cNvSpPr/>
          <p:nvPr userDrawn="1"/>
        </p:nvSpPr>
        <p:spPr>
          <a:xfrm>
            <a:off x="4975542" y="1558661"/>
            <a:ext cx="2240916" cy="4527179"/>
          </a:xfrm>
          <a:prstGeom prst="round2Diag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58" name="Picture Placeholder 11">
            <a:extLst>
              <a:ext uri="{FF2B5EF4-FFF2-40B4-BE49-F238E27FC236}">
                <a16:creationId xmlns:a16="http://schemas.microsoft.com/office/drawing/2014/main" id="{6BC421A6-D9FF-AA21-68F4-A9335B83D805}"/>
              </a:ext>
            </a:extLst>
          </p:cNvPr>
          <p:cNvSpPr>
            <a:spLocks noGrp="1"/>
          </p:cNvSpPr>
          <p:nvPr>
            <p:ph type="pic" sz="quarter" idx="36"/>
          </p:nvPr>
        </p:nvSpPr>
        <p:spPr>
          <a:xfrm>
            <a:off x="7845738" y="1758730"/>
            <a:ext cx="1166101" cy="926164"/>
          </a:xfrm>
        </p:spPr>
        <p:txBody>
          <a:bodyPr/>
          <a:lstStyle/>
          <a:p>
            <a:endParaRPr lang="en-US"/>
          </a:p>
        </p:txBody>
      </p:sp>
      <p:sp>
        <p:nvSpPr>
          <p:cNvPr id="59" name="Text Placeholder 13">
            <a:extLst>
              <a:ext uri="{FF2B5EF4-FFF2-40B4-BE49-F238E27FC236}">
                <a16:creationId xmlns:a16="http://schemas.microsoft.com/office/drawing/2014/main" id="{8813B64A-0E5A-137B-4133-16A45A9238FA}"/>
              </a:ext>
            </a:extLst>
          </p:cNvPr>
          <p:cNvSpPr>
            <a:spLocks noGrp="1"/>
          </p:cNvSpPr>
          <p:nvPr>
            <p:ph type="body" sz="quarter" idx="37" hasCustomPrompt="1"/>
          </p:nvPr>
        </p:nvSpPr>
        <p:spPr>
          <a:xfrm>
            <a:off x="7338136" y="3646331"/>
            <a:ext cx="2210675" cy="2037620"/>
          </a:xfrm>
        </p:spPr>
        <p:txBody>
          <a:bodyPr/>
          <a:lstStyle>
            <a:lvl1pPr>
              <a:defRPr sz="1600"/>
            </a:lvl1pPr>
          </a:lstStyle>
          <a:p>
            <a:pPr lvl="0"/>
            <a:r>
              <a:rPr lang="en-US" dirty="0"/>
              <a:t>Points</a:t>
            </a:r>
          </a:p>
        </p:txBody>
      </p:sp>
      <p:sp>
        <p:nvSpPr>
          <p:cNvPr id="61" name="Text Placeholder 3">
            <a:extLst>
              <a:ext uri="{FF2B5EF4-FFF2-40B4-BE49-F238E27FC236}">
                <a16:creationId xmlns:a16="http://schemas.microsoft.com/office/drawing/2014/main" id="{2C109738-5D85-DD06-BE48-4762C0BA5154}"/>
              </a:ext>
            </a:extLst>
          </p:cNvPr>
          <p:cNvSpPr>
            <a:spLocks noGrp="1"/>
          </p:cNvSpPr>
          <p:nvPr>
            <p:ph type="body" sz="quarter" idx="38" hasCustomPrompt="1"/>
          </p:nvPr>
        </p:nvSpPr>
        <p:spPr>
          <a:xfrm>
            <a:off x="7362540" y="2820314"/>
            <a:ext cx="2186271" cy="405789"/>
          </a:xfrm>
        </p:spPr>
        <p:txBody>
          <a:bodyPr/>
          <a:lstStyle>
            <a:lvl1pPr>
              <a:buNone/>
              <a:defRPr sz="1600"/>
            </a:lvl1pPr>
          </a:lstStyle>
          <a:p>
            <a:pPr lvl="0"/>
            <a:r>
              <a:rPr lang="en-US" dirty="0"/>
              <a:t>Sub Title1</a:t>
            </a:r>
          </a:p>
        </p:txBody>
      </p:sp>
      <p:sp>
        <p:nvSpPr>
          <p:cNvPr id="62" name="Round Diagonal Corner Rectangle 61">
            <a:extLst>
              <a:ext uri="{FF2B5EF4-FFF2-40B4-BE49-F238E27FC236}">
                <a16:creationId xmlns:a16="http://schemas.microsoft.com/office/drawing/2014/main" id="{240D95CF-9764-758D-7677-F97AC5324D96}"/>
              </a:ext>
            </a:extLst>
          </p:cNvPr>
          <p:cNvSpPr/>
          <p:nvPr userDrawn="1"/>
        </p:nvSpPr>
        <p:spPr>
          <a:xfrm>
            <a:off x="7307896" y="1558661"/>
            <a:ext cx="2240916" cy="4527179"/>
          </a:xfrm>
          <a:prstGeom prst="round2Diag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cxnSp>
        <p:nvCxnSpPr>
          <p:cNvPr id="63" name="Straight Connector 62">
            <a:extLst>
              <a:ext uri="{FF2B5EF4-FFF2-40B4-BE49-F238E27FC236}">
                <a16:creationId xmlns:a16="http://schemas.microsoft.com/office/drawing/2014/main" id="{D784728C-1E07-0E62-BEFD-5DCD9C5DBC31}"/>
              </a:ext>
            </a:extLst>
          </p:cNvPr>
          <p:cNvCxnSpPr>
            <a:cxnSpLocks/>
          </p:cNvCxnSpPr>
          <p:nvPr userDrawn="1"/>
        </p:nvCxnSpPr>
        <p:spPr>
          <a:xfrm>
            <a:off x="2671760" y="3429000"/>
            <a:ext cx="2240044" cy="0"/>
          </a:xfrm>
          <a:prstGeom prst="line">
            <a:avLst/>
          </a:prstGeom>
          <a:ln>
            <a:gradFill flip="none" rotWithShape="1">
              <a:gsLst>
                <a:gs pos="0">
                  <a:schemeClr val="tx1"/>
                </a:gs>
                <a:gs pos="30000">
                  <a:schemeClr val="accent1"/>
                </a:gs>
                <a:gs pos="66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A4B78BF1-4507-25E6-5F57-910DA7468C9C}"/>
              </a:ext>
            </a:extLst>
          </p:cNvPr>
          <p:cNvCxnSpPr>
            <a:cxnSpLocks/>
          </p:cNvCxnSpPr>
          <p:nvPr userDrawn="1"/>
        </p:nvCxnSpPr>
        <p:spPr>
          <a:xfrm>
            <a:off x="4991097" y="3429000"/>
            <a:ext cx="2240044" cy="0"/>
          </a:xfrm>
          <a:prstGeom prst="line">
            <a:avLst/>
          </a:prstGeom>
          <a:ln>
            <a:gradFill flip="none" rotWithShape="1">
              <a:gsLst>
                <a:gs pos="0">
                  <a:schemeClr val="tx1"/>
                </a:gs>
                <a:gs pos="30000">
                  <a:schemeClr val="accent1"/>
                </a:gs>
                <a:gs pos="66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6D06EB3D-08BB-B216-321C-9DCD8D500802}"/>
              </a:ext>
            </a:extLst>
          </p:cNvPr>
          <p:cNvCxnSpPr>
            <a:cxnSpLocks/>
          </p:cNvCxnSpPr>
          <p:nvPr userDrawn="1"/>
        </p:nvCxnSpPr>
        <p:spPr>
          <a:xfrm>
            <a:off x="7323451" y="3446929"/>
            <a:ext cx="2240044" cy="0"/>
          </a:xfrm>
          <a:prstGeom prst="line">
            <a:avLst/>
          </a:prstGeom>
          <a:ln>
            <a:gradFill flip="none" rotWithShape="1">
              <a:gsLst>
                <a:gs pos="0">
                  <a:schemeClr val="tx1"/>
                </a:gs>
                <a:gs pos="30000">
                  <a:schemeClr val="accent1"/>
                </a:gs>
                <a:gs pos="66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D16A060C-EC6F-49B1-2126-726C1A713F40}"/>
              </a:ext>
            </a:extLst>
          </p:cNvPr>
          <p:cNvCxnSpPr>
            <a:cxnSpLocks/>
          </p:cNvCxnSpPr>
          <p:nvPr userDrawn="1"/>
        </p:nvCxnSpPr>
        <p:spPr>
          <a:xfrm>
            <a:off x="9655805" y="3442446"/>
            <a:ext cx="2240044" cy="0"/>
          </a:xfrm>
          <a:prstGeom prst="line">
            <a:avLst/>
          </a:prstGeom>
          <a:ln>
            <a:gradFill flip="none" rotWithShape="1">
              <a:gsLst>
                <a:gs pos="0">
                  <a:schemeClr val="tx1"/>
                </a:gs>
                <a:gs pos="30000">
                  <a:schemeClr val="accent1"/>
                </a:gs>
                <a:gs pos="66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1593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57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DEBD1D2-67E5-AE96-6767-800A50F4803C}"/>
              </a:ext>
            </a:extLst>
          </p:cNvPr>
          <p:cNvSpPr>
            <a:spLocks noGrp="1"/>
          </p:cNvSpPr>
          <p:nvPr>
            <p:ph type="title" hasCustomPrompt="1"/>
          </p:nvPr>
        </p:nvSpPr>
        <p:spPr>
          <a:xfrm>
            <a:off x="323850" y="298146"/>
            <a:ext cx="11544300" cy="492443"/>
          </a:xfrm>
        </p:spPr>
        <p:txBody>
          <a:bodyPr/>
          <a:lstStyle>
            <a:lvl1pPr algn="ctr">
              <a:defRPr/>
            </a:lvl1pPr>
          </a:lstStyle>
          <a:p>
            <a:r>
              <a:rPr lang="en-US" dirty="0"/>
              <a:t>Slide Title</a:t>
            </a:r>
          </a:p>
        </p:txBody>
      </p:sp>
      <p:sp>
        <p:nvSpPr>
          <p:cNvPr id="9" name="Rounded Rectangle 8">
            <a:extLst>
              <a:ext uri="{FF2B5EF4-FFF2-40B4-BE49-F238E27FC236}">
                <a16:creationId xmlns:a16="http://schemas.microsoft.com/office/drawing/2014/main" id="{582C4A01-BF7F-0E36-D684-C9C82BB5FF22}"/>
              </a:ext>
            </a:extLst>
          </p:cNvPr>
          <p:cNvSpPr/>
          <p:nvPr userDrawn="1"/>
        </p:nvSpPr>
        <p:spPr>
          <a:xfrm>
            <a:off x="323852" y="1007739"/>
            <a:ext cx="2173198" cy="3923818"/>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0" name="Right Triangle 9">
            <a:extLst>
              <a:ext uri="{FF2B5EF4-FFF2-40B4-BE49-F238E27FC236}">
                <a16:creationId xmlns:a16="http://schemas.microsoft.com/office/drawing/2014/main" id="{DD3F4D97-096B-EEAE-3A90-25F4AAB26B21}"/>
              </a:ext>
            </a:extLst>
          </p:cNvPr>
          <p:cNvSpPr/>
          <p:nvPr userDrawn="1"/>
        </p:nvSpPr>
        <p:spPr>
          <a:xfrm rot="16200000">
            <a:off x="1951720" y="4353312"/>
            <a:ext cx="523872" cy="673371"/>
          </a:xfrm>
          <a:prstGeom prst="rtTriangle">
            <a:avLst/>
          </a:prstGeom>
          <a:solidFill>
            <a:schemeClr val="tx1"/>
          </a:solidFill>
          <a:ln w="15875">
            <a:gradFill flip="none" rotWithShape="1">
              <a:gsLst>
                <a:gs pos="0">
                  <a:schemeClr val="accent1"/>
                </a:gs>
                <a:gs pos="41000">
                  <a:schemeClr val="accent3"/>
                </a:gs>
                <a:gs pos="83000">
                  <a:schemeClr val="accent4"/>
                </a:gs>
                <a:gs pos="100000">
                  <a:schemeClr val="tx1"/>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1" name="Picture Placeholder 8">
            <a:extLst>
              <a:ext uri="{FF2B5EF4-FFF2-40B4-BE49-F238E27FC236}">
                <a16:creationId xmlns:a16="http://schemas.microsoft.com/office/drawing/2014/main" id="{99ED73A8-DD67-E7D7-339C-3AE8848E3740}"/>
              </a:ext>
            </a:extLst>
          </p:cNvPr>
          <p:cNvSpPr>
            <a:spLocks noGrp="1"/>
          </p:cNvSpPr>
          <p:nvPr>
            <p:ph type="pic" sz="quarter" idx="12"/>
          </p:nvPr>
        </p:nvSpPr>
        <p:spPr>
          <a:xfrm>
            <a:off x="1120636" y="1127390"/>
            <a:ext cx="756332" cy="753495"/>
          </a:xfrm>
        </p:spPr>
        <p:txBody>
          <a:bodyPr/>
          <a:lstStyle/>
          <a:p>
            <a:endParaRPr lang="en-US"/>
          </a:p>
        </p:txBody>
      </p:sp>
      <p:sp>
        <p:nvSpPr>
          <p:cNvPr id="12" name="Text Placeholder 10">
            <a:extLst>
              <a:ext uri="{FF2B5EF4-FFF2-40B4-BE49-F238E27FC236}">
                <a16:creationId xmlns:a16="http://schemas.microsoft.com/office/drawing/2014/main" id="{6BD4069E-9538-7030-473D-BB44B5CB1CA9}"/>
              </a:ext>
            </a:extLst>
          </p:cNvPr>
          <p:cNvSpPr>
            <a:spLocks noGrp="1"/>
          </p:cNvSpPr>
          <p:nvPr>
            <p:ph type="body" sz="quarter" idx="13" hasCustomPrompt="1"/>
          </p:nvPr>
        </p:nvSpPr>
        <p:spPr>
          <a:xfrm>
            <a:off x="363631" y="1964568"/>
            <a:ext cx="2083563" cy="427821"/>
          </a:xfrm>
        </p:spPr>
        <p:txBody>
          <a:bodyPr/>
          <a:lstStyle>
            <a:lvl1pPr algn="ctr">
              <a:buNone/>
              <a:defRPr sz="1600" b="1"/>
            </a:lvl1pPr>
          </a:lstStyle>
          <a:p>
            <a:pPr lvl="0"/>
            <a:r>
              <a:rPr lang="en-US" dirty="0"/>
              <a:t>Sub Title1</a:t>
            </a:r>
          </a:p>
        </p:txBody>
      </p:sp>
      <p:sp>
        <p:nvSpPr>
          <p:cNvPr id="13" name="Text Placeholder 12">
            <a:extLst>
              <a:ext uri="{FF2B5EF4-FFF2-40B4-BE49-F238E27FC236}">
                <a16:creationId xmlns:a16="http://schemas.microsoft.com/office/drawing/2014/main" id="{966066B1-73AB-A3B6-F177-F5EE00788802}"/>
              </a:ext>
            </a:extLst>
          </p:cNvPr>
          <p:cNvSpPr>
            <a:spLocks noGrp="1"/>
          </p:cNvSpPr>
          <p:nvPr>
            <p:ph type="body" sz="quarter" idx="14" hasCustomPrompt="1"/>
          </p:nvPr>
        </p:nvSpPr>
        <p:spPr>
          <a:xfrm>
            <a:off x="384983" y="2702560"/>
            <a:ext cx="2083563" cy="1732470"/>
          </a:xfrm>
        </p:spPr>
        <p:txBody>
          <a:bodyPr/>
          <a:lstStyle>
            <a:lvl1pPr algn="ctr">
              <a:buNone/>
              <a:defRPr sz="1600"/>
            </a:lvl1pPr>
          </a:lstStyle>
          <a:p>
            <a:pPr lvl="0"/>
            <a:r>
              <a:rPr lang="en-US" dirty="0"/>
              <a:t>Text</a:t>
            </a:r>
          </a:p>
        </p:txBody>
      </p:sp>
      <p:sp>
        <p:nvSpPr>
          <p:cNvPr id="15" name="Rounded Rectangle 14">
            <a:extLst>
              <a:ext uri="{FF2B5EF4-FFF2-40B4-BE49-F238E27FC236}">
                <a16:creationId xmlns:a16="http://schemas.microsoft.com/office/drawing/2014/main" id="{1647DA80-EA53-D3D5-1B03-DFB030CFCEDF}"/>
              </a:ext>
            </a:extLst>
          </p:cNvPr>
          <p:cNvSpPr/>
          <p:nvPr userDrawn="1"/>
        </p:nvSpPr>
        <p:spPr>
          <a:xfrm>
            <a:off x="2640195" y="1943404"/>
            <a:ext cx="2173203" cy="3923818"/>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8" name="Rounded Rectangle 17">
            <a:extLst>
              <a:ext uri="{FF2B5EF4-FFF2-40B4-BE49-F238E27FC236}">
                <a16:creationId xmlns:a16="http://schemas.microsoft.com/office/drawing/2014/main" id="{EEE65872-C82C-AF6E-183D-3A2D73FDBF01}"/>
              </a:ext>
            </a:extLst>
          </p:cNvPr>
          <p:cNvSpPr/>
          <p:nvPr userDrawn="1"/>
        </p:nvSpPr>
        <p:spPr>
          <a:xfrm>
            <a:off x="4961580" y="1049598"/>
            <a:ext cx="2173202" cy="3923818"/>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1" name="Rounded Rectangle 20">
            <a:extLst>
              <a:ext uri="{FF2B5EF4-FFF2-40B4-BE49-F238E27FC236}">
                <a16:creationId xmlns:a16="http://schemas.microsoft.com/office/drawing/2014/main" id="{1E4EE4C9-8923-2795-1117-E1642D56A0E5}"/>
              </a:ext>
            </a:extLst>
          </p:cNvPr>
          <p:cNvSpPr/>
          <p:nvPr userDrawn="1"/>
        </p:nvSpPr>
        <p:spPr>
          <a:xfrm>
            <a:off x="7282964" y="1943404"/>
            <a:ext cx="2173202" cy="3923818"/>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4" name="Rounded Rectangle 23">
            <a:extLst>
              <a:ext uri="{FF2B5EF4-FFF2-40B4-BE49-F238E27FC236}">
                <a16:creationId xmlns:a16="http://schemas.microsoft.com/office/drawing/2014/main" id="{3B24E36A-61C7-5412-C6F9-3DD3DACA9CB0}"/>
              </a:ext>
            </a:extLst>
          </p:cNvPr>
          <p:cNvSpPr/>
          <p:nvPr userDrawn="1"/>
        </p:nvSpPr>
        <p:spPr>
          <a:xfrm>
            <a:off x="9560689" y="1024081"/>
            <a:ext cx="2173202" cy="3923818"/>
          </a:xfrm>
          <a:prstGeom prst="roundRect">
            <a:avLst/>
          </a:prstGeom>
          <a:solidFill>
            <a:schemeClr val="tx1"/>
          </a:soli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26" name="Picture Placeholder 8">
            <a:extLst>
              <a:ext uri="{FF2B5EF4-FFF2-40B4-BE49-F238E27FC236}">
                <a16:creationId xmlns:a16="http://schemas.microsoft.com/office/drawing/2014/main" id="{BA361F6E-D49C-5603-E921-0CFA9343586B}"/>
              </a:ext>
            </a:extLst>
          </p:cNvPr>
          <p:cNvSpPr>
            <a:spLocks noGrp="1"/>
          </p:cNvSpPr>
          <p:nvPr>
            <p:ph type="pic" sz="quarter" idx="15"/>
          </p:nvPr>
        </p:nvSpPr>
        <p:spPr>
          <a:xfrm>
            <a:off x="3345173" y="2072602"/>
            <a:ext cx="756332" cy="753495"/>
          </a:xfrm>
        </p:spPr>
        <p:txBody>
          <a:bodyPr/>
          <a:lstStyle/>
          <a:p>
            <a:endParaRPr lang="en-US"/>
          </a:p>
        </p:txBody>
      </p:sp>
      <p:sp>
        <p:nvSpPr>
          <p:cNvPr id="27" name="Picture Placeholder 8">
            <a:extLst>
              <a:ext uri="{FF2B5EF4-FFF2-40B4-BE49-F238E27FC236}">
                <a16:creationId xmlns:a16="http://schemas.microsoft.com/office/drawing/2014/main" id="{5D36DEC0-4B96-F5B5-DEE1-D4CD1120CB90}"/>
              </a:ext>
            </a:extLst>
          </p:cNvPr>
          <p:cNvSpPr>
            <a:spLocks noGrp="1"/>
          </p:cNvSpPr>
          <p:nvPr>
            <p:ph type="pic" sz="quarter" idx="16"/>
          </p:nvPr>
        </p:nvSpPr>
        <p:spPr>
          <a:xfrm>
            <a:off x="5716864" y="1189909"/>
            <a:ext cx="756332" cy="753495"/>
          </a:xfrm>
        </p:spPr>
        <p:txBody>
          <a:bodyPr/>
          <a:lstStyle/>
          <a:p>
            <a:endParaRPr lang="en-US"/>
          </a:p>
        </p:txBody>
      </p:sp>
      <p:sp>
        <p:nvSpPr>
          <p:cNvPr id="28" name="Picture Placeholder 8">
            <a:extLst>
              <a:ext uri="{FF2B5EF4-FFF2-40B4-BE49-F238E27FC236}">
                <a16:creationId xmlns:a16="http://schemas.microsoft.com/office/drawing/2014/main" id="{3D3E3A48-9586-06FB-8658-26313DD98266}"/>
              </a:ext>
            </a:extLst>
          </p:cNvPr>
          <p:cNvSpPr>
            <a:spLocks noGrp="1"/>
          </p:cNvSpPr>
          <p:nvPr>
            <p:ph type="pic" sz="quarter" idx="17"/>
          </p:nvPr>
        </p:nvSpPr>
        <p:spPr>
          <a:xfrm>
            <a:off x="7991399" y="2042928"/>
            <a:ext cx="756332" cy="753495"/>
          </a:xfrm>
        </p:spPr>
        <p:txBody>
          <a:bodyPr/>
          <a:lstStyle/>
          <a:p>
            <a:endParaRPr lang="en-US"/>
          </a:p>
        </p:txBody>
      </p:sp>
      <p:sp>
        <p:nvSpPr>
          <p:cNvPr id="29" name="Picture Placeholder 8">
            <a:extLst>
              <a:ext uri="{FF2B5EF4-FFF2-40B4-BE49-F238E27FC236}">
                <a16:creationId xmlns:a16="http://schemas.microsoft.com/office/drawing/2014/main" id="{2EAB3B3A-7486-AA7A-E762-7809BD8D6D54}"/>
              </a:ext>
            </a:extLst>
          </p:cNvPr>
          <p:cNvSpPr>
            <a:spLocks noGrp="1"/>
          </p:cNvSpPr>
          <p:nvPr>
            <p:ph type="pic" sz="quarter" idx="18"/>
          </p:nvPr>
        </p:nvSpPr>
        <p:spPr>
          <a:xfrm>
            <a:off x="10315032" y="1127389"/>
            <a:ext cx="756332" cy="753495"/>
          </a:xfrm>
        </p:spPr>
        <p:txBody>
          <a:bodyPr/>
          <a:lstStyle/>
          <a:p>
            <a:endParaRPr lang="en-US"/>
          </a:p>
        </p:txBody>
      </p:sp>
      <p:sp>
        <p:nvSpPr>
          <p:cNvPr id="30" name="Text Placeholder 10">
            <a:extLst>
              <a:ext uri="{FF2B5EF4-FFF2-40B4-BE49-F238E27FC236}">
                <a16:creationId xmlns:a16="http://schemas.microsoft.com/office/drawing/2014/main" id="{26E224A8-C573-A706-256A-E15D4A2CFEC3}"/>
              </a:ext>
            </a:extLst>
          </p:cNvPr>
          <p:cNvSpPr>
            <a:spLocks noGrp="1"/>
          </p:cNvSpPr>
          <p:nvPr>
            <p:ph type="body" sz="quarter" idx="19" hasCustomPrompt="1"/>
          </p:nvPr>
        </p:nvSpPr>
        <p:spPr>
          <a:xfrm>
            <a:off x="2685016" y="2915826"/>
            <a:ext cx="2083563" cy="427821"/>
          </a:xfrm>
        </p:spPr>
        <p:txBody>
          <a:bodyPr/>
          <a:lstStyle>
            <a:lvl1pPr algn="ctr">
              <a:buNone/>
              <a:defRPr sz="1600" b="1"/>
            </a:lvl1pPr>
          </a:lstStyle>
          <a:p>
            <a:pPr lvl="0"/>
            <a:r>
              <a:rPr lang="en-US" dirty="0"/>
              <a:t>Sub Title2</a:t>
            </a:r>
          </a:p>
        </p:txBody>
      </p:sp>
      <p:sp>
        <p:nvSpPr>
          <p:cNvPr id="31" name="Text Placeholder 10">
            <a:extLst>
              <a:ext uri="{FF2B5EF4-FFF2-40B4-BE49-F238E27FC236}">
                <a16:creationId xmlns:a16="http://schemas.microsoft.com/office/drawing/2014/main" id="{21BA3920-ED23-99D8-2FC4-EB6C7AF99AFF}"/>
              </a:ext>
            </a:extLst>
          </p:cNvPr>
          <p:cNvSpPr>
            <a:spLocks noGrp="1"/>
          </p:cNvSpPr>
          <p:nvPr>
            <p:ph type="body" sz="quarter" idx="20" hasCustomPrompt="1"/>
          </p:nvPr>
        </p:nvSpPr>
        <p:spPr>
          <a:xfrm>
            <a:off x="4993225" y="2021528"/>
            <a:ext cx="2083563" cy="427821"/>
          </a:xfrm>
        </p:spPr>
        <p:txBody>
          <a:bodyPr/>
          <a:lstStyle>
            <a:lvl1pPr algn="ctr">
              <a:buNone/>
              <a:defRPr sz="1600" b="1"/>
            </a:lvl1pPr>
          </a:lstStyle>
          <a:p>
            <a:pPr lvl="0"/>
            <a:r>
              <a:rPr lang="en-US" dirty="0"/>
              <a:t>Sub Title3</a:t>
            </a:r>
          </a:p>
        </p:txBody>
      </p:sp>
      <p:sp>
        <p:nvSpPr>
          <p:cNvPr id="32" name="Text Placeholder 10">
            <a:extLst>
              <a:ext uri="{FF2B5EF4-FFF2-40B4-BE49-F238E27FC236}">
                <a16:creationId xmlns:a16="http://schemas.microsoft.com/office/drawing/2014/main" id="{81CDE2EB-511D-6EB5-F2BB-E2F416A7938E}"/>
              </a:ext>
            </a:extLst>
          </p:cNvPr>
          <p:cNvSpPr>
            <a:spLocks noGrp="1"/>
          </p:cNvSpPr>
          <p:nvPr>
            <p:ph type="body" sz="quarter" idx="21" hasCustomPrompt="1"/>
          </p:nvPr>
        </p:nvSpPr>
        <p:spPr>
          <a:xfrm>
            <a:off x="7323856" y="2895947"/>
            <a:ext cx="2083563" cy="427821"/>
          </a:xfrm>
        </p:spPr>
        <p:txBody>
          <a:bodyPr/>
          <a:lstStyle>
            <a:lvl1pPr algn="ctr">
              <a:buNone/>
              <a:defRPr sz="1600" b="1"/>
            </a:lvl1pPr>
          </a:lstStyle>
          <a:p>
            <a:pPr lvl="0"/>
            <a:r>
              <a:rPr lang="en-US" dirty="0"/>
              <a:t>Sub Title4</a:t>
            </a:r>
          </a:p>
        </p:txBody>
      </p:sp>
      <p:sp>
        <p:nvSpPr>
          <p:cNvPr id="33" name="Text Placeholder 10">
            <a:extLst>
              <a:ext uri="{FF2B5EF4-FFF2-40B4-BE49-F238E27FC236}">
                <a16:creationId xmlns:a16="http://schemas.microsoft.com/office/drawing/2014/main" id="{4728F016-EE58-7AC6-9703-709762479F1C}"/>
              </a:ext>
            </a:extLst>
          </p:cNvPr>
          <p:cNvSpPr>
            <a:spLocks noGrp="1"/>
          </p:cNvSpPr>
          <p:nvPr>
            <p:ph type="body" sz="quarter" idx="22" hasCustomPrompt="1"/>
          </p:nvPr>
        </p:nvSpPr>
        <p:spPr>
          <a:xfrm>
            <a:off x="9599312" y="1964567"/>
            <a:ext cx="2083563" cy="427821"/>
          </a:xfrm>
        </p:spPr>
        <p:txBody>
          <a:bodyPr/>
          <a:lstStyle>
            <a:lvl1pPr algn="ctr">
              <a:buNone/>
              <a:defRPr sz="1600" b="1"/>
            </a:lvl1pPr>
          </a:lstStyle>
          <a:p>
            <a:pPr lvl="0"/>
            <a:r>
              <a:rPr lang="en-US" dirty="0"/>
              <a:t>Sub Title5</a:t>
            </a:r>
          </a:p>
        </p:txBody>
      </p:sp>
      <p:sp>
        <p:nvSpPr>
          <p:cNvPr id="34" name="Text Placeholder 12">
            <a:extLst>
              <a:ext uri="{FF2B5EF4-FFF2-40B4-BE49-F238E27FC236}">
                <a16:creationId xmlns:a16="http://schemas.microsoft.com/office/drawing/2014/main" id="{8D3EBCE0-D2D9-52CE-2F36-ADC31EA77165}"/>
              </a:ext>
            </a:extLst>
          </p:cNvPr>
          <p:cNvSpPr>
            <a:spLocks noGrp="1"/>
          </p:cNvSpPr>
          <p:nvPr>
            <p:ph type="body" sz="quarter" idx="23" hasCustomPrompt="1"/>
          </p:nvPr>
        </p:nvSpPr>
        <p:spPr>
          <a:xfrm>
            <a:off x="2675868" y="3708400"/>
            <a:ext cx="2083563" cy="1672173"/>
          </a:xfrm>
        </p:spPr>
        <p:txBody>
          <a:bodyPr/>
          <a:lstStyle>
            <a:lvl1pPr algn="ctr">
              <a:buNone/>
              <a:defRPr sz="1600"/>
            </a:lvl1pPr>
          </a:lstStyle>
          <a:p>
            <a:pPr lvl="0"/>
            <a:r>
              <a:rPr lang="en-US" dirty="0"/>
              <a:t>Text</a:t>
            </a:r>
          </a:p>
        </p:txBody>
      </p:sp>
      <p:sp>
        <p:nvSpPr>
          <p:cNvPr id="35" name="Text Placeholder 12">
            <a:extLst>
              <a:ext uri="{FF2B5EF4-FFF2-40B4-BE49-F238E27FC236}">
                <a16:creationId xmlns:a16="http://schemas.microsoft.com/office/drawing/2014/main" id="{14318105-6E65-8D52-5841-16B1E8AB4B66}"/>
              </a:ext>
            </a:extLst>
          </p:cNvPr>
          <p:cNvSpPr>
            <a:spLocks noGrp="1"/>
          </p:cNvSpPr>
          <p:nvPr>
            <p:ph type="body" sz="quarter" idx="24" hasCustomPrompt="1"/>
          </p:nvPr>
        </p:nvSpPr>
        <p:spPr>
          <a:xfrm>
            <a:off x="4993226" y="2790784"/>
            <a:ext cx="2083563" cy="1697469"/>
          </a:xfrm>
        </p:spPr>
        <p:txBody>
          <a:bodyPr/>
          <a:lstStyle>
            <a:lvl1pPr algn="ctr">
              <a:buNone/>
              <a:defRPr sz="1600"/>
            </a:lvl1pPr>
          </a:lstStyle>
          <a:p>
            <a:pPr lvl="0"/>
            <a:r>
              <a:rPr lang="en-US" dirty="0"/>
              <a:t>Text</a:t>
            </a:r>
          </a:p>
        </p:txBody>
      </p:sp>
      <p:sp>
        <p:nvSpPr>
          <p:cNvPr id="36" name="Text Placeholder 12">
            <a:extLst>
              <a:ext uri="{FF2B5EF4-FFF2-40B4-BE49-F238E27FC236}">
                <a16:creationId xmlns:a16="http://schemas.microsoft.com/office/drawing/2014/main" id="{4615E015-DD2E-7543-7E7A-E12454FF1B66}"/>
              </a:ext>
            </a:extLst>
          </p:cNvPr>
          <p:cNvSpPr>
            <a:spLocks noGrp="1"/>
          </p:cNvSpPr>
          <p:nvPr>
            <p:ph type="body" sz="quarter" idx="25" hasCustomPrompt="1"/>
          </p:nvPr>
        </p:nvSpPr>
        <p:spPr>
          <a:xfrm>
            <a:off x="7323857" y="3708400"/>
            <a:ext cx="2083563" cy="1655722"/>
          </a:xfrm>
        </p:spPr>
        <p:txBody>
          <a:bodyPr/>
          <a:lstStyle>
            <a:lvl1pPr algn="ctr">
              <a:buNone/>
              <a:defRPr sz="1600"/>
            </a:lvl1pPr>
          </a:lstStyle>
          <a:p>
            <a:pPr lvl="0"/>
            <a:r>
              <a:rPr lang="en-US" dirty="0"/>
              <a:t>Text</a:t>
            </a:r>
          </a:p>
        </p:txBody>
      </p:sp>
      <p:sp>
        <p:nvSpPr>
          <p:cNvPr id="37" name="Text Placeholder 12">
            <a:extLst>
              <a:ext uri="{FF2B5EF4-FFF2-40B4-BE49-F238E27FC236}">
                <a16:creationId xmlns:a16="http://schemas.microsoft.com/office/drawing/2014/main" id="{2403F3BF-328A-8D9A-09FA-675AA678C0BA}"/>
              </a:ext>
            </a:extLst>
          </p:cNvPr>
          <p:cNvSpPr>
            <a:spLocks noGrp="1"/>
          </p:cNvSpPr>
          <p:nvPr>
            <p:ph type="body" sz="quarter" idx="26" hasCustomPrompt="1"/>
          </p:nvPr>
        </p:nvSpPr>
        <p:spPr>
          <a:xfrm>
            <a:off x="9611738" y="2702560"/>
            <a:ext cx="2083563" cy="1725502"/>
          </a:xfrm>
        </p:spPr>
        <p:txBody>
          <a:bodyPr/>
          <a:lstStyle>
            <a:lvl1pPr algn="ctr">
              <a:buNone/>
              <a:defRPr sz="1600"/>
            </a:lvl1pPr>
          </a:lstStyle>
          <a:p>
            <a:pPr lvl="0"/>
            <a:r>
              <a:rPr lang="en-US" dirty="0"/>
              <a:t>Text</a:t>
            </a:r>
          </a:p>
        </p:txBody>
      </p:sp>
      <p:sp>
        <p:nvSpPr>
          <p:cNvPr id="38" name="Right Triangle 37">
            <a:extLst>
              <a:ext uri="{FF2B5EF4-FFF2-40B4-BE49-F238E27FC236}">
                <a16:creationId xmlns:a16="http://schemas.microsoft.com/office/drawing/2014/main" id="{F6D0DDD4-DB09-DC2D-2381-4601F45D8AE4}"/>
              </a:ext>
            </a:extLst>
          </p:cNvPr>
          <p:cNvSpPr/>
          <p:nvPr userDrawn="1"/>
        </p:nvSpPr>
        <p:spPr>
          <a:xfrm rot="16200000">
            <a:off x="4304630" y="5289219"/>
            <a:ext cx="523872" cy="673371"/>
          </a:xfrm>
          <a:prstGeom prst="rtTriangle">
            <a:avLst/>
          </a:prstGeom>
          <a:solidFill>
            <a:schemeClr val="tx1"/>
          </a:solidFill>
          <a:ln w="15875">
            <a:gradFill flip="none" rotWithShape="1">
              <a:gsLst>
                <a:gs pos="0">
                  <a:schemeClr val="accent1"/>
                </a:gs>
                <a:gs pos="41000">
                  <a:schemeClr val="accent3"/>
                </a:gs>
                <a:gs pos="83000">
                  <a:schemeClr val="accent4"/>
                </a:gs>
                <a:gs pos="100000">
                  <a:schemeClr val="tx1"/>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39" name="Right Triangle 38">
            <a:extLst>
              <a:ext uri="{FF2B5EF4-FFF2-40B4-BE49-F238E27FC236}">
                <a16:creationId xmlns:a16="http://schemas.microsoft.com/office/drawing/2014/main" id="{52BB806C-7DFA-DAE4-A9CA-9FA2E939DAD4}"/>
              </a:ext>
            </a:extLst>
          </p:cNvPr>
          <p:cNvSpPr/>
          <p:nvPr userDrawn="1"/>
        </p:nvSpPr>
        <p:spPr>
          <a:xfrm rot="16200000">
            <a:off x="6610252" y="4374795"/>
            <a:ext cx="523872" cy="673371"/>
          </a:xfrm>
          <a:prstGeom prst="rtTriangle">
            <a:avLst/>
          </a:prstGeom>
          <a:solidFill>
            <a:schemeClr val="tx1"/>
          </a:solidFill>
          <a:ln w="15875">
            <a:gradFill flip="none" rotWithShape="1">
              <a:gsLst>
                <a:gs pos="0">
                  <a:schemeClr val="accent1"/>
                </a:gs>
                <a:gs pos="41000">
                  <a:schemeClr val="accent3"/>
                </a:gs>
                <a:gs pos="83000">
                  <a:schemeClr val="accent4"/>
                </a:gs>
                <a:gs pos="100000">
                  <a:schemeClr val="tx1"/>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40" name="Right Triangle 39">
            <a:extLst>
              <a:ext uri="{FF2B5EF4-FFF2-40B4-BE49-F238E27FC236}">
                <a16:creationId xmlns:a16="http://schemas.microsoft.com/office/drawing/2014/main" id="{0423FF3F-203F-79B8-12EB-A030C205832F}"/>
              </a:ext>
            </a:extLst>
          </p:cNvPr>
          <p:cNvSpPr/>
          <p:nvPr userDrawn="1"/>
        </p:nvSpPr>
        <p:spPr>
          <a:xfrm rot="16200000">
            <a:off x="8931635" y="5263461"/>
            <a:ext cx="523872" cy="673371"/>
          </a:xfrm>
          <a:prstGeom prst="rtTriangle">
            <a:avLst/>
          </a:prstGeom>
          <a:solidFill>
            <a:schemeClr val="tx1"/>
          </a:solidFill>
          <a:ln w="15875">
            <a:gradFill flip="none" rotWithShape="1">
              <a:gsLst>
                <a:gs pos="0">
                  <a:schemeClr val="accent1"/>
                </a:gs>
                <a:gs pos="41000">
                  <a:schemeClr val="accent3"/>
                </a:gs>
                <a:gs pos="83000">
                  <a:schemeClr val="accent4"/>
                </a:gs>
                <a:gs pos="100000">
                  <a:schemeClr val="tx1"/>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41" name="Right Triangle 40">
            <a:extLst>
              <a:ext uri="{FF2B5EF4-FFF2-40B4-BE49-F238E27FC236}">
                <a16:creationId xmlns:a16="http://schemas.microsoft.com/office/drawing/2014/main" id="{A4B5F8BE-9CDE-C391-5092-E96C93AB8C61}"/>
              </a:ext>
            </a:extLst>
          </p:cNvPr>
          <p:cNvSpPr/>
          <p:nvPr userDrawn="1"/>
        </p:nvSpPr>
        <p:spPr>
          <a:xfrm rot="16200000">
            <a:off x="11197377" y="4347261"/>
            <a:ext cx="523872" cy="673371"/>
          </a:xfrm>
          <a:prstGeom prst="rtTriangle">
            <a:avLst/>
          </a:prstGeom>
          <a:solidFill>
            <a:schemeClr val="tx1"/>
          </a:solidFill>
          <a:ln w="15875">
            <a:gradFill flip="none" rotWithShape="1">
              <a:gsLst>
                <a:gs pos="0">
                  <a:schemeClr val="accent1"/>
                </a:gs>
                <a:gs pos="41000">
                  <a:schemeClr val="accent3"/>
                </a:gs>
                <a:gs pos="83000">
                  <a:schemeClr val="accent4"/>
                </a:gs>
                <a:gs pos="100000">
                  <a:schemeClr val="tx1"/>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cxnSp>
        <p:nvCxnSpPr>
          <p:cNvPr id="3" name="Straight Connector 2">
            <a:extLst>
              <a:ext uri="{FF2B5EF4-FFF2-40B4-BE49-F238E27FC236}">
                <a16:creationId xmlns:a16="http://schemas.microsoft.com/office/drawing/2014/main" id="{138503F1-97AE-DF53-A1EE-C60431334EEB}"/>
              </a:ext>
            </a:extLst>
          </p:cNvPr>
          <p:cNvCxnSpPr>
            <a:cxnSpLocks/>
          </p:cNvCxnSpPr>
          <p:nvPr userDrawn="1"/>
        </p:nvCxnSpPr>
        <p:spPr>
          <a:xfrm>
            <a:off x="323850" y="2550160"/>
            <a:ext cx="2144696" cy="0"/>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FA55832-99E7-16E9-7005-358C30BD32B5}"/>
              </a:ext>
            </a:extLst>
          </p:cNvPr>
          <p:cNvCxnSpPr>
            <a:cxnSpLocks/>
          </p:cNvCxnSpPr>
          <p:nvPr userDrawn="1"/>
        </p:nvCxnSpPr>
        <p:spPr>
          <a:xfrm>
            <a:off x="2640195" y="3545840"/>
            <a:ext cx="2144696" cy="0"/>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878FC3D-CB1D-E2FC-0743-3A8321EF3272}"/>
              </a:ext>
            </a:extLst>
          </p:cNvPr>
          <p:cNvCxnSpPr>
            <a:cxnSpLocks/>
          </p:cNvCxnSpPr>
          <p:nvPr userDrawn="1"/>
        </p:nvCxnSpPr>
        <p:spPr>
          <a:xfrm>
            <a:off x="4961580" y="2621280"/>
            <a:ext cx="2144696" cy="0"/>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ABD004A-659D-7DA7-8282-C503E5E970FF}"/>
              </a:ext>
            </a:extLst>
          </p:cNvPr>
          <p:cNvCxnSpPr>
            <a:cxnSpLocks/>
          </p:cNvCxnSpPr>
          <p:nvPr userDrawn="1"/>
        </p:nvCxnSpPr>
        <p:spPr>
          <a:xfrm>
            <a:off x="7282964" y="3515360"/>
            <a:ext cx="2144696" cy="0"/>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142F8EF-396A-4F15-09BC-EA81528C9CDB}"/>
              </a:ext>
            </a:extLst>
          </p:cNvPr>
          <p:cNvCxnSpPr>
            <a:cxnSpLocks/>
          </p:cNvCxnSpPr>
          <p:nvPr userDrawn="1"/>
        </p:nvCxnSpPr>
        <p:spPr>
          <a:xfrm>
            <a:off x="9589195" y="2550160"/>
            <a:ext cx="2144696" cy="0"/>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015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39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02F93EE-5D54-5072-B414-2199FD167DFA}"/>
              </a:ext>
            </a:extLst>
          </p:cNvPr>
          <p:cNvSpPr>
            <a:spLocks noGrp="1"/>
          </p:cNvSpPr>
          <p:nvPr>
            <p:ph type="title" hasCustomPrompt="1"/>
          </p:nvPr>
        </p:nvSpPr>
        <p:spPr>
          <a:xfrm>
            <a:off x="323850" y="298146"/>
            <a:ext cx="11544300" cy="492443"/>
          </a:xfrm>
          <a:noFill/>
        </p:spPr>
        <p:txBody>
          <a:bodyPr/>
          <a:lstStyle/>
          <a:p>
            <a:r>
              <a:rPr lang="en-US" dirty="0"/>
              <a:t>Slide Title</a:t>
            </a:r>
          </a:p>
        </p:txBody>
      </p:sp>
      <p:sp>
        <p:nvSpPr>
          <p:cNvPr id="8" name="Rounded Rectangle 7">
            <a:extLst>
              <a:ext uri="{FF2B5EF4-FFF2-40B4-BE49-F238E27FC236}">
                <a16:creationId xmlns:a16="http://schemas.microsoft.com/office/drawing/2014/main" id="{4FC96BAC-370B-6C1E-8B1D-4D476A26B1E8}"/>
              </a:ext>
            </a:extLst>
          </p:cNvPr>
          <p:cNvSpPr/>
          <p:nvPr userDrawn="1"/>
        </p:nvSpPr>
        <p:spPr>
          <a:xfrm>
            <a:off x="4074160" y="5171440"/>
            <a:ext cx="1056640" cy="91440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9" name="Rounded Rectangle 8">
            <a:extLst>
              <a:ext uri="{FF2B5EF4-FFF2-40B4-BE49-F238E27FC236}">
                <a16:creationId xmlns:a16="http://schemas.microsoft.com/office/drawing/2014/main" id="{EA070732-B9C2-7F56-D45B-88CF82D094E5}"/>
              </a:ext>
            </a:extLst>
          </p:cNvPr>
          <p:cNvSpPr/>
          <p:nvPr userDrawn="1"/>
        </p:nvSpPr>
        <p:spPr>
          <a:xfrm>
            <a:off x="6380480" y="4259262"/>
            <a:ext cx="1056640" cy="91440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0" name="Rounded Rectangle 9">
            <a:extLst>
              <a:ext uri="{FF2B5EF4-FFF2-40B4-BE49-F238E27FC236}">
                <a16:creationId xmlns:a16="http://schemas.microsoft.com/office/drawing/2014/main" id="{864176D8-2CA4-47E9-116D-874287B766D9}"/>
              </a:ext>
            </a:extLst>
          </p:cNvPr>
          <p:cNvSpPr/>
          <p:nvPr userDrawn="1"/>
        </p:nvSpPr>
        <p:spPr>
          <a:xfrm>
            <a:off x="4074160" y="3429000"/>
            <a:ext cx="1056640" cy="91440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1" name="Rounded Rectangle 10">
            <a:extLst>
              <a:ext uri="{FF2B5EF4-FFF2-40B4-BE49-F238E27FC236}">
                <a16:creationId xmlns:a16="http://schemas.microsoft.com/office/drawing/2014/main" id="{2D5A23AB-C765-AB8D-9648-B2365CF1840B}"/>
              </a:ext>
            </a:extLst>
          </p:cNvPr>
          <p:cNvSpPr/>
          <p:nvPr userDrawn="1"/>
        </p:nvSpPr>
        <p:spPr>
          <a:xfrm>
            <a:off x="6380480" y="2611120"/>
            <a:ext cx="1056640" cy="91440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2" name="Rounded Rectangle 11">
            <a:extLst>
              <a:ext uri="{FF2B5EF4-FFF2-40B4-BE49-F238E27FC236}">
                <a16:creationId xmlns:a16="http://schemas.microsoft.com/office/drawing/2014/main" id="{14C2C1D4-C34E-1E45-8702-ECA53855AF23}"/>
              </a:ext>
            </a:extLst>
          </p:cNvPr>
          <p:cNvSpPr/>
          <p:nvPr userDrawn="1"/>
        </p:nvSpPr>
        <p:spPr>
          <a:xfrm>
            <a:off x="4074160" y="1686560"/>
            <a:ext cx="1056640" cy="91440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3" name="Rounded Rectangle 12">
            <a:extLst>
              <a:ext uri="{FF2B5EF4-FFF2-40B4-BE49-F238E27FC236}">
                <a16:creationId xmlns:a16="http://schemas.microsoft.com/office/drawing/2014/main" id="{C524B8F2-A89B-721F-AE6D-0F5784A37EB8}"/>
              </a:ext>
            </a:extLst>
          </p:cNvPr>
          <p:cNvSpPr/>
          <p:nvPr userDrawn="1"/>
        </p:nvSpPr>
        <p:spPr>
          <a:xfrm>
            <a:off x="6380480" y="962978"/>
            <a:ext cx="1056640" cy="91440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4" name="Rounded Rectangle 13">
            <a:extLst>
              <a:ext uri="{FF2B5EF4-FFF2-40B4-BE49-F238E27FC236}">
                <a16:creationId xmlns:a16="http://schemas.microsoft.com/office/drawing/2014/main" id="{CF8D0BCC-7761-71D9-D8DD-DCFA503722CC}"/>
              </a:ext>
            </a:extLst>
          </p:cNvPr>
          <p:cNvSpPr/>
          <p:nvPr userDrawn="1"/>
        </p:nvSpPr>
        <p:spPr>
          <a:xfrm>
            <a:off x="4226560" y="1808480"/>
            <a:ext cx="751840" cy="67056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5" name="Rounded Rectangle 14">
            <a:extLst>
              <a:ext uri="{FF2B5EF4-FFF2-40B4-BE49-F238E27FC236}">
                <a16:creationId xmlns:a16="http://schemas.microsoft.com/office/drawing/2014/main" id="{2C9B5D29-95C3-AE77-06E8-9B3E2FDEAFC1}"/>
              </a:ext>
            </a:extLst>
          </p:cNvPr>
          <p:cNvSpPr/>
          <p:nvPr userDrawn="1"/>
        </p:nvSpPr>
        <p:spPr>
          <a:xfrm>
            <a:off x="4226560" y="3570605"/>
            <a:ext cx="751840" cy="67056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6" name="Rounded Rectangle 15">
            <a:extLst>
              <a:ext uri="{FF2B5EF4-FFF2-40B4-BE49-F238E27FC236}">
                <a16:creationId xmlns:a16="http://schemas.microsoft.com/office/drawing/2014/main" id="{2C3A5681-7E9B-5981-CD2C-715513A632B3}"/>
              </a:ext>
            </a:extLst>
          </p:cNvPr>
          <p:cNvSpPr/>
          <p:nvPr userDrawn="1"/>
        </p:nvSpPr>
        <p:spPr>
          <a:xfrm>
            <a:off x="6532880" y="1074738"/>
            <a:ext cx="751840" cy="67056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7" name="Rounded Rectangle 16">
            <a:extLst>
              <a:ext uri="{FF2B5EF4-FFF2-40B4-BE49-F238E27FC236}">
                <a16:creationId xmlns:a16="http://schemas.microsoft.com/office/drawing/2014/main" id="{561C3685-882D-71AD-D82B-D201FC2A5703}"/>
              </a:ext>
            </a:extLst>
          </p:cNvPr>
          <p:cNvSpPr/>
          <p:nvPr userDrawn="1"/>
        </p:nvSpPr>
        <p:spPr>
          <a:xfrm>
            <a:off x="4216400" y="5293360"/>
            <a:ext cx="751840" cy="67056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8" name="Rounded Rectangle 17">
            <a:extLst>
              <a:ext uri="{FF2B5EF4-FFF2-40B4-BE49-F238E27FC236}">
                <a16:creationId xmlns:a16="http://schemas.microsoft.com/office/drawing/2014/main" id="{024E5F72-D4CD-A7D8-948C-8D7397E3E452}"/>
              </a:ext>
            </a:extLst>
          </p:cNvPr>
          <p:cNvSpPr/>
          <p:nvPr userDrawn="1"/>
        </p:nvSpPr>
        <p:spPr>
          <a:xfrm>
            <a:off x="6532880" y="2733040"/>
            <a:ext cx="751840" cy="67056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19" name="Rounded Rectangle 18">
            <a:extLst>
              <a:ext uri="{FF2B5EF4-FFF2-40B4-BE49-F238E27FC236}">
                <a16:creationId xmlns:a16="http://schemas.microsoft.com/office/drawing/2014/main" id="{D6E26F04-2D8E-9E75-99DE-E9EA2D418E2D}"/>
              </a:ext>
            </a:extLst>
          </p:cNvPr>
          <p:cNvSpPr/>
          <p:nvPr userDrawn="1"/>
        </p:nvSpPr>
        <p:spPr>
          <a:xfrm>
            <a:off x="6532880" y="4388803"/>
            <a:ext cx="751840" cy="670560"/>
          </a:xfrm>
          <a:prstGeom prst="round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cxnSp>
        <p:nvCxnSpPr>
          <p:cNvPr id="20" name="Straight Arrow Connector 19">
            <a:extLst>
              <a:ext uri="{FF2B5EF4-FFF2-40B4-BE49-F238E27FC236}">
                <a16:creationId xmlns:a16="http://schemas.microsoft.com/office/drawing/2014/main" id="{015A4084-E42A-E7BC-7EA2-F5CCC982AADD}"/>
              </a:ext>
            </a:extLst>
          </p:cNvPr>
          <p:cNvCxnSpPr>
            <a:stCxn id="8" idx="3"/>
            <a:endCxn id="9" idx="1"/>
          </p:cNvCxnSpPr>
          <p:nvPr userDrawn="1"/>
        </p:nvCxnSpPr>
        <p:spPr>
          <a:xfrm flipV="1">
            <a:off x="5130800" y="4716462"/>
            <a:ext cx="1249680" cy="912178"/>
          </a:xfrm>
          <a:prstGeom prst="straightConnector1">
            <a:avLst/>
          </a:prstGeom>
          <a:ln>
            <a:gradFill flip="none" rotWithShape="1">
              <a:gsLst>
                <a:gs pos="0">
                  <a:schemeClr val="tx1"/>
                </a:gs>
                <a:gs pos="29000">
                  <a:schemeClr val="accent1"/>
                </a:gs>
                <a:gs pos="60000">
                  <a:schemeClr val="accent3"/>
                </a:gs>
                <a:gs pos="100000">
                  <a:schemeClr val="accent4"/>
                </a:gs>
              </a:gsLst>
              <a:path path="circle">
                <a:fillToRect l="100000" t="100000"/>
              </a:path>
              <a:tileRect r="-100000" b="-100000"/>
            </a:gra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20B5D7BD-791A-A72E-02C2-46EC63C73710}"/>
              </a:ext>
            </a:extLst>
          </p:cNvPr>
          <p:cNvCxnSpPr>
            <a:stCxn id="9" idx="1"/>
            <a:endCxn id="10" idx="3"/>
          </p:cNvCxnSpPr>
          <p:nvPr userDrawn="1"/>
        </p:nvCxnSpPr>
        <p:spPr>
          <a:xfrm flipH="1" flipV="1">
            <a:off x="5130800" y="3886200"/>
            <a:ext cx="1249680" cy="830262"/>
          </a:xfrm>
          <a:prstGeom prst="straightConnector1">
            <a:avLst/>
          </a:prstGeom>
          <a:ln>
            <a:gradFill flip="none" rotWithShape="1">
              <a:gsLst>
                <a:gs pos="0">
                  <a:schemeClr val="tx1"/>
                </a:gs>
                <a:gs pos="27000">
                  <a:schemeClr val="accent1"/>
                </a:gs>
                <a:gs pos="61000">
                  <a:schemeClr val="accent3"/>
                </a:gs>
                <a:gs pos="91000">
                  <a:schemeClr val="accent4"/>
                </a:gs>
              </a:gsLst>
              <a:path path="circle">
                <a:fillToRect l="100000" t="100000"/>
              </a:path>
              <a:tileRect r="-100000" b="-100000"/>
            </a:gradFill>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39681653-23ED-A93C-5D01-74D3E2852020}"/>
              </a:ext>
            </a:extLst>
          </p:cNvPr>
          <p:cNvCxnSpPr>
            <a:cxnSpLocks/>
            <a:stCxn id="10" idx="3"/>
            <a:endCxn id="11" idx="1"/>
          </p:cNvCxnSpPr>
          <p:nvPr userDrawn="1"/>
        </p:nvCxnSpPr>
        <p:spPr>
          <a:xfrm flipV="1">
            <a:off x="5130800" y="3068320"/>
            <a:ext cx="1249680" cy="817880"/>
          </a:xfrm>
          <a:prstGeom prst="straightConnector1">
            <a:avLst/>
          </a:prstGeom>
          <a:ln>
            <a:gradFill flip="none" rotWithShape="1">
              <a:gsLst>
                <a:gs pos="0">
                  <a:schemeClr val="tx1"/>
                </a:gs>
                <a:gs pos="37000">
                  <a:schemeClr val="accent1"/>
                </a:gs>
                <a:gs pos="66000">
                  <a:schemeClr val="accent3"/>
                </a:gs>
                <a:gs pos="92000">
                  <a:schemeClr val="accent4"/>
                </a:gs>
              </a:gsLst>
              <a:path path="circle">
                <a:fillToRect l="100000" t="100000"/>
              </a:path>
              <a:tileRect r="-100000" b="-100000"/>
            </a:gradFill>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F34D2BD7-A195-391A-F19D-320CA35A2410}"/>
              </a:ext>
            </a:extLst>
          </p:cNvPr>
          <p:cNvCxnSpPr>
            <a:cxnSpLocks/>
            <a:stCxn id="11" idx="1"/>
            <a:endCxn id="12" idx="3"/>
          </p:cNvCxnSpPr>
          <p:nvPr userDrawn="1"/>
        </p:nvCxnSpPr>
        <p:spPr>
          <a:xfrm flipH="1" flipV="1">
            <a:off x="5130800" y="2143760"/>
            <a:ext cx="1249680" cy="924560"/>
          </a:xfrm>
          <a:prstGeom prst="straightConnector1">
            <a:avLst/>
          </a:prstGeom>
          <a:ln>
            <a:gradFill flip="none" rotWithShape="1">
              <a:gsLst>
                <a:gs pos="0">
                  <a:schemeClr val="tx1"/>
                </a:gs>
                <a:gs pos="41000">
                  <a:schemeClr val="accent1"/>
                </a:gs>
                <a:gs pos="71000">
                  <a:schemeClr val="accent3"/>
                </a:gs>
                <a:gs pos="100000">
                  <a:schemeClr val="accent4"/>
                </a:gs>
              </a:gsLst>
              <a:path path="circle">
                <a:fillToRect l="100000" t="100000"/>
              </a:path>
              <a:tileRect r="-100000" b="-100000"/>
            </a:gradFill>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4BA04DDA-39B9-0408-9F98-5AA7B6029246}"/>
              </a:ext>
            </a:extLst>
          </p:cNvPr>
          <p:cNvCxnSpPr>
            <a:cxnSpLocks/>
            <a:stCxn id="12" idx="3"/>
            <a:endCxn id="13" idx="1"/>
          </p:cNvCxnSpPr>
          <p:nvPr userDrawn="1"/>
        </p:nvCxnSpPr>
        <p:spPr>
          <a:xfrm flipV="1">
            <a:off x="5130800" y="1420178"/>
            <a:ext cx="1249680" cy="723582"/>
          </a:xfrm>
          <a:prstGeom prst="straightConnector1">
            <a:avLst/>
          </a:prstGeom>
          <a:ln>
            <a:gradFill flip="none" rotWithShape="1">
              <a:gsLst>
                <a:gs pos="0">
                  <a:schemeClr val="tx1"/>
                </a:gs>
                <a:gs pos="38000">
                  <a:schemeClr val="accent1"/>
                </a:gs>
                <a:gs pos="70000">
                  <a:schemeClr val="accent3"/>
                </a:gs>
                <a:gs pos="100000">
                  <a:schemeClr val="accent4"/>
                </a:gs>
              </a:gsLst>
              <a:path path="circle">
                <a:fillToRect l="100000" t="100000"/>
              </a:path>
              <a:tileRect r="-100000" b="-100000"/>
            </a:gradFill>
            <a:tailEnd type="triangle"/>
          </a:ln>
        </p:spPr>
        <p:style>
          <a:lnRef idx="2">
            <a:schemeClr val="dk1"/>
          </a:lnRef>
          <a:fillRef idx="0">
            <a:schemeClr val="dk1"/>
          </a:fillRef>
          <a:effectRef idx="1">
            <a:schemeClr val="dk1"/>
          </a:effectRef>
          <a:fontRef idx="minor">
            <a:schemeClr val="tx1"/>
          </a:fontRef>
        </p:style>
      </p:cxnSp>
      <p:sp>
        <p:nvSpPr>
          <p:cNvPr id="25" name="Picture Placeholder 30">
            <a:extLst>
              <a:ext uri="{FF2B5EF4-FFF2-40B4-BE49-F238E27FC236}">
                <a16:creationId xmlns:a16="http://schemas.microsoft.com/office/drawing/2014/main" id="{FF19B856-0E95-76CE-F78C-F9339769452F}"/>
              </a:ext>
            </a:extLst>
          </p:cNvPr>
          <p:cNvSpPr>
            <a:spLocks noGrp="1"/>
          </p:cNvSpPr>
          <p:nvPr>
            <p:ph type="pic" sz="quarter" idx="12"/>
          </p:nvPr>
        </p:nvSpPr>
        <p:spPr>
          <a:xfrm>
            <a:off x="4297680" y="1881988"/>
            <a:ext cx="589280" cy="523544"/>
          </a:xfrm>
          <a:noFill/>
        </p:spPr>
        <p:txBody>
          <a:bodyPr/>
          <a:lstStyle/>
          <a:p>
            <a:endParaRPr lang="en-US"/>
          </a:p>
        </p:txBody>
      </p:sp>
      <p:sp>
        <p:nvSpPr>
          <p:cNvPr id="26" name="Picture Placeholder 30">
            <a:extLst>
              <a:ext uri="{FF2B5EF4-FFF2-40B4-BE49-F238E27FC236}">
                <a16:creationId xmlns:a16="http://schemas.microsoft.com/office/drawing/2014/main" id="{279BC6FC-0F8B-2C3A-7AA5-84A473214988}"/>
              </a:ext>
            </a:extLst>
          </p:cNvPr>
          <p:cNvSpPr>
            <a:spLocks noGrp="1"/>
          </p:cNvSpPr>
          <p:nvPr>
            <p:ph type="pic" sz="quarter" idx="13"/>
          </p:nvPr>
        </p:nvSpPr>
        <p:spPr>
          <a:xfrm>
            <a:off x="6614160" y="4462159"/>
            <a:ext cx="589280" cy="523544"/>
          </a:xfrm>
          <a:noFill/>
        </p:spPr>
        <p:txBody>
          <a:bodyPr/>
          <a:lstStyle/>
          <a:p>
            <a:endParaRPr lang="en-US"/>
          </a:p>
        </p:txBody>
      </p:sp>
      <p:sp>
        <p:nvSpPr>
          <p:cNvPr id="27" name="Picture Placeholder 30">
            <a:extLst>
              <a:ext uri="{FF2B5EF4-FFF2-40B4-BE49-F238E27FC236}">
                <a16:creationId xmlns:a16="http://schemas.microsoft.com/office/drawing/2014/main" id="{FD3389DC-BB57-8A3B-2A90-60A45A72A8B6}"/>
              </a:ext>
            </a:extLst>
          </p:cNvPr>
          <p:cNvSpPr>
            <a:spLocks noGrp="1"/>
          </p:cNvSpPr>
          <p:nvPr>
            <p:ph type="pic" sz="quarter" idx="14"/>
          </p:nvPr>
        </p:nvSpPr>
        <p:spPr>
          <a:xfrm>
            <a:off x="6629400" y="2806548"/>
            <a:ext cx="589280" cy="523544"/>
          </a:xfrm>
          <a:noFill/>
        </p:spPr>
        <p:txBody>
          <a:bodyPr/>
          <a:lstStyle/>
          <a:p>
            <a:endParaRPr lang="en-US"/>
          </a:p>
        </p:txBody>
      </p:sp>
      <p:sp>
        <p:nvSpPr>
          <p:cNvPr id="28" name="Picture Placeholder 30">
            <a:extLst>
              <a:ext uri="{FF2B5EF4-FFF2-40B4-BE49-F238E27FC236}">
                <a16:creationId xmlns:a16="http://schemas.microsoft.com/office/drawing/2014/main" id="{4A5D8207-AB36-1DC6-2A2F-9D96354837FF}"/>
              </a:ext>
            </a:extLst>
          </p:cNvPr>
          <p:cNvSpPr>
            <a:spLocks noGrp="1"/>
          </p:cNvSpPr>
          <p:nvPr>
            <p:ph type="pic" sz="quarter" idx="15"/>
          </p:nvPr>
        </p:nvSpPr>
        <p:spPr>
          <a:xfrm>
            <a:off x="4307840" y="3642380"/>
            <a:ext cx="589280" cy="523544"/>
          </a:xfrm>
          <a:noFill/>
        </p:spPr>
        <p:txBody>
          <a:bodyPr/>
          <a:lstStyle/>
          <a:p>
            <a:endParaRPr lang="en-US"/>
          </a:p>
        </p:txBody>
      </p:sp>
      <p:sp>
        <p:nvSpPr>
          <p:cNvPr id="29" name="Picture Placeholder 30">
            <a:extLst>
              <a:ext uri="{FF2B5EF4-FFF2-40B4-BE49-F238E27FC236}">
                <a16:creationId xmlns:a16="http://schemas.microsoft.com/office/drawing/2014/main" id="{3BB8015B-A160-095E-869F-B02CCAD32688}"/>
              </a:ext>
            </a:extLst>
          </p:cNvPr>
          <p:cNvSpPr>
            <a:spLocks noGrp="1"/>
          </p:cNvSpPr>
          <p:nvPr>
            <p:ph type="pic" sz="quarter" idx="17"/>
          </p:nvPr>
        </p:nvSpPr>
        <p:spPr>
          <a:xfrm>
            <a:off x="4297680" y="5359096"/>
            <a:ext cx="589280" cy="523544"/>
          </a:xfrm>
          <a:noFill/>
        </p:spPr>
        <p:txBody>
          <a:bodyPr/>
          <a:lstStyle/>
          <a:p>
            <a:endParaRPr lang="en-US"/>
          </a:p>
        </p:txBody>
      </p:sp>
      <p:sp>
        <p:nvSpPr>
          <p:cNvPr id="30" name="Picture Placeholder 30">
            <a:extLst>
              <a:ext uri="{FF2B5EF4-FFF2-40B4-BE49-F238E27FC236}">
                <a16:creationId xmlns:a16="http://schemas.microsoft.com/office/drawing/2014/main" id="{A65EC322-EB1A-7480-4F3F-C60230A307F2}"/>
              </a:ext>
            </a:extLst>
          </p:cNvPr>
          <p:cNvSpPr>
            <a:spLocks noGrp="1"/>
          </p:cNvSpPr>
          <p:nvPr>
            <p:ph type="pic" sz="quarter" idx="18"/>
          </p:nvPr>
        </p:nvSpPr>
        <p:spPr>
          <a:xfrm>
            <a:off x="6614160" y="1140322"/>
            <a:ext cx="589280" cy="523544"/>
          </a:xfrm>
          <a:noFill/>
        </p:spPr>
        <p:txBody>
          <a:bodyPr/>
          <a:lstStyle/>
          <a:p>
            <a:endParaRPr lang="en-US"/>
          </a:p>
        </p:txBody>
      </p:sp>
      <p:sp>
        <p:nvSpPr>
          <p:cNvPr id="31" name="Text Placeholder 38">
            <a:extLst>
              <a:ext uri="{FF2B5EF4-FFF2-40B4-BE49-F238E27FC236}">
                <a16:creationId xmlns:a16="http://schemas.microsoft.com/office/drawing/2014/main" id="{2211E6BB-1B42-37F7-7F2F-3EA8879AD64E}"/>
              </a:ext>
            </a:extLst>
          </p:cNvPr>
          <p:cNvSpPr>
            <a:spLocks noGrp="1"/>
          </p:cNvSpPr>
          <p:nvPr>
            <p:ph type="body" sz="quarter" idx="20" hasCustomPrompt="1"/>
          </p:nvPr>
        </p:nvSpPr>
        <p:spPr>
          <a:xfrm>
            <a:off x="7541217" y="3068320"/>
            <a:ext cx="3653789" cy="914400"/>
          </a:xfrm>
          <a:noFill/>
        </p:spPr>
        <p:txBody>
          <a:bodyPr/>
          <a:lstStyle>
            <a:lvl1pPr>
              <a:defRPr sz="1600"/>
            </a:lvl1pPr>
          </a:lstStyle>
          <a:p>
            <a:pPr lvl="0"/>
            <a:r>
              <a:rPr lang="en-US" dirty="0"/>
              <a:t>Text3</a:t>
            </a:r>
          </a:p>
        </p:txBody>
      </p:sp>
      <p:sp>
        <p:nvSpPr>
          <p:cNvPr id="32" name="Text Placeholder 38">
            <a:extLst>
              <a:ext uri="{FF2B5EF4-FFF2-40B4-BE49-F238E27FC236}">
                <a16:creationId xmlns:a16="http://schemas.microsoft.com/office/drawing/2014/main" id="{5B78DFD6-E41A-A960-7702-E9D32DCF54B1}"/>
              </a:ext>
            </a:extLst>
          </p:cNvPr>
          <p:cNvSpPr>
            <a:spLocks noGrp="1"/>
          </p:cNvSpPr>
          <p:nvPr>
            <p:ph type="body" sz="quarter" idx="21" hasCustomPrompt="1"/>
          </p:nvPr>
        </p:nvSpPr>
        <p:spPr>
          <a:xfrm>
            <a:off x="7541217" y="4836160"/>
            <a:ext cx="3653789" cy="914400"/>
          </a:xfrm>
          <a:noFill/>
        </p:spPr>
        <p:txBody>
          <a:bodyPr/>
          <a:lstStyle>
            <a:lvl1pPr>
              <a:defRPr sz="1600"/>
            </a:lvl1pPr>
          </a:lstStyle>
          <a:p>
            <a:pPr lvl="0"/>
            <a:r>
              <a:rPr lang="en-US" dirty="0"/>
              <a:t>Text5</a:t>
            </a:r>
          </a:p>
        </p:txBody>
      </p:sp>
      <p:sp>
        <p:nvSpPr>
          <p:cNvPr id="33" name="Text Placeholder 38">
            <a:extLst>
              <a:ext uri="{FF2B5EF4-FFF2-40B4-BE49-F238E27FC236}">
                <a16:creationId xmlns:a16="http://schemas.microsoft.com/office/drawing/2014/main" id="{733E9A95-A45E-025F-0BD3-DF52CBD35C52}"/>
              </a:ext>
            </a:extLst>
          </p:cNvPr>
          <p:cNvSpPr>
            <a:spLocks noGrp="1"/>
          </p:cNvSpPr>
          <p:nvPr>
            <p:ph type="body" sz="quarter" idx="22" hasCustomPrompt="1"/>
          </p:nvPr>
        </p:nvSpPr>
        <p:spPr>
          <a:xfrm>
            <a:off x="323850" y="1877378"/>
            <a:ext cx="3653790" cy="914400"/>
          </a:xfrm>
          <a:noFill/>
        </p:spPr>
        <p:txBody>
          <a:bodyPr/>
          <a:lstStyle>
            <a:lvl1pPr algn="r">
              <a:defRPr sz="1600"/>
            </a:lvl1pPr>
          </a:lstStyle>
          <a:p>
            <a:pPr lvl="0"/>
            <a:r>
              <a:rPr lang="en-US" dirty="0"/>
              <a:t>Text2</a:t>
            </a:r>
          </a:p>
        </p:txBody>
      </p:sp>
      <p:sp>
        <p:nvSpPr>
          <p:cNvPr id="34" name="Text Placeholder 38">
            <a:extLst>
              <a:ext uri="{FF2B5EF4-FFF2-40B4-BE49-F238E27FC236}">
                <a16:creationId xmlns:a16="http://schemas.microsoft.com/office/drawing/2014/main" id="{9692CAE1-F0AC-CD60-9013-34AF08BA8632}"/>
              </a:ext>
            </a:extLst>
          </p:cNvPr>
          <p:cNvSpPr>
            <a:spLocks noGrp="1"/>
          </p:cNvSpPr>
          <p:nvPr>
            <p:ph type="body" sz="quarter" idx="23" hasCustomPrompt="1"/>
          </p:nvPr>
        </p:nvSpPr>
        <p:spPr>
          <a:xfrm>
            <a:off x="7533639" y="1396653"/>
            <a:ext cx="3653790" cy="914400"/>
          </a:xfrm>
          <a:noFill/>
        </p:spPr>
        <p:txBody>
          <a:bodyPr/>
          <a:lstStyle>
            <a:lvl1pPr>
              <a:defRPr sz="1600"/>
            </a:lvl1pPr>
          </a:lstStyle>
          <a:p>
            <a:pPr lvl="0"/>
            <a:r>
              <a:rPr lang="en-US" dirty="0"/>
              <a:t>Text1</a:t>
            </a:r>
          </a:p>
        </p:txBody>
      </p:sp>
      <p:sp>
        <p:nvSpPr>
          <p:cNvPr id="35" name="Text Placeholder 38">
            <a:extLst>
              <a:ext uri="{FF2B5EF4-FFF2-40B4-BE49-F238E27FC236}">
                <a16:creationId xmlns:a16="http://schemas.microsoft.com/office/drawing/2014/main" id="{2C68FCDC-D239-53C8-CB99-8E14F73260EA}"/>
              </a:ext>
            </a:extLst>
          </p:cNvPr>
          <p:cNvSpPr>
            <a:spLocks noGrp="1"/>
          </p:cNvSpPr>
          <p:nvPr>
            <p:ph type="body" sz="quarter" idx="24" hasCustomPrompt="1"/>
          </p:nvPr>
        </p:nvSpPr>
        <p:spPr>
          <a:xfrm>
            <a:off x="323215" y="3609023"/>
            <a:ext cx="3653790" cy="914400"/>
          </a:xfrm>
          <a:noFill/>
        </p:spPr>
        <p:txBody>
          <a:bodyPr/>
          <a:lstStyle>
            <a:lvl1pPr algn="r">
              <a:defRPr sz="1600"/>
            </a:lvl1pPr>
          </a:lstStyle>
          <a:p>
            <a:pPr lvl="0"/>
            <a:r>
              <a:rPr lang="en-US" dirty="0"/>
              <a:t>Text4</a:t>
            </a:r>
          </a:p>
        </p:txBody>
      </p:sp>
      <p:sp>
        <p:nvSpPr>
          <p:cNvPr id="36" name="Text Placeholder 38">
            <a:extLst>
              <a:ext uri="{FF2B5EF4-FFF2-40B4-BE49-F238E27FC236}">
                <a16:creationId xmlns:a16="http://schemas.microsoft.com/office/drawing/2014/main" id="{0FAEAB0C-3A3C-1DF1-4FEB-7412FB689872}"/>
              </a:ext>
            </a:extLst>
          </p:cNvPr>
          <p:cNvSpPr>
            <a:spLocks noGrp="1"/>
          </p:cNvSpPr>
          <p:nvPr>
            <p:ph type="body" sz="quarter" idx="25" hasCustomPrompt="1"/>
          </p:nvPr>
        </p:nvSpPr>
        <p:spPr>
          <a:xfrm>
            <a:off x="323215" y="5359096"/>
            <a:ext cx="3653790" cy="914400"/>
          </a:xfrm>
          <a:noFill/>
        </p:spPr>
        <p:txBody>
          <a:bodyPr/>
          <a:lstStyle>
            <a:lvl1pPr algn="r">
              <a:defRPr sz="1600"/>
            </a:lvl1pPr>
          </a:lstStyle>
          <a:p>
            <a:pPr lvl="0"/>
            <a:r>
              <a:rPr lang="en-US" dirty="0"/>
              <a:t>Text6</a:t>
            </a:r>
          </a:p>
        </p:txBody>
      </p:sp>
      <p:sp>
        <p:nvSpPr>
          <p:cNvPr id="2" name="Text Placeholder 3">
            <a:extLst>
              <a:ext uri="{FF2B5EF4-FFF2-40B4-BE49-F238E27FC236}">
                <a16:creationId xmlns:a16="http://schemas.microsoft.com/office/drawing/2014/main" id="{989EE886-AE93-5EC3-9821-4319A5F4AAC6}"/>
              </a:ext>
            </a:extLst>
          </p:cNvPr>
          <p:cNvSpPr>
            <a:spLocks noGrp="1"/>
          </p:cNvSpPr>
          <p:nvPr>
            <p:ph type="body" sz="quarter" idx="26" hasCustomPrompt="1"/>
          </p:nvPr>
        </p:nvSpPr>
        <p:spPr>
          <a:xfrm>
            <a:off x="323215" y="1423367"/>
            <a:ext cx="3702685" cy="405789"/>
          </a:xfrm>
        </p:spPr>
        <p:txBody>
          <a:bodyPr/>
          <a:lstStyle>
            <a:lvl1pPr algn="r">
              <a:buNone/>
              <a:defRPr sz="1600" b="1"/>
            </a:lvl1pPr>
          </a:lstStyle>
          <a:p>
            <a:pPr lvl="0"/>
            <a:r>
              <a:rPr lang="en-US" dirty="0"/>
              <a:t>Sub Title2</a:t>
            </a:r>
          </a:p>
        </p:txBody>
      </p:sp>
      <p:sp>
        <p:nvSpPr>
          <p:cNvPr id="3" name="Text Placeholder 3">
            <a:extLst>
              <a:ext uri="{FF2B5EF4-FFF2-40B4-BE49-F238E27FC236}">
                <a16:creationId xmlns:a16="http://schemas.microsoft.com/office/drawing/2014/main" id="{DD6BCE08-55D1-987C-602E-15F8F3582115}"/>
              </a:ext>
            </a:extLst>
          </p:cNvPr>
          <p:cNvSpPr>
            <a:spLocks noGrp="1"/>
          </p:cNvSpPr>
          <p:nvPr>
            <p:ph type="body" sz="quarter" idx="27" hasCustomPrompt="1"/>
          </p:nvPr>
        </p:nvSpPr>
        <p:spPr>
          <a:xfrm>
            <a:off x="323215" y="3153216"/>
            <a:ext cx="3674745" cy="405789"/>
          </a:xfrm>
        </p:spPr>
        <p:txBody>
          <a:bodyPr/>
          <a:lstStyle>
            <a:lvl1pPr algn="r">
              <a:buNone/>
              <a:defRPr sz="1600" b="1"/>
            </a:lvl1pPr>
          </a:lstStyle>
          <a:p>
            <a:pPr lvl="0"/>
            <a:r>
              <a:rPr lang="en-US" dirty="0"/>
              <a:t>Sub Title4</a:t>
            </a:r>
          </a:p>
        </p:txBody>
      </p:sp>
      <p:sp>
        <p:nvSpPr>
          <p:cNvPr id="4" name="Text Placeholder 3">
            <a:extLst>
              <a:ext uri="{FF2B5EF4-FFF2-40B4-BE49-F238E27FC236}">
                <a16:creationId xmlns:a16="http://schemas.microsoft.com/office/drawing/2014/main" id="{E56F1F47-B3DA-D3A3-3762-C6F230CD2551}"/>
              </a:ext>
            </a:extLst>
          </p:cNvPr>
          <p:cNvSpPr>
            <a:spLocks noGrp="1"/>
          </p:cNvSpPr>
          <p:nvPr>
            <p:ph type="body" sz="quarter" idx="28" hasCustomPrompt="1"/>
          </p:nvPr>
        </p:nvSpPr>
        <p:spPr>
          <a:xfrm>
            <a:off x="7533639" y="937977"/>
            <a:ext cx="3653790" cy="405789"/>
          </a:xfrm>
        </p:spPr>
        <p:txBody>
          <a:bodyPr/>
          <a:lstStyle>
            <a:lvl1pPr algn="l">
              <a:buNone/>
              <a:defRPr sz="1600" b="1"/>
            </a:lvl1pPr>
          </a:lstStyle>
          <a:p>
            <a:pPr lvl="0"/>
            <a:r>
              <a:rPr lang="en-US" dirty="0"/>
              <a:t>Sub Title1</a:t>
            </a:r>
          </a:p>
        </p:txBody>
      </p:sp>
      <p:sp>
        <p:nvSpPr>
          <p:cNvPr id="37" name="Text Placeholder 3">
            <a:extLst>
              <a:ext uri="{FF2B5EF4-FFF2-40B4-BE49-F238E27FC236}">
                <a16:creationId xmlns:a16="http://schemas.microsoft.com/office/drawing/2014/main" id="{F771EF3E-CC11-531C-E7E1-A62BB524FE7E}"/>
              </a:ext>
            </a:extLst>
          </p:cNvPr>
          <p:cNvSpPr>
            <a:spLocks noGrp="1"/>
          </p:cNvSpPr>
          <p:nvPr>
            <p:ph type="body" sz="quarter" idx="29" hasCustomPrompt="1"/>
          </p:nvPr>
        </p:nvSpPr>
        <p:spPr>
          <a:xfrm>
            <a:off x="335616" y="4934879"/>
            <a:ext cx="3653789" cy="405789"/>
          </a:xfrm>
        </p:spPr>
        <p:txBody>
          <a:bodyPr/>
          <a:lstStyle>
            <a:lvl1pPr algn="r">
              <a:buNone/>
              <a:defRPr sz="1600" b="1"/>
            </a:lvl1pPr>
          </a:lstStyle>
          <a:p>
            <a:pPr lvl="0"/>
            <a:r>
              <a:rPr lang="en-US" dirty="0"/>
              <a:t>Sub Title6</a:t>
            </a:r>
          </a:p>
        </p:txBody>
      </p:sp>
      <p:sp>
        <p:nvSpPr>
          <p:cNvPr id="38" name="Text Placeholder 3">
            <a:extLst>
              <a:ext uri="{FF2B5EF4-FFF2-40B4-BE49-F238E27FC236}">
                <a16:creationId xmlns:a16="http://schemas.microsoft.com/office/drawing/2014/main" id="{905682D4-6496-E311-EE82-DB3C177C7660}"/>
              </a:ext>
            </a:extLst>
          </p:cNvPr>
          <p:cNvSpPr>
            <a:spLocks noGrp="1"/>
          </p:cNvSpPr>
          <p:nvPr>
            <p:ph type="body" sz="quarter" idx="30" hasCustomPrompt="1"/>
          </p:nvPr>
        </p:nvSpPr>
        <p:spPr>
          <a:xfrm>
            <a:off x="7533639" y="2603653"/>
            <a:ext cx="3653789" cy="405789"/>
          </a:xfrm>
        </p:spPr>
        <p:txBody>
          <a:bodyPr/>
          <a:lstStyle>
            <a:lvl1pPr algn="l">
              <a:buNone/>
              <a:defRPr sz="1600" b="1"/>
            </a:lvl1pPr>
          </a:lstStyle>
          <a:p>
            <a:pPr lvl="0"/>
            <a:r>
              <a:rPr lang="en-US" dirty="0"/>
              <a:t>Sub Title3</a:t>
            </a:r>
          </a:p>
        </p:txBody>
      </p:sp>
      <p:sp>
        <p:nvSpPr>
          <p:cNvPr id="39" name="Text Placeholder 3">
            <a:extLst>
              <a:ext uri="{FF2B5EF4-FFF2-40B4-BE49-F238E27FC236}">
                <a16:creationId xmlns:a16="http://schemas.microsoft.com/office/drawing/2014/main" id="{C4EF9567-233A-AFC6-5A14-C177CEA9B542}"/>
              </a:ext>
            </a:extLst>
          </p:cNvPr>
          <p:cNvSpPr>
            <a:spLocks noGrp="1"/>
          </p:cNvSpPr>
          <p:nvPr>
            <p:ph type="body" sz="quarter" idx="31" hasCustomPrompt="1"/>
          </p:nvPr>
        </p:nvSpPr>
        <p:spPr>
          <a:xfrm>
            <a:off x="7533639" y="4374149"/>
            <a:ext cx="3661367" cy="405789"/>
          </a:xfrm>
        </p:spPr>
        <p:txBody>
          <a:bodyPr/>
          <a:lstStyle>
            <a:lvl1pPr algn="l">
              <a:buNone/>
              <a:defRPr sz="1600" b="1"/>
            </a:lvl1pPr>
          </a:lstStyle>
          <a:p>
            <a:pPr lvl="0"/>
            <a:r>
              <a:rPr lang="en-US" dirty="0"/>
              <a:t>Sub Title5</a:t>
            </a:r>
          </a:p>
        </p:txBody>
      </p:sp>
    </p:spTree>
    <p:extLst>
      <p:ext uri="{BB962C8B-B14F-4D97-AF65-F5344CB8AC3E}">
        <p14:creationId xmlns:p14="http://schemas.microsoft.com/office/powerpoint/2010/main" val="2345334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28F4CEC0-6CA9-2564-AD02-41688D8D3A94}"/>
              </a:ext>
            </a:extLst>
          </p:cNvPr>
          <p:cNvSpPr>
            <a:spLocks noGrp="1"/>
          </p:cNvSpPr>
          <p:nvPr>
            <p:ph type="title" hasCustomPrompt="1"/>
          </p:nvPr>
        </p:nvSpPr>
        <p:spPr>
          <a:xfrm>
            <a:off x="323850" y="298146"/>
            <a:ext cx="11544300" cy="492443"/>
          </a:xfrm>
        </p:spPr>
        <p:txBody>
          <a:bodyPr/>
          <a:lstStyle/>
          <a:p>
            <a:r>
              <a:rPr lang="en-US" dirty="0"/>
              <a:t>Slide Title</a:t>
            </a:r>
          </a:p>
        </p:txBody>
      </p:sp>
      <p:sp>
        <p:nvSpPr>
          <p:cNvPr id="49" name="Round Same Side Corner Rectangle 48">
            <a:extLst>
              <a:ext uri="{FF2B5EF4-FFF2-40B4-BE49-F238E27FC236}">
                <a16:creationId xmlns:a16="http://schemas.microsoft.com/office/drawing/2014/main" id="{64F831AA-A5FB-A5C3-F0E8-518E0A6C3CA6}"/>
              </a:ext>
            </a:extLst>
          </p:cNvPr>
          <p:cNvSpPr/>
          <p:nvPr userDrawn="1"/>
        </p:nvSpPr>
        <p:spPr>
          <a:xfrm>
            <a:off x="7958138" y="3606540"/>
            <a:ext cx="3582624" cy="647229"/>
          </a:xfrm>
          <a:prstGeom prst="round2SameRect">
            <a:avLst>
              <a:gd name="adj1" fmla="val 16667"/>
              <a:gd name="adj2" fmla="val 212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50" name="Text Placeholder 16">
            <a:extLst>
              <a:ext uri="{FF2B5EF4-FFF2-40B4-BE49-F238E27FC236}">
                <a16:creationId xmlns:a16="http://schemas.microsoft.com/office/drawing/2014/main" id="{8B68C430-A4CF-78D0-0D91-4D7BD9932A90}"/>
              </a:ext>
            </a:extLst>
          </p:cNvPr>
          <p:cNvSpPr>
            <a:spLocks noGrp="1"/>
          </p:cNvSpPr>
          <p:nvPr>
            <p:ph type="body" sz="quarter" idx="22" hasCustomPrompt="1"/>
          </p:nvPr>
        </p:nvSpPr>
        <p:spPr>
          <a:xfrm>
            <a:off x="9205421" y="3679347"/>
            <a:ext cx="2227291" cy="502885"/>
          </a:xfrm>
        </p:spPr>
        <p:txBody>
          <a:bodyPr/>
          <a:lstStyle>
            <a:lvl1pPr algn="ctr">
              <a:buNone/>
              <a:defRPr sz="1600" b="1"/>
            </a:lvl1pPr>
          </a:lstStyle>
          <a:p>
            <a:pPr lvl="0"/>
            <a:r>
              <a:rPr lang="en-US" dirty="0"/>
              <a:t>Sub Title6</a:t>
            </a:r>
          </a:p>
        </p:txBody>
      </p:sp>
      <p:sp>
        <p:nvSpPr>
          <p:cNvPr id="51" name="Picture Placeholder 13">
            <a:extLst>
              <a:ext uri="{FF2B5EF4-FFF2-40B4-BE49-F238E27FC236}">
                <a16:creationId xmlns:a16="http://schemas.microsoft.com/office/drawing/2014/main" id="{C3A3C033-46FE-79BD-E6CB-272C9CAD3EBD}"/>
              </a:ext>
            </a:extLst>
          </p:cNvPr>
          <p:cNvSpPr>
            <a:spLocks noGrp="1"/>
          </p:cNvSpPr>
          <p:nvPr>
            <p:ph type="pic" sz="quarter" idx="24"/>
          </p:nvPr>
        </p:nvSpPr>
        <p:spPr>
          <a:xfrm>
            <a:off x="8189923" y="3655035"/>
            <a:ext cx="709914" cy="502885"/>
          </a:xfrm>
        </p:spPr>
        <p:txBody>
          <a:bodyPr/>
          <a:lstStyle/>
          <a:p>
            <a:endParaRPr lang="en-US"/>
          </a:p>
        </p:txBody>
      </p:sp>
      <p:sp>
        <p:nvSpPr>
          <p:cNvPr id="52" name="Text Placeholder 19">
            <a:extLst>
              <a:ext uri="{FF2B5EF4-FFF2-40B4-BE49-F238E27FC236}">
                <a16:creationId xmlns:a16="http://schemas.microsoft.com/office/drawing/2014/main" id="{24DA235F-0C97-2673-07C1-928E10521CB8}"/>
              </a:ext>
            </a:extLst>
          </p:cNvPr>
          <p:cNvSpPr>
            <a:spLocks noGrp="1"/>
          </p:cNvSpPr>
          <p:nvPr>
            <p:ph type="body" sz="quarter" idx="34" hasCustomPrompt="1"/>
          </p:nvPr>
        </p:nvSpPr>
        <p:spPr>
          <a:xfrm>
            <a:off x="8091797" y="4295763"/>
            <a:ext cx="3315295" cy="1598542"/>
          </a:xfrm>
        </p:spPr>
        <p:txBody>
          <a:bodyPr/>
          <a:lstStyle>
            <a:lvl1pPr>
              <a:defRPr sz="1600"/>
            </a:lvl1pPr>
          </a:lstStyle>
          <a:p>
            <a:pPr lvl="0"/>
            <a:r>
              <a:rPr lang="en-US" dirty="0"/>
              <a:t>Text</a:t>
            </a:r>
          </a:p>
        </p:txBody>
      </p:sp>
      <p:sp>
        <p:nvSpPr>
          <p:cNvPr id="53" name="Rectangle 52">
            <a:extLst>
              <a:ext uri="{FF2B5EF4-FFF2-40B4-BE49-F238E27FC236}">
                <a16:creationId xmlns:a16="http://schemas.microsoft.com/office/drawing/2014/main" id="{E7C370CE-F374-1E42-5561-2B505EDA03EB}"/>
              </a:ext>
            </a:extLst>
          </p:cNvPr>
          <p:cNvSpPr/>
          <p:nvPr userDrawn="1"/>
        </p:nvSpPr>
        <p:spPr>
          <a:xfrm>
            <a:off x="7958132" y="4253769"/>
            <a:ext cx="3582624" cy="1740468"/>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cxnSp>
        <p:nvCxnSpPr>
          <p:cNvPr id="54" name="Straight Connector 53">
            <a:extLst>
              <a:ext uri="{FF2B5EF4-FFF2-40B4-BE49-F238E27FC236}">
                <a16:creationId xmlns:a16="http://schemas.microsoft.com/office/drawing/2014/main" id="{17C36682-C784-43E6-B337-C7E1E99A7098}"/>
              </a:ext>
            </a:extLst>
          </p:cNvPr>
          <p:cNvCxnSpPr/>
          <p:nvPr userDrawn="1"/>
        </p:nvCxnSpPr>
        <p:spPr>
          <a:xfrm>
            <a:off x="323850" y="925551"/>
            <a:ext cx="11544300" cy="0"/>
          </a:xfrm>
          <a:prstGeom prst="line">
            <a:avLst/>
          </a:prstGeom>
          <a:ln>
            <a:gradFill flip="none" rotWithShape="1">
              <a:gsLst>
                <a:gs pos="0">
                  <a:schemeClr val="tx1"/>
                </a:gs>
                <a:gs pos="48000">
                  <a:schemeClr val="accent1"/>
                </a:gs>
                <a:gs pos="83000">
                  <a:schemeClr val="accent3"/>
                </a:gs>
                <a:gs pos="100000">
                  <a:schemeClr val="accent4"/>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4F11FAEC-C248-9FCD-35C9-837664C474FC}"/>
              </a:ext>
            </a:extLst>
          </p:cNvPr>
          <p:cNvCxnSpPr>
            <a:cxnSpLocks/>
          </p:cNvCxnSpPr>
          <p:nvPr userDrawn="1"/>
        </p:nvCxnSpPr>
        <p:spPr>
          <a:xfrm>
            <a:off x="7950297" y="4244893"/>
            <a:ext cx="3571588" cy="5891"/>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56" name="Round Same Side Corner Rectangle 55">
            <a:extLst>
              <a:ext uri="{FF2B5EF4-FFF2-40B4-BE49-F238E27FC236}">
                <a16:creationId xmlns:a16="http://schemas.microsoft.com/office/drawing/2014/main" id="{BBDA4ED2-812C-CEEB-BBE1-FC340878BABD}"/>
              </a:ext>
            </a:extLst>
          </p:cNvPr>
          <p:cNvSpPr/>
          <p:nvPr userDrawn="1"/>
        </p:nvSpPr>
        <p:spPr>
          <a:xfrm>
            <a:off x="4134639" y="3588788"/>
            <a:ext cx="3582624" cy="647229"/>
          </a:xfrm>
          <a:prstGeom prst="round2SameRect">
            <a:avLst>
              <a:gd name="adj1" fmla="val 16667"/>
              <a:gd name="adj2" fmla="val 212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57" name="Text Placeholder 16">
            <a:extLst>
              <a:ext uri="{FF2B5EF4-FFF2-40B4-BE49-F238E27FC236}">
                <a16:creationId xmlns:a16="http://schemas.microsoft.com/office/drawing/2014/main" id="{00E634F6-CC17-86B0-6CF5-BD2C9CD53774}"/>
              </a:ext>
            </a:extLst>
          </p:cNvPr>
          <p:cNvSpPr>
            <a:spLocks noGrp="1"/>
          </p:cNvSpPr>
          <p:nvPr>
            <p:ph type="body" sz="quarter" idx="35" hasCustomPrompt="1"/>
          </p:nvPr>
        </p:nvSpPr>
        <p:spPr>
          <a:xfrm>
            <a:off x="5381922" y="3661595"/>
            <a:ext cx="2227291" cy="502885"/>
          </a:xfrm>
        </p:spPr>
        <p:txBody>
          <a:bodyPr/>
          <a:lstStyle>
            <a:lvl1pPr algn="ctr">
              <a:buNone/>
              <a:defRPr sz="1600" b="1"/>
            </a:lvl1pPr>
          </a:lstStyle>
          <a:p>
            <a:pPr lvl="0"/>
            <a:r>
              <a:rPr lang="en-US" dirty="0"/>
              <a:t>Sub Title5</a:t>
            </a:r>
          </a:p>
        </p:txBody>
      </p:sp>
      <p:sp>
        <p:nvSpPr>
          <p:cNvPr id="58" name="Picture Placeholder 13">
            <a:extLst>
              <a:ext uri="{FF2B5EF4-FFF2-40B4-BE49-F238E27FC236}">
                <a16:creationId xmlns:a16="http://schemas.microsoft.com/office/drawing/2014/main" id="{16EAA04F-A026-05D2-21EA-3D69EF42FFF7}"/>
              </a:ext>
            </a:extLst>
          </p:cNvPr>
          <p:cNvSpPr>
            <a:spLocks noGrp="1"/>
          </p:cNvSpPr>
          <p:nvPr>
            <p:ph type="pic" sz="quarter" idx="36"/>
          </p:nvPr>
        </p:nvSpPr>
        <p:spPr>
          <a:xfrm>
            <a:off x="4366424" y="3637283"/>
            <a:ext cx="709914" cy="502885"/>
          </a:xfrm>
        </p:spPr>
        <p:txBody>
          <a:bodyPr/>
          <a:lstStyle/>
          <a:p>
            <a:endParaRPr lang="en-US"/>
          </a:p>
        </p:txBody>
      </p:sp>
      <p:sp>
        <p:nvSpPr>
          <p:cNvPr id="59" name="Text Placeholder 19">
            <a:extLst>
              <a:ext uri="{FF2B5EF4-FFF2-40B4-BE49-F238E27FC236}">
                <a16:creationId xmlns:a16="http://schemas.microsoft.com/office/drawing/2014/main" id="{06728B2F-525E-32ED-CC97-6C6FB4334FA2}"/>
              </a:ext>
            </a:extLst>
          </p:cNvPr>
          <p:cNvSpPr>
            <a:spLocks noGrp="1"/>
          </p:cNvSpPr>
          <p:nvPr>
            <p:ph type="body" sz="quarter" idx="37" hasCustomPrompt="1"/>
          </p:nvPr>
        </p:nvSpPr>
        <p:spPr>
          <a:xfrm>
            <a:off x="4268298" y="4278011"/>
            <a:ext cx="3315295" cy="1598542"/>
          </a:xfrm>
        </p:spPr>
        <p:txBody>
          <a:bodyPr/>
          <a:lstStyle>
            <a:lvl1pPr>
              <a:defRPr sz="1600"/>
            </a:lvl1pPr>
          </a:lstStyle>
          <a:p>
            <a:pPr lvl="0"/>
            <a:r>
              <a:rPr lang="en-US" dirty="0"/>
              <a:t>Text</a:t>
            </a:r>
          </a:p>
        </p:txBody>
      </p:sp>
      <p:sp>
        <p:nvSpPr>
          <p:cNvPr id="60" name="Rectangle 59">
            <a:extLst>
              <a:ext uri="{FF2B5EF4-FFF2-40B4-BE49-F238E27FC236}">
                <a16:creationId xmlns:a16="http://schemas.microsoft.com/office/drawing/2014/main" id="{77B7A302-2FE0-176E-1CF3-A49A789ABB68}"/>
              </a:ext>
            </a:extLst>
          </p:cNvPr>
          <p:cNvSpPr/>
          <p:nvPr userDrawn="1"/>
        </p:nvSpPr>
        <p:spPr>
          <a:xfrm>
            <a:off x="4134633" y="4236017"/>
            <a:ext cx="3582624" cy="1740468"/>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cxnSp>
        <p:nvCxnSpPr>
          <p:cNvPr id="61" name="Straight Connector 60">
            <a:extLst>
              <a:ext uri="{FF2B5EF4-FFF2-40B4-BE49-F238E27FC236}">
                <a16:creationId xmlns:a16="http://schemas.microsoft.com/office/drawing/2014/main" id="{594531E8-215D-2A8C-24C8-CE1EF604B0B1}"/>
              </a:ext>
            </a:extLst>
          </p:cNvPr>
          <p:cNvCxnSpPr>
            <a:cxnSpLocks/>
          </p:cNvCxnSpPr>
          <p:nvPr userDrawn="1"/>
        </p:nvCxnSpPr>
        <p:spPr>
          <a:xfrm>
            <a:off x="4126798" y="4227141"/>
            <a:ext cx="3571588" cy="5891"/>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62" name="Round Same Side Corner Rectangle 61">
            <a:extLst>
              <a:ext uri="{FF2B5EF4-FFF2-40B4-BE49-F238E27FC236}">
                <a16:creationId xmlns:a16="http://schemas.microsoft.com/office/drawing/2014/main" id="{E76C0AF3-1012-334E-8536-9728FDA9C977}"/>
              </a:ext>
            </a:extLst>
          </p:cNvPr>
          <p:cNvSpPr/>
          <p:nvPr userDrawn="1"/>
        </p:nvSpPr>
        <p:spPr>
          <a:xfrm>
            <a:off x="7939261" y="1095644"/>
            <a:ext cx="3582624" cy="647229"/>
          </a:xfrm>
          <a:prstGeom prst="round2SameRect">
            <a:avLst>
              <a:gd name="adj1" fmla="val 16667"/>
              <a:gd name="adj2" fmla="val 212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63" name="Text Placeholder 16">
            <a:extLst>
              <a:ext uri="{FF2B5EF4-FFF2-40B4-BE49-F238E27FC236}">
                <a16:creationId xmlns:a16="http://schemas.microsoft.com/office/drawing/2014/main" id="{206BD6F0-D7EF-26F6-3C0D-7AF3271DBBC9}"/>
              </a:ext>
            </a:extLst>
          </p:cNvPr>
          <p:cNvSpPr>
            <a:spLocks noGrp="1"/>
          </p:cNvSpPr>
          <p:nvPr>
            <p:ph type="body" sz="quarter" idx="38" hasCustomPrompt="1"/>
          </p:nvPr>
        </p:nvSpPr>
        <p:spPr>
          <a:xfrm>
            <a:off x="9186544" y="1168451"/>
            <a:ext cx="2227291" cy="502885"/>
          </a:xfrm>
        </p:spPr>
        <p:txBody>
          <a:bodyPr/>
          <a:lstStyle>
            <a:lvl1pPr algn="ctr">
              <a:buNone/>
              <a:defRPr sz="1600" b="1"/>
            </a:lvl1pPr>
          </a:lstStyle>
          <a:p>
            <a:pPr lvl="0"/>
            <a:r>
              <a:rPr lang="en-US" dirty="0"/>
              <a:t>Sub Title3</a:t>
            </a:r>
          </a:p>
        </p:txBody>
      </p:sp>
      <p:sp>
        <p:nvSpPr>
          <p:cNvPr id="64" name="Picture Placeholder 13">
            <a:extLst>
              <a:ext uri="{FF2B5EF4-FFF2-40B4-BE49-F238E27FC236}">
                <a16:creationId xmlns:a16="http://schemas.microsoft.com/office/drawing/2014/main" id="{52DFBBE7-7ABE-9C5E-F151-AE3516FC7215}"/>
              </a:ext>
            </a:extLst>
          </p:cNvPr>
          <p:cNvSpPr>
            <a:spLocks noGrp="1"/>
          </p:cNvSpPr>
          <p:nvPr>
            <p:ph type="pic" sz="quarter" idx="39"/>
          </p:nvPr>
        </p:nvSpPr>
        <p:spPr>
          <a:xfrm>
            <a:off x="8171046" y="1144139"/>
            <a:ext cx="709914" cy="502885"/>
          </a:xfrm>
        </p:spPr>
        <p:txBody>
          <a:bodyPr/>
          <a:lstStyle/>
          <a:p>
            <a:endParaRPr lang="en-US"/>
          </a:p>
        </p:txBody>
      </p:sp>
      <p:sp>
        <p:nvSpPr>
          <p:cNvPr id="65" name="Text Placeholder 19">
            <a:extLst>
              <a:ext uri="{FF2B5EF4-FFF2-40B4-BE49-F238E27FC236}">
                <a16:creationId xmlns:a16="http://schemas.microsoft.com/office/drawing/2014/main" id="{FB39B4BD-C61B-5903-BCCA-EE7F27B88AAE}"/>
              </a:ext>
            </a:extLst>
          </p:cNvPr>
          <p:cNvSpPr>
            <a:spLocks noGrp="1"/>
          </p:cNvSpPr>
          <p:nvPr>
            <p:ph type="body" sz="quarter" idx="40" hasCustomPrompt="1"/>
          </p:nvPr>
        </p:nvSpPr>
        <p:spPr>
          <a:xfrm>
            <a:off x="8072920" y="1784867"/>
            <a:ext cx="3315295" cy="1598542"/>
          </a:xfrm>
        </p:spPr>
        <p:txBody>
          <a:bodyPr/>
          <a:lstStyle>
            <a:lvl1pPr>
              <a:defRPr sz="1600"/>
            </a:lvl1pPr>
          </a:lstStyle>
          <a:p>
            <a:pPr lvl="0"/>
            <a:r>
              <a:rPr lang="en-US" dirty="0"/>
              <a:t>Text</a:t>
            </a:r>
          </a:p>
        </p:txBody>
      </p:sp>
      <p:sp>
        <p:nvSpPr>
          <p:cNvPr id="66" name="Rectangle 65">
            <a:extLst>
              <a:ext uri="{FF2B5EF4-FFF2-40B4-BE49-F238E27FC236}">
                <a16:creationId xmlns:a16="http://schemas.microsoft.com/office/drawing/2014/main" id="{D48D6772-5A15-72BF-E360-5E20D962498E}"/>
              </a:ext>
            </a:extLst>
          </p:cNvPr>
          <p:cNvSpPr/>
          <p:nvPr userDrawn="1"/>
        </p:nvSpPr>
        <p:spPr>
          <a:xfrm>
            <a:off x="7939255" y="1742873"/>
            <a:ext cx="3582624" cy="1740468"/>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cxnSp>
        <p:nvCxnSpPr>
          <p:cNvPr id="67" name="Straight Connector 66">
            <a:extLst>
              <a:ext uri="{FF2B5EF4-FFF2-40B4-BE49-F238E27FC236}">
                <a16:creationId xmlns:a16="http://schemas.microsoft.com/office/drawing/2014/main" id="{9E3C3981-4AE9-BD10-E31F-6689394D278A}"/>
              </a:ext>
            </a:extLst>
          </p:cNvPr>
          <p:cNvCxnSpPr>
            <a:cxnSpLocks/>
          </p:cNvCxnSpPr>
          <p:nvPr userDrawn="1"/>
        </p:nvCxnSpPr>
        <p:spPr>
          <a:xfrm>
            <a:off x="7931420" y="1733997"/>
            <a:ext cx="3571588" cy="5891"/>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68" name="Round Same Side Corner Rectangle 67">
            <a:extLst>
              <a:ext uri="{FF2B5EF4-FFF2-40B4-BE49-F238E27FC236}">
                <a16:creationId xmlns:a16="http://schemas.microsoft.com/office/drawing/2014/main" id="{F1373398-C9C6-3992-9A75-A87999D9869B}"/>
              </a:ext>
            </a:extLst>
          </p:cNvPr>
          <p:cNvSpPr/>
          <p:nvPr userDrawn="1"/>
        </p:nvSpPr>
        <p:spPr>
          <a:xfrm>
            <a:off x="4134639" y="1095644"/>
            <a:ext cx="3582624" cy="647229"/>
          </a:xfrm>
          <a:prstGeom prst="round2SameRect">
            <a:avLst>
              <a:gd name="adj1" fmla="val 16667"/>
              <a:gd name="adj2" fmla="val 212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69" name="Text Placeholder 16">
            <a:extLst>
              <a:ext uri="{FF2B5EF4-FFF2-40B4-BE49-F238E27FC236}">
                <a16:creationId xmlns:a16="http://schemas.microsoft.com/office/drawing/2014/main" id="{2AD047A8-520C-6813-29D4-B235B3212190}"/>
              </a:ext>
            </a:extLst>
          </p:cNvPr>
          <p:cNvSpPr>
            <a:spLocks noGrp="1"/>
          </p:cNvSpPr>
          <p:nvPr>
            <p:ph type="body" sz="quarter" idx="41" hasCustomPrompt="1"/>
          </p:nvPr>
        </p:nvSpPr>
        <p:spPr>
          <a:xfrm>
            <a:off x="5381922" y="1168451"/>
            <a:ext cx="2227291" cy="502885"/>
          </a:xfrm>
        </p:spPr>
        <p:txBody>
          <a:bodyPr/>
          <a:lstStyle>
            <a:lvl1pPr algn="ctr">
              <a:buNone/>
              <a:defRPr sz="1600" b="1"/>
            </a:lvl1pPr>
          </a:lstStyle>
          <a:p>
            <a:pPr lvl="0"/>
            <a:r>
              <a:rPr lang="en-US" dirty="0"/>
              <a:t>Sub Title2</a:t>
            </a:r>
          </a:p>
        </p:txBody>
      </p:sp>
      <p:sp>
        <p:nvSpPr>
          <p:cNvPr id="70" name="Picture Placeholder 13">
            <a:extLst>
              <a:ext uri="{FF2B5EF4-FFF2-40B4-BE49-F238E27FC236}">
                <a16:creationId xmlns:a16="http://schemas.microsoft.com/office/drawing/2014/main" id="{EC2C5D1C-F558-F2E1-F8A3-C60273AD0E88}"/>
              </a:ext>
            </a:extLst>
          </p:cNvPr>
          <p:cNvSpPr>
            <a:spLocks noGrp="1"/>
          </p:cNvSpPr>
          <p:nvPr>
            <p:ph type="pic" sz="quarter" idx="42"/>
          </p:nvPr>
        </p:nvSpPr>
        <p:spPr>
          <a:xfrm>
            <a:off x="4366424" y="1144139"/>
            <a:ext cx="709914" cy="502885"/>
          </a:xfrm>
        </p:spPr>
        <p:txBody>
          <a:bodyPr/>
          <a:lstStyle/>
          <a:p>
            <a:endParaRPr lang="en-US"/>
          </a:p>
        </p:txBody>
      </p:sp>
      <p:sp>
        <p:nvSpPr>
          <p:cNvPr id="71" name="Text Placeholder 19">
            <a:extLst>
              <a:ext uri="{FF2B5EF4-FFF2-40B4-BE49-F238E27FC236}">
                <a16:creationId xmlns:a16="http://schemas.microsoft.com/office/drawing/2014/main" id="{4781760C-A067-2492-8F9F-72BAE40B2A13}"/>
              </a:ext>
            </a:extLst>
          </p:cNvPr>
          <p:cNvSpPr>
            <a:spLocks noGrp="1"/>
          </p:cNvSpPr>
          <p:nvPr>
            <p:ph type="body" sz="quarter" idx="43" hasCustomPrompt="1"/>
          </p:nvPr>
        </p:nvSpPr>
        <p:spPr>
          <a:xfrm>
            <a:off x="4268298" y="1784867"/>
            <a:ext cx="3315295" cy="1598542"/>
          </a:xfrm>
        </p:spPr>
        <p:txBody>
          <a:bodyPr/>
          <a:lstStyle>
            <a:lvl1pPr>
              <a:defRPr sz="1600"/>
            </a:lvl1pPr>
          </a:lstStyle>
          <a:p>
            <a:pPr lvl="0"/>
            <a:r>
              <a:rPr lang="en-US" dirty="0"/>
              <a:t>Text</a:t>
            </a:r>
          </a:p>
        </p:txBody>
      </p:sp>
      <p:sp>
        <p:nvSpPr>
          <p:cNvPr id="72" name="Rectangle 71">
            <a:extLst>
              <a:ext uri="{FF2B5EF4-FFF2-40B4-BE49-F238E27FC236}">
                <a16:creationId xmlns:a16="http://schemas.microsoft.com/office/drawing/2014/main" id="{93CD8A59-06D4-565A-7F4A-D4D924E1075A}"/>
              </a:ext>
            </a:extLst>
          </p:cNvPr>
          <p:cNvSpPr/>
          <p:nvPr userDrawn="1"/>
        </p:nvSpPr>
        <p:spPr>
          <a:xfrm>
            <a:off x="4134633" y="1742873"/>
            <a:ext cx="3582624" cy="1740468"/>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cxnSp>
        <p:nvCxnSpPr>
          <p:cNvPr id="73" name="Straight Connector 72">
            <a:extLst>
              <a:ext uri="{FF2B5EF4-FFF2-40B4-BE49-F238E27FC236}">
                <a16:creationId xmlns:a16="http://schemas.microsoft.com/office/drawing/2014/main" id="{4B68A417-9541-0A8B-CE8B-B87D56935A25}"/>
              </a:ext>
            </a:extLst>
          </p:cNvPr>
          <p:cNvCxnSpPr>
            <a:cxnSpLocks/>
          </p:cNvCxnSpPr>
          <p:nvPr userDrawn="1"/>
        </p:nvCxnSpPr>
        <p:spPr>
          <a:xfrm>
            <a:off x="4126798" y="1733997"/>
            <a:ext cx="3571588" cy="5891"/>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74" name="Round Same Side Corner Rectangle 73">
            <a:extLst>
              <a:ext uri="{FF2B5EF4-FFF2-40B4-BE49-F238E27FC236}">
                <a16:creationId xmlns:a16="http://schemas.microsoft.com/office/drawing/2014/main" id="{F0F4973C-D5A3-91A6-A3C6-3C18538F29E0}"/>
              </a:ext>
            </a:extLst>
          </p:cNvPr>
          <p:cNvSpPr/>
          <p:nvPr userDrawn="1"/>
        </p:nvSpPr>
        <p:spPr>
          <a:xfrm>
            <a:off x="320230" y="1086768"/>
            <a:ext cx="3582624" cy="647229"/>
          </a:xfrm>
          <a:prstGeom prst="round2SameRect">
            <a:avLst>
              <a:gd name="adj1" fmla="val 16667"/>
              <a:gd name="adj2" fmla="val 212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75" name="Text Placeholder 16">
            <a:extLst>
              <a:ext uri="{FF2B5EF4-FFF2-40B4-BE49-F238E27FC236}">
                <a16:creationId xmlns:a16="http://schemas.microsoft.com/office/drawing/2014/main" id="{58ABC8E0-D670-584E-2936-35DA59B2D139}"/>
              </a:ext>
            </a:extLst>
          </p:cNvPr>
          <p:cNvSpPr>
            <a:spLocks noGrp="1"/>
          </p:cNvSpPr>
          <p:nvPr>
            <p:ph type="body" sz="quarter" idx="44" hasCustomPrompt="1"/>
          </p:nvPr>
        </p:nvSpPr>
        <p:spPr>
          <a:xfrm>
            <a:off x="1567513" y="1159575"/>
            <a:ext cx="2227291" cy="502885"/>
          </a:xfrm>
        </p:spPr>
        <p:txBody>
          <a:bodyPr/>
          <a:lstStyle>
            <a:lvl1pPr algn="ctr">
              <a:buNone/>
              <a:defRPr sz="1600" b="1"/>
            </a:lvl1pPr>
          </a:lstStyle>
          <a:p>
            <a:pPr lvl="0"/>
            <a:r>
              <a:rPr lang="en-US" dirty="0"/>
              <a:t>Sub Title1</a:t>
            </a:r>
          </a:p>
        </p:txBody>
      </p:sp>
      <p:sp>
        <p:nvSpPr>
          <p:cNvPr id="76" name="Picture Placeholder 13">
            <a:extLst>
              <a:ext uri="{FF2B5EF4-FFF2-40B4-BE49-F238E27FC236}">
                <a16:creationId xmlns:a16="http://schemas.microsoft.com/office/drawing/2014/main" id="{CFE257D5-6649-7793-3656-F0C716859B2C}"/>
              </a:ext>
            </a:extLst>
          </p:cNvPr>
          <p:cNvSpPr>
            <a:spLocks noGrp="1"/>
          </p:cNvSpPr>
          <p:nvPr>
            <p:ph type="pic" sz="quarter" idx="45"/>
          </p:nvPr>
        </p:nvSpPr>
        <p:spPr>
          <a:xfrm>
            <a:off x="552015" y="1135263"/>
            <a:ext cx="709914" cy="502885"/>
          </a:xfrm>
        </p:spPr>
        <p:txBody>
          <a:bodyPr/>
          <a:lstStyle/>
          <a:p>
            <a:endParaRPr lang="en-US"/>
          </a:p>
        </p:txBody>
      </p:sp>
      <p:sp>
        <p:nvSpPr>
          <p:cNvPr id="77" name="Text Placeholder 19">
            <a:extLst>
              <a:ext uri="{FF2B5EF4-FFF2-40B4-BE49-F238E27FC236}">
                <a16:creationId xmlns:a16="http://schemas.microsoft.com/office/drawing/2014/main" id="{A12C8953-03D1-A373-10A0-4A6E89BCC592}"/>
              </a:ext>
            </a:extLst>
          </p:cNvPr>
          <p:cNvSpPr>
            <a:spLocks noGrp="1"/>
          </p:cNvSpPr>
          <p:nvPr>
            <p:ph type="body" sz="quarter" idx="46" hasCustomPrompt="1"/>
          </p:nvPr>
        </p:nvSpPr>
        <p:spPr>
          <a:xfrm>
            <a:off x="453889" y="1775991"/>
            <a:ext cx="3315295" cy="1598542"/>
          </a:xfrm>
        </p:spPr>
        <p:txBody>
          <a:bodyPr/>
          <a:lstStyle>
            <a:lvl1pPr>
              <a:defRPr sz="1600"/>
            </a:lvl1pPr>
          </a:lstStyle>
          <a:p>
            <a:pPr lvl="0"/>
            <a:r>
              <a:rPr lang="en-US" dirty="0"/>
              <a:t>Text</a:t>
            </a:r>
          </a:p>
        </p:txBody>
      </p:sp>
      <p:sp>
        <p:nvSpPr>
          <p:cNvPr id="78" name="Rectangle 77">
            <a:extLst>
              <a:ext uri="{FF2B5EF4-FFF2-40B4-BE49-F238E27FC236}">
                <a16:creationId xmlns:a16="http://schemas.microsoft.com/office/drawing/2014/main" id="{24F60010-876D-E4D5-A896-28E810E01EC6}"/>
              </a:ext>
            </a:extLst>
          </p:cNvPr>
          <p:cNvSpPr/>
          <p:nvPr userDrawn="1"/>
        </p:nvSpPr>
        <p:spPr>
          <a:xfrm>
            <a:off x="320224" y="1733997"/>
            <a:ext cx="3582624" cy="1740468"/>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cxnSp>
        <p:nvCxnSpPr>
          <p:cNvPr id="79" name="Straight Connector 78">
            <a:extLst>
              <a:ext uri="{FF2B5EF4-FFF2-40B4-BE49-F238E27FC236}">
                <a16:creationId xmlns:a16="http://schemas.microsoft.com/office/drawing/2014/main" id="{078838E4-6058-7C47-3C86-4E1AC06FA3C3}"/>
              </a:ext>
            </a:extLst>
          </p:cNvPr>
          <p:cNvCxnSpPr>
            <a:cxnSpLocks/>
          </p:cNvCxnSpPr>
          <p:nvPr userDrawn="1"/>
        </p:nvCxnSpPr>
        <p:spPr>
          <a:xfrm>
            <a:off x="312389" y="1725121"/>
            <a:ext cx="3571588" cy="5891"/>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80" name="Round Same Side Corner Rectangle 79">
            <a:extLst>
              <a:ext uri="{FF2B5EF4-FFF2-40B4-BE49-F238E27FC236}">
                <a16:creationId xmlns:a16="http://schemas.microsoft.com/office/drawing/2014/main" id="{F8C03D44-CA0B-D7EC-4CFA-55529429CFDB}"/>
              </a:ext>
            </a:extLst>
          </p:cNvPr>
          <p:cNvSpPr/>
          <p:nvPr userDrawn="1"/>
        </p:nvSpPr>
        <p:spPr>
          <a:xfrm>
            <a:off x="353502" y="3597664"/>
            <a:ext cx="3582624" cy="647229"/>
          </a:xfrm>
          <a:prstGeom prst="round2SameRect">
            <a:avLst>
              <a:gd name="adj1" fmla="val 16667"/>
              <a:gd name="adj2" fmla="val 212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US" sz="1600" dirty="0">
              <a:solidFill>
                <a:schemeClr val="bg1"/>
              </a:solidFill>
            </a:endParaRPr>
          </a:p>
        </p:txBody>
      </p:sp>
      <p:sp>
        <p:nvSpPr>
          <p:cNvPr id="81" name="Text Placeholder 16">
            <a:extLst>
              <a:ext uri="{FF2B5EF4-FFF2-40B4-BE49-F238E27FC236}">
                <a16:creationId xmlns:a16="http://schemas.microsoft.com/office/drawing/2014/main" id="{169F5595-8429-441D-FFEF-0A3408633F40}"/>
              </a:ext>
            </a:extLst>
          </p:cNvPr>
          <p:cNvSpPr>
            <a:spLocks noGrp="1"/>
          </p:cNvSpPr>
          <p:nvPr>
            <p:ph type="body" sz="quarter" idx="47" hasCustomPrompt="1"/>
          </p:nvPr>
        </p:nvSpPr>
        <p:spPr>
          <a:xfrm>
            <a:off x="1600785" y="3670471"/>
            <a:ext cx="2227291" cy="502885"/>
          </a:xfrm>
        </p:spPr>
        <p:txBody>
          <a:bodyPr/>
          <a:lstStyle>
            <a:lvl1pPr algn="ctr">
              <a:buNone/>
              <a:defRPr sz="1600" b="1"/>
            </a:lvl1pPr>
          </a:lstStyle>
          <a:p>
            <a:pPr lvl="0"/>
            <a:r>
              <a:rPr lang="en-US" dirty="0"/>
              <a:t>Sub Title4</a:t>
            </a:r>
          </a:p>
        </p:txBody>
      </p:sp>
      <p:sp>
        <p:nvSpPr>
          <p:cNvPr id="82" name="Picture Placeholder 13">
            <a:extLst>
              <a:ext uri="{FF2B5EF4-FFF2-40B4-BE49-F238E27FC236}">
                <a16:creationId xmlns:a16="http://schemas.microsoft.com/office/drawing/2014/main" id="{9AFBA26D-A78E-DD84-707C-93BC4810A8A6}"/>
              </a:ext>
            </a:extLst>
          </p:cNvPr>
          <p:cNvSpPr>
            <a:spLocks noGrp="1"/>
          </p:cNvSpPr>
          <p:nvPr>
            <p:ph type="pic" sz="quarter" idx="48"/>
          </p:nvPr>
        </p:nvSpPr>
        <p:spPr>
          <a:xfrm>
            <a:off x="585287" y="3646159"/>
            <a:ext cx="709914" cy="502885"/>
          </a:xfrm>
        </p:spPr>
        <p:txBody>
          <a:bodyPr/>
          <a:lstStyle/>
          <a:p>
            <a:endParaRPr lang="en-US"/>
          </a:p>
        </p:txBody>
      </p:sp>
      <p:sp>
        <p:nvSpPr>
          <p:cNvPr id="83" name="Text Placeholder 19">
            <a:extLst>
              <a:ext uri="{FF2B5EF4-FFF2-40B4-BE49-F238E27FC236}">
                <a16:creationId xmlns:a16="http://schemas.microsoft.com/office/drawing/2014/main" id="{C4A1FF14-558A-0F9E-B041-DA83B562D73C}"/>
              </a:ext>
            </a:extLst>
          </p:cNvPr>
          <p:cNvSpPr>
            <a:spLocks noGrp="1"/>
          </p:cNvSpPr>
          <p:nvPr>
            <p:ph type="body" sz="quarter" idx="49" hasCustomPrompt="1"/>
          </p:nvPr>
        </p:nvSpPr>
        <p:spPr>
          <a:xfrm>
            <a:off x="487161" y="4286887"/>
            <a:ext cx="3315295" cy="1598542"/>
          </a:xfrm>
        </p:spPr>
        <p:txBody>
          <a:bodyPr/>
          <a:lstStyle>
            <a:lvl1pPr>
              <a:defRPr sz="1600"/>
            </a:lvl1pPr>
          </a:lstStyle>
          <a:p>
            <a:pPr lvl="0"/>
            <a:r>
              <a:rPr lang="en-US" dirty="0"/>
              <a:t>Text</a:t>
            </a:r>
          </a:p>
        </p:txBody>
      </p:sp>
      <p:sp>
        <p:nvSpPr>
          <p:cNvPr id="84" name="Rectangle 83">
            <a:extLst>
              <a:ext uri="{FF2B5EF4-FFF2-40B4-BE49-F238E27FC236}">
                <a16:creationId xmlns:a16="http://schemas.microsoft.com/office/drawing/2014/main" id="{0B33719A-5ABA-3D65-9262-067654930994}"/>
              </a:ext>
            </a:extLst>
          </p:cNvPr>
          <p:cNvSpPr/>
          <p:nvPr userDrawn="1"/>
        </p:nvSpPr>
        <p:spPr>
          <a:xfrm>
            <a:off x="353496" y="4244893"/>
            <a:ext cx="3582624" cy="1740468"/>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cxnSp>
        <p:nvCxnSpPr>
          <p:cNvPr id="85" name="Straight Connector 84">
            <a:extLst>
              <a:ext uri="{FF2B5EF4-FFF2-40B4-BE49-F238E27FC236}">
                <a16:creationId xmlns:a16="http://schemas.microsoft.com/office/drawing/2014/main" id="{86FCED50-5F85-2026-209F-B30D6EDE5FAF}"/>
              </a:ext>
            </a:extLst>
          </p:cNvPr>
          <p:cNvCxnSpPr>
            <a:cxnSpLocks/>
          </p:cNvCxnSpPr>
          <p:nvPr userDrawn="1"/>
        </p:nvCxnSpPr>
        <p:spPr>
          <a:xfrm>
            <a:off x="345661" y="4236017"/>
            <a:ext cx="3571588" cy="5891"/>
          </a:xfrm>
          <a:prstGeom prst="line">
            <a:avLst/>
          </a:prstGeom>
          <a:ln w="19050">
            <a:gradFill flip="none" rotWithShape="1">
              <a:gsLst>
                <a:gs pos="0">
                  <a:schemeClr val="tx1"/>
                </a:gs>
                <a:gs pos="36000">
                  <a:schemeClr val="accent1"/>
                </a:gs>
                <a:gs pos="80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3304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D97C4C-EA36-0AB7-30A6-9F76484A4416}"/>
              </a:ext>
            </a:extLst>
          </p:cNvPr>
          <p:cNvSpPr txBox="1"/>
          <p:nvPr userDrawn="1">
            <p:custDataLst>
              <p:tags r:id="rId1"/>
            </p:custDataLst>
          </p:nvPr>
        </p:nvSpPr>
        <p:spPr>
          <a:xfrm>
            <a:off x="2679678" y="2579317"/>
            <a:ext cx="6906974" cy="3369678"/>
          </a:xfrm>
          <a:custGeom>
            <a:avLst/>
            <a:gdLst>
              <a:gd name="connsiteX0" fmla="*/ 3453487 w 6906974"/>
              <a:gd name="connsiteY0" fmla="*/ 0 h 3369678"/>
              <a:gd name="connsiteX1" fmla="*/ 6904652 w 6906974"/>
              <a:gd name="connsiteY1" fmla="*/ 3277833 h 3369678"/>
              <a:gd name="connsiteX2" fmla="*/ 6906974 w 6906974"/>
              <a:gd name="connsiteY2" fmla="*/ 3369678 h 3369678"/>
              <a:gd name="connsiteX3" fmla="*/ 0 w 6906974"/>
              <a:gd name="connsiteY3" fmla="*/ 3369678 h 3369678"/>
              <a:gd name="connsiteX4" fmla="*/ 2322 w 6906974"/>
              <a:gd name="connsiteY4" fmla="*/ 3277833 h 3369678"/>
              <a:gd name="connsiteX5" fmla="*/ 3453487 w 6906974"/>
              <a:gd name="connsiteY5" fmla="*/ 0 h 3369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6974" h="3369678">
                <a:moveTo>
                  <a:pt x="3453487" y="0"/>
                </a:moveTo>
                <a:cubicBezTo>
                  <a:pt x="5302355" y="0"/>
                  <a:pt x="6812098" y="1451966"/>
                  <a:pt x="6904652" y="3277833"/>
                </a:cubicBezTo>
                <a:lnTo>
                  <a:pt x="6906974" y="3369678"/>
                </a:lnTo>
                <a:lnTo>
                  <a:pt x="0" y="3369678"/>
                </a:lnTo>
                <a:lnTo>
                  <a:pt x="2322" y="3277833"/>
                </a:lnTo>
                <a:cubicBezTo>
                  <a:pt x="94876" y="1451966"/>
                  <a:pt x="1604619" y="0"/>
                  <a:pt x="3453487" y="0"/>
                </a:cubicBezTo>
                <a:close/>
              </a:path>
            </a:pathLst>
          </a:custGeom>
          <a:gradFill>
            <a:gsLst>
              <a:gs pos="0">
                <a:schemeClr val="accent2">
                  <a:alpha val="2076"/>
                </a:schemeClr>
              </a:gs>
              <a:gs pos="100000">
                <a:schemeClr val="accent2">
                  <a:alpha val="23016"/>
                </a:schemeClr>
              </a:gs>
            </a:gsLst>
            <a:lin ang="5400000" scaled="1"/>
          </a:gra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defPPr>
              <a:defRPr lang="en-US"/>
            </a:defPPr>
            <a:lvl1pPr algn="ctr">
              <a:defRPr sz="1600">
                <a:solidFill>
                  <a:schemeClr val="bg1"/>
                </a:solidFill>
              </a:defRPr>
            </a:lvl1pPr>
            <a:lvl2pPr marL="609559"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2pPr>
            <a:lvl3pPr marL="1219119"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3pPr>
            <a:lvl4pPr marL="1828678"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4pPr>
            <a:lvl5pPr marL="2438238"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5pPr>
            <a:lvl6pPr marL="3047797" algn="l" defTabSz="609559" rtl="0" eaLnBrk="1" latinLnBrk="0" hangingPunct="1">
              <a:defRPr kern="1200">
                <a:solidFill>
                  <a:srgbClr val="414244"/>
                </a:solidFill>
                <a:latin typeface="CiscoSansTT Light"/>
                <a:ea typeface="ＭＳ Ｐゴシック" charset="0"/>
                <a:cs typeface="ＭＳ Ｐゴシック" charset="0"/>
              </a:defRPr>
            </a:lvl6pPr>
            <a:lvl7pPr marL="3657357" algn="l" defTabSz="609559" rtl="0" eaLnBrk="1" latinLnBrk="0" hangingPunct="1">
              <a:defRPr kern="1200">
                <a:solidFill>
                  <a:srgbClr val="414244"/>
                </a:solidFill>
                <a:latin typeface="CiscoSansTT Light"/>
                <a:ea typeface="ＭＳ Ｐゴシック" charset="0"/>
                <a:cs typeface="ＭＳ Ｐゴシック" charset="0"/>
              </a:defRPr>
            </a:lvl7pPr>
            <a:lvl8pPr marL="4266915" algn="l" defTabSz="609559" rtl="0" eaLnBrk="1" latinLnBrk="0" hangingPunct="1">
              <a:defRPr kern="1200">
                <a:solidFill>
                  <a:srgbClr val="414244"/>
                </a:solidFill>
                <a:latin typeface="CiscoSansTT Light"/>
                <a:ea typeface="ＭＳ Ｐゴシック" charset="0"/>
                <a:cs typeface="ＭＳ Ｐゴシック" charset="0"/>
              </a:defRPr>
            </a:lvl8pPr>
            <a:lvl9pPr marL="4876475" algn="l" defTabSz="609559" rtl="0" eaLnBrk="1" latinLnBrk="0" hangingPunct="1">
              <a:defRPr kern="1200">
                <a:solidFill>
                  <a:srgbClr val="414244"/>
                </a:solidFill>
                <a:latin typeface="CiscoSansTT Light"/>
                <a:ea typeface="ＭＳ Ｐゴシック" charset="0"/>
                <a:cs typeface="ＭＳ Ｐゴシック" charset="0"/>
              </a:defRPr>
            </a:lvl9pP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CiscoSansTT"/>
              <a:ea typeface="+mn-ea"/>
              <a:cs typeface="+mn-cs"/>
            </a:endParaRPr>
          </a:p>
        </p:txBody>
      </p:sp>
      <p:sp>
        <p:nvSpPr>
          <p:cNvPr id="6" name="Title 1">
            <a:extLst>
              <a:ext uri="{FF2B5EF4-FFF2-40B4-BE49-F238E27FC236}">
                <a16:creationId xmlns:a16="http://schemas.microsoft.com/office/drawing/2014/main" id="{736E913E-9027-3A14-8420-ABF80ED95A12}"/>
              </a:ext>
            </a:extLst>
          </p:cNvPr>
          <p:cNvSpPr>
            <a:spLocks noGrp="1"/>
          </p:cNvSpPr>
          <p:nvPr>
            <p:ph type="title" hasCustomPrompt="1"/>
          </p:nvPr>
        </p:nvSpPr>
        <p:spPr>
          <a:xfrm>
            <a:off x="323850" y="298146"/>
            <a:ext cx="11544300" cy="492443"/>
          </a:xfrm>
        </p:spPr>
        <p:txBody>
          <a:bodyPr/>
          <a:lstStyle/>
          <a:p>
            <a:r>
              <a:rPr lang="en-US" dirty="0"/>
              <a:t>Slide Title</a:t>
            </a:r>
          </a:p>
        </p:txBody>
      </p:sp>
      <p:cxnSp>
        <p:nvCxnSpPr>
          <p:cNvPr id="7" name="Straight Connector 6">
            <a:extLst>
              <a:ext uri="{FF2B5EF4-FFF2-40B4-BE49-F238E27FC236}">
                <a16:creationId xmlns:a16="http://schemas.microsoft.com/office/drawing/2014/main" id="{3AB4D2DC-9920-C89A-637A-A0D3F196B717}"/>
              </a:ext>
            </a:extLst>
          </p:cNvPr>
          <p:cNvCxnSpPr>
            <a:cxnSpLocks/>
          </p:cNvCxnSpPr>
          <p:nvPr userDrawn="1"/>
        </p:nvCxnSpPr>
        <p:spPr>
          <a:xfrm flipH="1" flipV="1">
            <a:off x="2912898" y="4693597"/>
            <a:ext cx="2154182" cy="938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8C9C6B6-9A11-9132-6BC2-A4E8DB8335D1}"/>
              </a:ext>
            </a:extLst>
          </p:cNvPr>
          <p:cNvCxnSpPr>
            <a:cxnSpLocks/>
          </p:cNvCxnSpPr>
          <p:nvPr userDrawn="1"/>
        </p:nvCxnSpPr>
        <p:spPr>
          <a:xfrm>
            <a:off x="4141846" y="3142443"/>
            <a:ext cx="1374717" cy="19742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03F158F-C9F1-A3BF-0FC3-28009193968B}"/>
              </a:ext>
            </a:extLst>
          </p:cNvPr>
          <p:cNvCxnSpPr>
            <a:cxnSpLocks/>
          </p:cNvCxnSpPr>
          <p:nvPr userDrawn="1"/>
        </p:nvCxnSpPr>
        <p:spPr>
          <a:xfrm>
            <a:off x="6133165" y="2543570"/>
            <a:ext cx="0" cy="23368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C5B7064-70BF-4107-D9DF-6E83EABECF1E}"/>
              </a:ext>
            </a:extLst>
          </p:cNvPr>
          <p:cNvGrpSpPr/>
          <p:nvPr userDrawn="1"/>
        </p:nvGrpSpPr>
        <p:grpSpPr>
          <a:xfrm flipH="1">
            <a:off x="6857584" y="3142443"/>
            <a:ext cx="2519075" cy="2442233"/>
            <a:chOff x="4190076" y="2470203"/>
            <a:chExt cx="2519075" cy="2442233"/>
          </a:xfrm>
        </p:grpSpPr>
        <p:cxnSp>
          <p:nvCxnSpPr>
            <p:cNvPr id="11" name="Straight Connector 10">
              <a:extLst>
                <a:ext uri="{FF2B5EF4-FFF2-40B4-BE49-F238E27FC236}">
                  <a16:creationId xmlns:a16="http://schemas.microsoft.com/office/drawing/2014/main" id="{C854AD91-D1B6-0B58-7E6F-CC16DF1D2D95}"/>
                </a:ext>
              </a:extLst>
            </p:cNvPr>
            <p:cNvCxnSpPr>
              <a:cxnSpLocks/>
            </p:cNvCxnSpPr>
            <p:nvPr/>
          </p:nvCxnSpPr>
          <p:spPr>
            <a:xfrm flipH="1" flipV="1">
              <a:off x="4190076" y="3984098"/>
              <a:ext cx="2131243" cy="9283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EDA0865-38A8-87BD-41F9-4D55EF5B892C}"/>
                </a:ext>
              </a:extLst>
            </p:cNvPr>
            <p:cNvCxnSpPr>
              <a:cxnSpLocks/>
            </p:cNvCxnSpPr>
            <p:nvPr/>
          </p:nvCxnSpPr>
          <p:spPr>
            <a:xfrm>
              <a:off x="5334434" y="2470203"/>
              <a:ext cx="1374717" cy="19742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B7035A72-81C4-2CE1-8F85-EBDEED0AF76B}"/>
              </a:ext>
            </a:extLst>
          </p:cNvPr>
          <p:cNvSpPr txBox="1"/>
          <p:nvPr userDrawn="1">
            <p:custDataLst>
              <p:tags r:id="rId2"/>
            </p:custDataLst>
          </p:nvPr>
        </p:nvSpPr>
        <p:spPr>
          <a:xfrm>
            <a:off x="2640926" y="2599606"/>
            <a:ext cx="6906974" cy="3369678"/>
          </a:xfrm>
          <a:custGeom>
            <a:avLst/>
            <a:gdLst>
              <a:gd name="connsiteX0" fmla="*/ 3453487 w 6906974"/>
              <a:gd name="connsiteY0" fmla="*/ 0 h 3369678"/>
              <a:gd name="connsiteX1" fmla="*/ 6904652 w 6906974"/>
              <a:gd name="connsiteY1" fmla="*/ 3277833 h 3369678"/>
              <a:gd name="connsiteX2" fmla="*/ 6906974 w 6906974"/>
              <a:gd name="connsiteY2" fmla="*/ 3369678 h 3369678"/>
              <a:gd name="connsiteX3" fmla="*/ 0 w 6906974"/>
              <a:gd name="connsiteY3" fmla="*/ 3369678 h 3369678"/>
              <a:gd name="connsiteX4" fmla="*/ 2322 w 6906974"/>
              <a:gd name="connsiteY4" fmla="*/ 3277833 h 3369678"/>
              <a:gd name="connsiteX5" fmla="*/ 3453487 w 6906974"/>
              <a:gd name="connsiteY5" fmla="*/ 0 h 3369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6974" h="3369678">
                <a:moveTo>
                  <a:pt x="3453487" y="0"/>
                </a:moveTo>
                <a:cubicBezTo>
                  <a:pt x="5302355" y="0"/>
                  <a:pt x="6812098" y="1451966"/>
                  <a:pt x="6904652" y="3277833"/>
                </a:cubicBezTo>
                <a:lnTo>
                  <a:pt x="6906974" y="3369678"/>
                </a:lnTo>
                <a:lnTo>
                  <a:pt x="0" y="3369678"/>
                </a:lnTo>
                <a:lnTo>
                  <a:pt x="2322" y="3277833"/>
                </a:lnTo>
                <a:cubicBezTo>
                  <a:pt x="94876" y="1451966"/>
                  <a:pt x="1604619" y="0"/>
                  <a:pt x="3453487" y="0"/>
                </a:cubicBezTo>
                <a:close/>
              </a:path>
            </a:pathLst>
          </a:custGeom>
          <a:noFill/>
          <a:ln w="25400">
            <a:gradFill flip="none" rotWithShape="1">
              <a:gsLst>
                <a:gs pos="73000">
                  <a:schemeClr val="accent3"/>
                </a:gs>
                <a:gs pos="44000">
                  <a:schemeClr val="accent1"/>
                </a:gs>
                <a:gs pos="37000">
                  <a:srgbClr val="04AAFF"/>
                </a:gs>
                <a:gs pos="5000">
                  <a:schemeClr val="accent2"/>
                </a:gs>
                <a:gs pos="95000">
                  <a:schemeClr val="accent4"/>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defPPr>
              <a:defRPr lang="en-US"/>
            </a:defPPr>
            <a:lvl1pPr algn="ctr" defTabSz="914400" fontAlgn="auto">
              <a:spcBef>
                <a:spcPts val="0"/>
              </a:spcBef>
              <a:spcAft>
                <a:spcPts val="0"/>
              </a:spcAft>
              <a:defRPr sz="1400">
                <a:solidFill>
                  <a:srgbClr val="FFFFFF"/>
                </a:solidFill>
                <a:latin typeface="CiscoSansTT ExtraLight" panose="020B0303020201020303" pitchFamily="34" charset="0"/>
                <a:ea typeface="ＭＳ Ｐゴシック"/>
              </a:defRPr>
            </a:lvl1pPr>
            <a:lvl2pPr marL="609559"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2pPr>
            <a:lvl3pPr marL="1219119"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3pPr>
            <a:lvl4pPr marL="1828678"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4pPr>
            <a:lvl5pPr marL="2438238"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5pPr>
            <a:lvl6pPr marL="3047797" algn="l" defTabSz="609559" rtl="0" eaLnBrk="1" latinLnBrk="0" hangingPunct="1">
              <a:defRPr kern="1200">
                <a:solidFill>
                  <a:srgbClr val="414244"/>
                </a:solidFill>
                <a:latin typeface="CiscoSansTT Light"/>
                <a:ea typeface="ＭＳ Ｐゴシック" charset="0"/>
                <a:cs typeface="ＭＳ Ｐゴシック" charset="0"/>
              </a:defRPr>
            </a:lvl6pPr>
            <a:lvl7pPr marL="3657357" algn="l" defTabSz="609559" rtl="0" eaLnBrk="1" latinLnBrk="0" hangingPunct="1">
              <a:defRPr kern="1200">
                <a:solidFill>
                  <a:srgbClr val="414244"/>
                </a:solidFill>
                <a:latin typeface="CiscoSansTT Light"/>
                <a:ea typeface="ＭＳ Ｐゴシック" charset="0"/>
                <a:cs typeface="ＭＳ Ｐゴシック" charset="0"/>
              </a:defRPr>
            </a:lvl7pPr>
            <a:lvl8pPr marL="4266915" algn="l" defTabSz="609559" rtl="0" eaLnBrk="1" latinLnBrk="0" hangingPunct="1">
              <a:defRPr kern="1200">
                <a:solidFill>
                  <a:srgbClr val="414244"/>
                </a:solidFill>
                <a:latin typeface="CiscoSansTT Light"/>
                <a:ea typeface="ＭＳ Ｐゴシック" charset="0"/>
                <a:cs typeface="ＭＳ Ｐゴシック" charset="0"/>
              </a:defRPr>
            </a:lvl8pPr>
            <a:lvl9pPr marL="4876475" algn="l" defTabSz="609559" rtl="0" eaLnBrk="1" latinLnBrk="0" hangingPunct="1">
              <a:defRPr kern="1200">
                <a:solidFill>
                  <a:srgbClr val="414244"/>
                </a:solidFill>
                <a:latin typeface="CiscoSansTT Light"/>
                <a:ea typeface="ＭＳ Ｐゴシック" charset="0"/>
                <a:cs typeface="ＭＳ Ｐゴシック" charset="0"/>
              </a:defRPr>
            </a:lvl9pPr>
          </a:lstStyle>
          <a:p>
            <a:endParaRPr lang="en-IN" dirty="0"/>
          </a:p>
        </p:txBody>
      </p:sp>
      <p:sp>
        <p:nvSpPr>
          <p:cNvPr id="14" name="Left Bracket 13">
            <a:extLst>
              <a:ext uri="{FF2B5EF4-FFF2-40B4-BE49-F238E27FC236}">
                <a16:creationId xmlns:a16="http://schemas.microsoft.com/office/drawing/2014/main" id="{2AE6A98A-D2D9-ADE3-469A-0A02A0E8322A}"/>
              </a:ext>
            </a:extLst>
          </p:cNvPr>
          <p:cNvSpPr/>
          <p:nvPr userDrawn="1"/>
        </p:nvSpPr>
        <p:spPr>
          <a:xfrm rot="5400000">
            <a:off x="5564784" y="4336167"/>
            <a:ext cx="1136763" cy="2264999"/>
          </a:xfrm>
          <a:prstGeom prst="leftBracket">
            <a:avLst>
              <a:gd name="adj" fmla="val 119639"/>
            </a:avLst>
          </a:prstGeom>
          <a:solidFill>
            <a:schemeClr val="tx1"/>
          </a:solidFill>
          <a:ln w="98425">
            <a:gradFill flip="none" rotWithShape="1">
              <a:gsLst>
                <a:gs pos="68000">
                  <a:schemeClr val="accent3"/>
                </a:gs>
                <a:gs pos="44000">
                  <a:schemeClr val="accent1"/>
                </a:gs>
                <a:gs pos="37000">
                  <a:srgbClr val="04AAFF"/>
                </a:gs>
                <a:gs pos="5000">
                  <a:schemeClr val="accent2"/>
                </a:gs>
                <a:gs pos="95000">
                  <a:schemeClr val="accent4"/>
                </a:gs>
              </a:gsLst>
              <a:lin ang="189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defTabSz="914400" fontAlgn="auto">
              <a:spcBef>
                <a:spcPts val="0"/>
              </a:spcBef>
              <a:spcAft>
                <a:spcPts val="0"/>
              </a:spcAft>
            </a:pPr>
            <a:endParaRPr lang="en-US" sz="1400">
              <a:solidFill>
                <a:srgbClr val="FFFFFF"/>
              </a:solidFill>
              <a:latin typeface="CiscoSansTT ExtraLight" panose="020B0303020201020303" pitchFamily="34" charset="0"/>
              <a:ea typeface="ＭＳ Ｐゴシック"/>
            </a:endParaRPr>
          </a:p>
        </p:txBody>
      </p:sp>
      <p:sp>
        <p:nvSpPr>
          <p:cNvPr id="34" name="Rectangle 33">
            <a:extLst>
              <a:ext uri="{FF2B5EF4-FFF2-40B4-BE49-F238E27FC236}">
                <a16:creationId xmlns:a16="http://schemas.microsoft.com/office/drawing/2014/main" id="{35976741-7B89-3DB3-DA45-15D272822F23}"/>
              </a:ext>
            </a:extLst>
          </p:cNvPr>
          <p:cNvSpPr/>
          <p:nvPr userDrawn="1"/>
        </p:nvSpPr>
        <p:spPr>
          <a:xfrm>
            <a:off x="2496910" y="5975594"/>
            <a:ext cx="7262038" cy="334596"/>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sp>
        <p:nvSpPr>
          <p:cNvPr id="49" name="Picture Placeholder 48">
            <a:extLst>
              <a:ext uri="{FF2B5EF4-FFF2-40B4-BE49-F238E27FC236}">
                <a16:creationId xmlns:a16="http://schemas.microsoft.com/office/drawing/2014/main" id="{003A9521-8911-FEE5-0E7C-9410F32CC659}"/>
              </a:ext>
            </a:extLst>
          </p:cNvPr>
          <p:cNvSpPr>
            <a:spLocks noGrp="1"/>
          </p:cNvSpPr>
          <p:nvPr>
            <p:ph type="pic" sz="quarter" idx="14"/>
          </p:nvPr>
        </p:nvSpPr>
        <p:spPr>
          <a:xfrm>
            <a:off x="5071220" y="3004454"/>
            <a:ext cx="538368" cy="531278"/>
          </a:xfrm>
        </p:spPr>
        <p:txBody>
          <a:bodyPr/>
          <a:lstStyle/>
          <a:p>
            <a:endParaRPr lang="en-US"/>
          </a:p>
        </p:txBody>
      </p:sp>
      <p:sp>
        <p:nvSpPr>
          <p:cNvPr id="50" name="Picture Placeholder 48">
            <a:extLst>
              <a:ext uri="{FF2B5EF4-FFF2-40B4-BE49-F238E27FC236}">
                <a16:creationId xmlns:a16="http://schemas.microsoft.com/office/drawing/2014/main" id="{355BA72D-8638-9B1B-31F7-4589AF379C62}"/>
              </a:ext>
            </a:extLst>
          </p:cNvPr>
          <p:cNvSpPr>
            <a:spLocks noGrp="1"/>
          </p:cNvSpPr>
          <p:nvPr>
            <p:ph type="pic" sz="quarter" idx="15"/>
          </p:nvPr>
        </p:nvSpPr>
        <p:spPr>
          <a:xfrm>
            <a:off x="6701995" y="3016355"/>
            <a:ext cx="538368" cy="531278"/>
          </a:xfrm>
        </p:spPr>
        <p:txBody>
          <a:bodyPr/>
          <a:lstStyle/>
          <a:p>
            <a:endParaRPr lang="en-US"/>
          </a:p>
        </p:txBody>
      </p:sp>
      <p:sp>
        <p:nvSpPr>
          <p:cNvPr id="51" name="Picture Placeholder 48">
            <a:extLst>
              <a:ext uri="{FF2B5EF4-FFF2-40B4-BE49-F238E27FC236}">
                <a16:creationId xmlns:a16="http://schemas.microsoft.com/office/drawing/2014/main" id="{8B667EDC-A750-F0DF-9E00-C100B5C48B98}"/>
              </a:ext>
            </a:extLst>
          </p:cNvPr>
          <p:cNvSpPr>
            <a:spLocks noGrp="1"/>
          </p:cNvSpPr>
          <p:nvPr>
            <p:ph type="pic" sz="quarter" idx="16"/>
          </p:nvPr>
        </p:nvSpPr>
        <p:spPr>
          <a:xfrm>
            <a:off x="3700366" y="3878807"/>
            <a:ext cx="538368" cy="531278"/>
          </a:xfrm>
        </p:spPr>
        <p:txBody>
          <a:bodyPr/>
          <a:lstStyle/>
          <a:p>
            <a:endParaRPr lang="en-US"/>
          </a:p>
        </p:txBody>
      </p:sp>
      <p:sp>
        <p:nvSpPr>
          <p:cNvPr id="52" name="Picture Placeholder 48">
            <a:extLst>
              <a:ext uri="{FF2B5EF4-FFF2-40B4-BE49-F238E27FC236}">
                <a16:creationId xmlns:a16="http://schemas.microsoft.com/office/drawing/2014/main" id="{4507AB5E-7F15-4BCD-2C45-72DA3A32539D}"/>
              </a:ext>
            </a:extLst>
          </p:cNvPr>
          <p:cNvSpPr>
            <a:spLocks noGrp="1"/>
          </p:cNvSpPr>
          <p:nvPr>
            <p:ph type="pic" sz="quarter" idx="17"/>
          </p:nvPr>
        </p:nvSpPr>
        <p:spPr>
          <a:xfrm>
            <a:off x="2941236" y="5210021"/>
            <a:ext cx="538368" cy="531278"/>
          </a:xfrm>
        </p:spPr>
        <p:txBody>
          <a:bodyPr/>
          <a:lstStyle/>
          <a:p>
            <a:endParaRPr lang="en-US"/>
          </a:p>
        </p:txBody>
      </p:sp>
      <p:sp>
        <p:nvSpPr>
          <p:cNvPr id="53" name="Picture Placeholder 48">
            <a:extLst>
              <a:ext uri="{FF2B5EF4-FFF2-40B4-BE49-F238E27FC236}">
                <a16:creationId xmlns:a16="http://schemas.microsoft.com/office/drawing/2014/main" id="{064D323A-F984-6B16-C7A9-E35EC83B6A90}"/>
              </a:ext>
            </a:extLst>
          </p:cNvPr>
          <p:cNvSpPr>
            <a:spLocks noGrp="1"/>
          </p:cNvSpPr>
          <p:nvPr>
            <p:ph type="pic" sz="quarter" idx="18"/>
          </p:nvPr>
        </p:nvSpPr>
        <p:spPr>
          <a:xfrm>
            <a:off x="8145885" y="3909828"/>
            <a:ext cx="538368" cy="531278"/>
          </a:xfrm>
        </p:spPr>
        <p:txBody>
          <a:bodyPr/>
          <a:lstStyle/>
          <a:p>
            <a:endParaRPr lang="en-US"/>
          </a:p>
        </p:txBody>
      </p:sp>
      <p:sp>
        <p:nvSpPr>
          <p:cNvPr id="54" name="Picture Placeholder 48">
            <a:extLst>
              <a:ext uri="{FF2B5EF4-FFF2-40B4-BE49-F238E27FC236}">
                <a16:creationId xmlns:a16="http://schemas.microsoft.com/office/drawing/2014/main" id="{AA906D16-09EE-B196-62FC-556B3EE7AA63}"/>
              </a:ext>
            </a:extLst>
          </p:cNvPr>
          <p:cNvSpPr>
            <a:spLocks noGrp="1"/>
          </p:cNvSpPr>
          <p:nvPr>
            <p:ph type="pic" sz="quarter" idx="19"/>
          </p:nvPr>
        </p:nvSpPr>
        <p:spPr>
          <a:xfrm>
            <a:off x="8865248" y="5282527"/>
            <a:ext cx="538368" cy="531278"/>
          </a:xfrm>
        </p:spPr>
        <p:txBody>
          <a:bodyPr/>
          <a:lstStyle/>
          <a:p>
            <a:endParaRPr lang="en-US"/>
          </a:p>
        </p:txBody>
      </p:sp>
      <p:sp>
        <p:nvSpPr>
          <p:cNvPr id="56" name="Text Placeholder 55">
            <a:extLst>
              <a:ext uri="{FF2B5EF4-FFF2-40B4-BE49-F238E27FC236}">
                <a16:creationId xmlns:a16="http://schemas.microsoft.com/office/drawing/2014/main" id="{43C2AD2E-9061-AB5D-E8D3-0B40ABA709A6}"/>
              </a:ext>
            </a:extLst>
          </p:cNvPr>
          <p:cNvSpPr>
            <a:spLocks noGrp="1"/>
          </p:cNvSpPr>
          <p:nvPr>
            <p:ph type="body" sz="quarter" idx="20" hasCustomPrompt="1"/>
          </p:nvPr>
        </p:nvSpPr>
        <p:spPr>
          <a:xfrm>
            <a:off x="3577253" y="5513876"/>
            <a:ext cx="1251117" cy="447363"/>
          </a:xfrm>
        </p:spPr>
        <p:txBody>
          <a:bodyPr/>
          <a:lstStyle>
            <a:lvl1pPr>
              <a:buNone/>
              <a:defRPr sz="1600"/>
            </a:lvl1pPr>
          </a:lstStyle>
          <a:p>
            <a:pPr lvl="0"/>
            <a:r>
              <a:rPr lang="en-US" dirty="0"/>
              <a:t>Sub Title1</a:t>
            </a:r>
          </a:p>
        </p:txBody>
      </p:sp>
      <p:sp>
        <p:nvSpPr>
          <p:cNvPr id="58" name="Text Placeholder 55">
            <a:extLst>
              <a:ext uri="{FF2B5EF4-FFF2-40B4-BE49-F238E27FC236}">
                <a16:creationId xmlns:a16="http://schemas.microsoft.com/office/drawing/2014/main" id="{C0E747F8-BE56-FE78-66FD-6AE000E1ED1E}"/>
              </a:ext>
            </a:extLst>
          </p:cNvPr>
          <p:cNvSpPr>
            <a:spLocks noGrp="1"/>
          </p:cNvSpPr>
          <p:nvPr>
            <p:ph type="body" sz="quarter" idx="21" hasCustomPrompt="1"/>
          </p:nvPr>
        </p:nvSpPr>
        <p:spPr>
          <a:xfrm>
            <a:off x="3792880" y="4557886"/>
            <a:ext cx="1251117" cy="447363"/>
          </a:xfrm>
        </p:spPr>
        <p:txBody>
          <a:bodyPr/>
          <a:lstStyle>
            <a:lvl1pPr>
              <a:buNone/>
              <a:defRPr sz="1600"/>
            </a:lvl1pPr>
          </a:lstStyle>
          <a:p>
            <a:pPr lvl="0"/>
            <a:r>
              <a:rPr lang="en-US" dirty="0"/>
              <a:t>Sub Title2</a:t>
            </a:r>
          </a:p>
        </p:txBody>
      </p:sp>
      <p:sp>
        <p:nvSpPr>
          <p:cNvPr id="59" name="Text Placeholder 55">
            <a:extLst>
              <a:ext uri="{FF2B5EF4-FFF2-40B4-BE49-F238E27FC236}">
                <a16:creationId xmlns:a16="http://schemas.microsoft.com/office/drawing/2014/main" id="{BB061B08-E632-BC52-6513-C4BC38E331B3}"/>
              </a:ext>
            </a:extLst>
          </p:cNvPr>
          <p:cNvSpPr>
            <a:spLocks noGrp="1"/>
          </p:cNvSpPr>
          <p:nvPr>
            <p:ph type="body" sz="quarter" idx="22" hasCustomPrompt="1"/>
          </p:nvPr>
        </p:nvSpPr>
        <p:spPr>
          <a:xfrm>
            <a:off x="4911709" y="3722908"/>
            <a:ext cx="1182704" cy="447363"/>
          </a:xfrm>
        </p:spPr>
        <p:txBody>
          <a:bodyPr/>
          <a:lstStyle>
            <a:lvl1pPr>
              <a:buNone/>
              <a:defRPr sz="1600"/>
            </a:lvl1pPr>
          </a:lstStyle>
          <a:p>
            <a:pPr lvl="0"/>
            <a:r>
              <a:rPr lang="en-US" dirty="0"/>
              <a:t>Sub Title3</a:t>
            </a:r>
          </a:p>
        </p:txBody>
      </p:sp>
      <p:sp>
        <p:nvSpPr>
          <p:cNvPr id="60" name="Text Placeholder 55">
            <a:extLst>
              <a:ext uri="{FF2B5EF4-FFF2-40B4-BE49-F238E27FC236}">
                <a16:creationId xmlns:a16="http://schemas.microsoft.com/office/drawing/2014/main" id="{65B5AE1C-85A0-96A5-DADF-838833F580C2}"/>
              </a:ext>
            </a:extLst>
          </p:cNvPr>
          <p:cNvSpPr>
            <a:spLocks noGrp="1"/>
          </p:cNvSpPr>
          <p:nvPr>
            <p:ph type="body" sz="quarter" idx="23" hasCustomPrompt="1"/>
          </p:nvPr>
        </p:nvSpPr>
        <p:spPr>
          <a:xfrm>
            <a:off x="6315934" y="3712002"/>
            <a:ext cx="1182009" cy="447363"/>
          </a:xfrm>
        </p:spPr>
        <p:txBody>
          <a:bodyPr/>
          <a:lstStyle>
            <a:lvl1pPr>
              <a:buNone/>
              <a:defRPr sz="1600"/>
            </a:lvl1pPr>
          </a:lstStyle>
          <a:p>
            <a:pPr lvl="0"/>
            <a:r>
              <a:rPr lang="en-US" dirty="0"/>
              <a:t>Sub Title4</a:t>
            </a:r>
          </a:p>
        </p:txBody>
      </p:sp>
      <p:sp>
        <p:nvSpPr>
          <p:cNvPr id="61" name="Text Placeholder 55">
            <a:extLst>
              <a:ext uri="{FF2B5EF4-FFF2-40B4-BE49-F238E27FC236}">
                <a16:creationId xmlns:a16="http://schemas.microsoft.com/office/drawing/2014/main" id="{D918019D-4181-5194-59B9-1B443BFF34B7}"/>
              </a:ext>
            </a:extLst>
          </p:cNvPr>
          <p:cNvSpPr>
            <a:spLocks noGrp="1"/>
          </p:cNvSpPr>
          <p:nvPr>
            <p:ph type="body" sz="quarter" idx="24" hasCustomPrompt="1"/>
          </p:nvPr>
        </p:nvSpPr>
        <p:spPr>
          <a:xfrm>
            <a:off x="7379325" y="4548195"/>
            <a:ext cx="1251117" cy="447363"/>
          </a:xfrm>
        </p:spPr>
        <p:txBody>
          <a:bodyPr/>
          <a:lstStyle>
            <a:lvl1pPr>
              <a:buNone/>
              <a:defRPr sz="1600"/>
            </a:lvl1pPr>
          </a:lstStyle>
          <a:p>
            <a:pPr lvl="0"/>
            <a:r>
              <a:rPr lang="en-US" dirty="0"/>
              <a:t>Sub Title5</a:t>
            </a:r>
          </a:p>
        </p:txBody>
      </p:sp>
      <p:sp>
        <p:nvSpPr>
          <p:cNvPr id="62" name="Text Placeholder 55">
            <a:extLst>
              <a:ext uri="{FF2B5EF4-FFF2-40B4-BE49-F238E27FC236}">
                <a16:creationId xmlns:a16="http://schemas.microsoft.com/office/drawing/2014/main" id="{5C2F235D-1A6E-42F1-2E35-D4E62C455A8A}"/>
              </a:ext>
            </a:extLst>
          </p:cNvPr>
          <p:cNvSpPr>
            <a:spLocks noGrp="1"/>
          </p:cNvSpPr>
          <p:nvPr>
            <p:ph type="body" sz="quarter" idx="25" hasCustomPrompt="1"/>
          </p:nvPr>
        </p:nvSpPr>
        <p:spPr>
          <a:xfrm>
            <a:off x="7557981" y="5452171"/>
            <a:ext cx="1251117" cy="447363"/>
          </a:xfrm>
        </p:spPr>
        <p:txBody>
          <a:bodyPr/>
          <a:lstStyle>
            <a:lvl1pPr>
              <a:buNone/>
              <a:defRPr sz="1600"/>
            </a:lvl1pPr>
          </a:lstStyle>
          <a:p>
            <a:pPr lvl="0"/>
            <a:r>
              <a:rPr lang="en-US" dirty="0"/>
              <a:t>Sub Title6</a:t>
            </a:r>
          </a:p>
        </p:txBody>
      </p:sp>
      <p:cxnSp>
        <p:nvCxnSpPr>
          <p:cNvPr id="4" name="Straight Connector 3">
            <a:extLst>
              <a:ext uri="{FF2B5EF4-FFF2-40B4-BE49-F238E27FC236}">
                <a16:creationId xmlns:a16="http://schemas.microsoft.com/office/drawing/2014/main" id="{7B452FF0-C5DB-394B-BD31-CEC21C27C35B}"/>
              </a:ext>
            </a:extLst>
          </p:cNvPr>
          <p:cNvCxnSpPr>
            <a:cxnSpLocks/>
          </p:cNvCxnSpPr>
          <p:nvPr userDrawn="1"/>
        </p:nvCxnSpPr>
        <p:spPr>
          <a:xfrm>
            <a:off x="323850" y="6037048"/>
            <a:ext cx="11641727" cy="0"/>
          </a:xfrm>
          <a:prstGeom prst="line">
            <a:avLst/>
          </a:prstGeom>
          <a:ln w="25400">
            <a:gradFill flip="none" rotWithShape="1">
              <a:gsLst>
                <a:gs pos="0">
                  <a:schemeClr val="tx1"/>
                </a:gs>
                <a:gs pos="41000">
                  <a:schemeClr val="accent1"/>
                </a:gs>
                <a:gs pos="72000">
                  <a:schemeClr val="accent3"/>
                </a:gs>
                <a:gs pos="94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17" name="Text Placeholder 16">
            <a:extLst>
              <a:ext uri="{FF2B5EF4-FFF2-40B4-BE49-F238E27FC236}">
                <a16:creationId xmlns:a16="http://schemas.microsoft.com/office/drawing/2014/main" id="{5A821267-5F46-2BC2-8235-7FBE0D3590D8}"/>
              </a:ext>
            </a:extLst>
          </p:cNvPr>
          <p:cNvSpPr>
            <a:spLocks noGrp="1"/>
          </p:cNvSpPr>
          <p:nvPr>
            <p:ph type="body" sz="quarter" idx="27" hasCustomPrompt="1"/>
          </p:nvPr>
        </p:nvSpPr>
        <p:spPr>
          <a:xfrm>
            <a:off x="235792" y="4170371"/>
            <a:ext cx="2196956" cy="1343505"/>
          </a:xfrm>
        </p:spPr>
        <p:txBody>
          <a:bodyPr/>
          <a:lstStyle>
            <a:lvl1pPr>
              <a:defRPr sz="1600"/>
            </a:lvl1pPr>
          </a:lstStyle>
          <a:p>
            <a:pPr lvl="0"/>
            <a:r>
              <a:rPr lang="en-US" dirty="0"/>
              <a:t>Text1</a:t>
            </a:r>
          </a:p>
        </p:txBody>
      </p:sp>
      <p:sp>
        <p:nvSpPr>
          <p:cNvPr id="18" name="Text Placeholder 16">
            <a:extLst>
              <a:ext uri="{FF2B5EF4-FFF2-40B4-BE49-F238E27FC236}">
                <a16:creationId xmlns:a16="http://schemas.microsoft.com/office/drawing/2014/main" id="{6BF482DA-AFF9-85ED-F3DB-4B024C42F0A9}"/>
              </a:ext>
            </a:extLst>
          </p:cNvPr>
          <p:cNvSpPr>
            <a:spLocks noGrp="1"/>
          </p:cNvSpPr>
          <p:nvPr>
            <p:ph type="body" sz="quarter" idx="28" hasCustomPrompt="1"/>
          </p:nvPr>
        </p:nvSpPr>
        <p:spPr>
          <a:xfrm>
            <a:off x="323850" y="2579317"/>
            <a:ext cx="2196956" cy="1343505"/>
          </a:xfrm>
        </p:spPr>
        <p:txBody>
          <a:bodyPr/>
          <a:lstStyle>
            <a:lvl1pPr>
              <a:defRPr sz="1600"/>
            </a:lvl1pPr>
          </a:lstStyle>
          <a:p>
            <a:pPr lvl="0"/>
            <a:r>
              <a:rPr lang="en-US" dirty="0"/>
              <a:t>Text2</a:t>
            </a:r>
          </a:p>
        </p:txBody>
      </p:sp>
      <p:sp>
        <p:nvSpPr>
          <p:cNvPr id="19" name="Text Placeholder 16">
            <a:extLst>
              <a:ext uri="{FF2B5EF4-FFF2-40B4-BE49-F238E27FC236}">
                <a16:creationId xmlns:a16="http://schemas.microsoft.com/office/drawing/2014/main" id="{57AEA6C4-1A03-0A78-EA58-9626BC965514}"/>
              </a:ext>
            </a:extLst>
          </p:cNvPr>
          <p:cNvSpPr>
            <a:spLocks noGrp="1"/>
          </p:cNvSpPr>
          <p:nvPr>
            <p:ph type="body" sz="quarter" idx="29" hasCustomPrompt="1"/>
          </p:nvPr>
        </p:nvSpPr>
        <p:spPr>
          <a:xfrm>
            <a:off x="2083844" y="1035190"/>
            <a:ext cx="2196956" cy="1343505"/>
          </a:xfrm>
        </p:spPr>
        <p:txBody>
          <a:bodyPr/>
          <a:lstStyle>
            <a:lvl1pPr>
              <a:defRPr sz="1600"/>
            </a:lvl1pPr>
          </a:lstStyle>
          <a:p>
            <a:pPr lvl="0"/>
            <a:r>
              <a:rPr lang="en-US" dirty="0"/>
              <a:t>Text3</a:t>
            </a:r>
          </a:p>
        </p:txBody>
      </p:sp>
      <p:sp>
        <p:nvSpPr>
          <p:cNvPr id="20" name="Text Placeholder 16">
            <a:extLst>
              <a:ext uri="{FF2B5EF4-FFF2-40B4-BE49-F238E27FC236}">
                <a16:creationId xmlns:a16="http://schemas.microsoft.com/office/drawing/2014/main" id="{A2EB36FD-916D-0B7C-C1B6-DC3202B0FDF7}"/>
              </a:ext>
            </a:extLst>
          </p:cNvPr>
          <p:cNvSpPr>
            <a:spLocks noGrp="1"/>
          </p:cNvSpPr>
          <p:nvPr>
            <p:ph type="body" sz="quarter" idx="30" hasCustomPrompt="1"/>
          </p:nvPr>
        </p:nvSpPr>
        <p:spPr>
          <a:xfrm>
            <a:off x="6859660" y="954934"/>
            <a:ext cx="2196956" cy="1343505"/>
          </a:xfrm>
        </p:spPr>
        <p:txBody>
          <a:bodyPr/>
          <a:lstStyle>
            <a:lvl1pPr>
              <a:defRPr sz="1600"/>
            </a:lvl1pPr>
          </a:lstStyle>
          <a:p>
            <a:pPr lvl="0"/>
            <a:r>
              <a:rPr lang="en-US" dirty="0"/>
              <a:t>Text4</a:t>
            </a:r>
          </a:p>
        </p:txBody>
      </p:sp>
      <p:sp>
        <p:nvSpPr>
          <p:cNvPr id="21" name="Text Placeholder 16">
            <a:extLst>
              <a:ext uri="{FF2B5EF4-FFF2-40B4-BE49-F238E27FC236}">
                <a16:creationId xmlns:a16="http://schemas.microsoft.com/office/drawing/2014/main" id="{BB01A865-EAE1-B79E-9196-D608F5479FA2}"/>
              </a:ext>
            </a:extLst>
          </p:cNvPr>
          <p:cNvSpPr>
            <a:spLocks noGrp="1"/>
          </p:cNvSpPr>
          <p:nvPr>
            <p:ph type="body" sz="quarter" idx="31" hasCustomPrompt="1"/>
          </p:nvPr>
        </p:nvSpPr>
        <p:spPr>
          <a:xfrm>
            <a:off x="9664732" y="2543570"/>
            <a:ext cx="2196956" cy="1343505"/>
          </a:xfrm>
        </p:spPr>
        <p:txBody>
          <a:bodyPr/>
          <a:lstStyle>
            <a:lvl1pPr>
              <a:defRPr sz="1600"/>
            </a:lvl1pPr>
          </a:lstStyle>
          <a:p>
            <a:pPr lvl="0"/>
            <a:r>
              <a:rPr lang="en-US" dirty="0"/>
              <a:t>Text5</a:t>
            </a:r>
          </a:p>
        </p:txBody>
      </p:sp>
      <p:sp>
        <p:nvSpPr>
          <p:cNvPr id="22" name="Text Placeholder 16">
            <a:extLst>
              <a:ext uri="{FF2B5EF4-FFF2-40B4-BE49-F238E27FC236}">
                <a16:creationId xmlns:a16="http://schemas.microsoft.com/office/drawing/2014/main" id="{BFE614E7-C45C-E1CC-B2BF-8873D5041BDD}"/>
              </a:ext>
            </a:extLst>
          </p:cNvPr>
          <p:cNvSpPr>
            <a:spLocks noGrp="1"/>
          </p:cNvSpPr>
          <p:nvPr>
            <p:ph type="body" sz="quarter" idx="32" hasCustomPrompt="1"/>
          </p:nvPr>
        </p:nvSpPr>
        <p:spPr>
          <a:xfrm>
            <a:off x="9676279" y="4089758"/>
            <a:ext cx="2196956" cy="1343505"/>
          </a:xfrm>
        </p:spPr>
        <p:txBody>
          <a:bodyPr/>
          <a:lstStyle>
            <a:lvl1pPr>
              <a:defRPr sz="1600"/>
            </a:lvl1pPr>
          </a:lstStyle>
          <a:p>
            <a:pPr lvl="0"/>
            <a:r>
              <a:rPr lang="en-US" dirty="0"/>
              <a:t>Text6</a:t>
            </a:r>
          </a:p>
        </p:txBody>
      </p:sp>
      <p:cxnSp>
        <p:nvCxnSpPr>
          <p:cNvPr id="23" name="Straight Connector 22">
            <a:extLst>
              <a:ext uri="{FF2B5EF4-FFF2-40B4-BE49-F238E27FC236}">
                <a16:creationId xmlns:a16="http://schemas.microsoft.com/office/drawing/2014/main" id="{93E11875-9205-7B69-A29C-BDF1E904D2BC}"/>
              </a:ext>
            </a:extLst>
          </p:cNvPr>
          <p:cNvCxnSpPr>
            <a:cxnSpLocks/>
            <a:endCxn id="17" idx="3"/>
          </p:cNvCxnSpPr>
          <p:nvPr userDrawn="1"/>
        </p:nvCxnSpPr>
        <p:spPr>
          <a:xfrm flipH="1" flipV="1">
            <a:off x="2432748" y="4842124"/>
            <a:ext cx="335866" cy="274526"/>
          </a:xfrm>
          <a:prstGeom prst="line">
            <a:avLst/>
          </a:prstGeom>
          <a:ln w="25400">
            <a:gradFill flip="none" rotWithShape="1">
              <a:gsLst>
                <a:gs pos="0">
                  <a:schemeClr val="tx1"/>
                </a:gs>
                <a:gs pos="41000">
                  <a:schemeClr val="accent1"/>
                </a:gs>
                <a:gs pos="72000">
                  <a:schemeClr val="accent3"/>
                </a:gs>
                <a:gs pos="94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6AD4A70-C9AB-E4BB-2BA9-4802F10C5074}"/>
              </a:ext>
            </a:extLst>
          </p:cNvPr>
          <p:cNvCxnSpPr>
            <a:cxnSpLocks/>
            <a:endCxn id="18" idx="3"/>
          </p:cNvCxnSpPr>
          <p:nvPr userDrawn="1"/>
        </p:nvCxnSpPr>
        <p:spPr>
          <a:xfrm flipH="1" flipV="1">
            <a:off x="2520806" y="3251070"/>
            <a:ext cx="912163" cy="593803"/>
          </a:xfrm>
          <a:prstGeom prst="line">
            <a:avLst/>
          </a:prstGeom>
          <a:ln w="25400">
            <a:gradFill flip="none" rotWithShape="1">
              <a:gsLst>
                <a:gs pos="0">
                  <a:schemeClr val="tx1"/>
                </a:gs>
                <a:gs pos="41000">
                  <a:schemeClr val="accent1"/>
                </a:gs>
                <a:gs pos="72000">
                  <a:schemeClr val="accent3"/>
                </a:gs>
                <a:gs pos="94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041A444-33A2-CD0D-E03A-0FBC6991B58A}"/>
              </a:ext>
            </a:extLst>
          </p:cNvPr>
          <p:cNvCxnSpPr>
            <a:cxnSpLocks/>
            <a:endCxn id="19" idx="3"/>
          </p:cNvCxnSpPr>
          <p:nvPr userDrawn="1"/>
        </p:nvCxnSpPr>
        <p:spPr>
          <a:xfrm flipH="1" flipV="1">
            <a:off x="4280800" y="1706943"/>
            <a:ext cx="728742" cy="1076600"/>
          </a:xfrm>
          <a:prstGeom prst="line">
            <a:avLst/>
          </a:prstGeom>
          <a:ln w="25400">
            <a:gradFill flip="none" rotWithShape="1">
              <a:gsLst>
                <a:gs pos="0">
                  <a:schemeClr val="tx1"/>
                </a:gs>
                <a:gs pos="41000">
                  <a:schemeClr val="accent1"/>
                </a:gs>
                <a:gs pos="72000">
                  <a:schemeClr val="accent3"/>
                </a:gs>
                <a:gs pos="94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0B869F2-671C-5249-5135-A068860EB04D}"/>
              </a:ext>
            </a:extLst>
          </p:cNvPr>
          <p:cNvCxnSpPr>
            <a:cxnSpLocks/>
            <a:endCxn id="20" idx="2"/>
          </p:cNvCxnSpPr>
          <p:nvPr userDrawn="1"/>
        </p:nvCxnSpPr>
        <p:spPr>
          <a:xfrm flipV="1">
            <a:off x="7379325" y="2298439"/>
            <a:ext cx="578813" cy="508483"/>
          </a:xfrm>
          <a:prstGeom prst="line">
            <a:avLst/>
          </a:prstGeom>
          <a:ln w="25400">
            <a:gradFill flip="none" rotWithShape="1">
              <a:gsLst>
                <a:gs pos="0">
                  <a:schemeClr val="tx1"/>
                </a:gs>
                <a:gs pos="41000">
                  <a:schemeClr val="accent1"/>
                </a:gs>
                <a:gs pos="72000">
                  <a:schemeClr val="accent3"/>
                </a:gs>
                <a:gs pos="94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4E5E6A8-349E-7C95-4D5C-08062CA04D5B}"/>
              </a:ext>
            </a:extLst>
          </p:cNvPr>
          <p:cNvCxnSpPr>
            <a:cxnSpLocks/>
            <a:endCxn id="21" idx="1"/>
          </p:cNvCxnSpPr>
          <p:nvPr userDrawn="1"/>
        </p:nvCxnSpPr>
        <p:spPr>
          <a:xfrm flipV="1">
            <a:off x="8770780" y="3215323"/>
            <a:ext cx="893952" cy="690262"/>
          </a:xfrm>
          <a:prstGeom prst="line">
            <a:avLst/>
          </a:prstGeom>
          <a:ln w="25400">
            <a:gradFill flip="none" rotWithShape="1">
              <a:gsLst>
                <a:gs pos="0">
                  <a:schemeClr val="tx1"/>
                </a:gs>
                <a:gs pos="41000">
                  <a:schemeClr val="accent1"/>
                </a:gs>
                <a:gs pos="72000">
                  <a:schemeClr val="accent3"/>
                </a:gs>
                <a:gs pos="94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590C63A-AD29-07B8-DDE7-0864A2597BB3}"/>
              </a:ext>
            </a:extLst>
          </p:cNvPr>
          <p:cNvCxnSpPr>
            <a:cxnSpLocks/>
            <a:endCxn id="22" idx="1"/>
          </p:cNvCxnSpPr>
          <p:nvPr userDrawn="1"/>
        </p:nvCxnSpPr>
        <p:spPr>
          <a:xfrm flipV="1">
            <a:off x="9403616" y="4761511"/>
            <a:ext cx="272663" cy="409782"/>
          </a:xfrm>
          <a:prstGeom prst="line">
            <a:avLst/>
          </a:prstGeom>
          <a:ln w="25400">
            <a:gradFill flip="none" rotWithShape="1">
              <a:gsLst>
                <a:gs pos="0">
                  <a:schemeClr val="tx1"/>
                </a:gs>
                <a:gs pos="41000">
                  <a:schemeClr val="accent1"/>
                </a:gs>
                <a:gs pos="72000">
                  <a:schemeClr val="accent3"/>
                </a:gs>
                <a:gs pos="94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089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54_Custom Layout">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2B4D27-7FA8-9BAF-4D6E-15859ED02AB8}"/>
              </a:ext>
            </a:extLst>
          </p:cNvPr>
          <p:cNvSpPr txBox="1"/>
          <p:nvPr userDrawn="1">
            <p:custDataLst>
              <p:tags r:id="rId1"/>
            </p:custDataLst>
          </p:nvPr>
        </p:nvSpPr>
        <p:spPr>
          <a:xfrm>
            <a:off x="1584652" y="2095989"/>
            <a:ext cx="9462554" cy="3875130"/>
          </a:xfrm>
          <a:custGeom>
            <a:avLst/>
            <a:gdLst>
              <a:gd name="connsiteX0" fmla="*/ 3453487 w 6906974"/>
              <a:gd name="connsiteY0" fmla="*/ 0 h 3369678"/>
              <a:gd name="connsiteX1" fmla="*/ 6904652 w 6906974"/>
              <a:gd name="connsiteY1" fmla="*/ 3277833 h 3369678"/>
              <a:gd name="connsiteX2" fmla="*/ 6906974 w 6906974"/>
              <a:gd name="connsiteY2" fmla="*/ 3369678 h 3369678"/>
              <a:gd name="connsiteX3" fmla="*/ 0 w 6906974"/>
              <a:gd name="connsiteY3" fmla="*/ 3369678 h 3369678"/>
              <a:gd name="connsiteX4" fmla="*/ 2322 w 6906974"/>
              <a:gd name="connsiteY4" fmla="*/ 3277833 h 3369678"/>
              <a:gd name="connsiteX5" fmla="*/ 3453487 w 6906974"/>
              <a:gd name="connsiteY5" fmla="*/ 0 h 3369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6974" h="3369678">
                <a:moveTo>
                  <a:pt x="3453487" y="0"/>
                </a:moveTo>
                <a:cubicBezTo>
                  <a:pt x="5302355" y="0"/>
                  <a:pt x="6812098" y="1451966"/>
                  <a:pt x="6904652" y="3277833"/>
                </a:cubicBezTo>
                <a:lnTo>
                  <a:pt x="6906974" y="3369678"/>
                </a:lnTo>
                <a:lnTo>
                  <a:pt x="0" y="3369678"/>
                </a:lnTo>
                <a:lnTo>
                  <a:pt x="2322" y="3277833"/>
                </a:lnTo>
                <a:cubicBezTo>
                  <a:pt x="94876" y="1451966"/>
                  <a:pt x="1604619" y="0"/>
                  <a:pt x="3453487" y="0"/>
                </a:cubicBezTo>
                <a:close/>
              </a:path>
            </a:pathLst>
          </a:custGeom>
          <a:gradFill>
            <a:gsLst>
              <a:gs pos="0">
                <a:schemeClr val="accent2">
                  <a:alpha val="2076"/>
                </a:schemeClr>
              </a:gs>
              <a:gs pos="100000">
                <a:schemeClr val="accent2">
                  <a:alpha val="23016"/>
                </a:schemeClr>
              </a:gs>
            </a:gsLst>
            <a:lin ang="5400000" scaled="1"/>
          </a:gra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defPPr>
              <a:defRPr lang="en-US"/>
            </a:defPPr>
            <a:lvl1pPr algn="ctr">
              <a:defRPr sz="1600">
                <a:solidFill>
                  <a:schemeClr val="bg1"/>
                </a:solidFill>
              </a:defRPr>
            </a:lvl1pPr>
            <a:lvl2pPr marL="609559"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2pPr>
            <a:lvl3pPr marL="1219119"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3pPr>
            <a:lvl4pPr marL="1828678"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4pPr>
            <a:lvl5pPr marL="2438238"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5pPr>
            <a:lvl6pPr marL="3047797" algn="l" defTabSz="609559" rtl="0" eaLnBrk="1" latinLnBrk="0" hangingPunct="1">
              <a:defRPr kern="1200">
                <a:solidFill>
                  <a:srgbClr val="414244"/>
                </a:solidFill>
                <a:latin typeface="CiscoSansTT Light"/>
                <a:ea typeface="ＭＳ Ｐゴシック" charset="0"/>
                <a:cs typeface="ＭＳ Ｐゴシック" charset="0"/>
              </a:defRPr>
            </a:lvl6pPr>
            <a:lvl7pPr marL="3657357" algn="l" defTabSz="609559" rtl="0" eaLnBrk="1" latinLnBrk="0" hangingPunct="1">
              <a:defRPr kern="1200">
                <a:solidFill>
                  <a:srgbClr val="414244"/>
                </a:solidFill>
                <a:latin typeface="CiscoSansTT Light"/>
                <a:ea typeface="ＭＳ Ｐゴシック" charset="0"/>
                <a:cs typeface="ＭＳ Ｐゴシック" charset="0"/>
              </a:defRPr>
            </a:lvl7pPr>
            <a:lvl8pPr marL="4266915" algn="l" defTabSz="609559" rtl="0" eaLnBrk="1" latinLnBrk="0" hangingPunct="1">
              <a:defRPr kern="1200">
                <a:solidFill>
                  <a:srgbClr val="414244"/>
                </a:solidFill>
                <a:latin typeface="CiscoSansTT Light"/>
                <a:ea typeface="ＭＳ Ｐゴシック" charset="0"/>
                <a:cs typeface="ＭＳ Ｐゴシック" charset="0"/>
              </a:defRPr>
            </a:lvl8pPr>
            <a:lvl9pPr marL="4876475" algn="l" defTabSz="609559" rtl="0" eaLnBrk="1" latinLnBrk="0" hangingPunct="1">
              <a:defRPr kern="1200">
                <a:solidFill>
                  <a:srgbClr val="414244"/>
                </a:solidFill>
                <a:latin typeface="CiscoSansTT Light"/>
                <a:ea typeface="ＭＳ Ｐゴシック" charset="0"/>
                <a:cs typeface="ＭＳ Ｐゴシック" charset="0"/>
              </a:defRPr>
            </a:lvl9pP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CiscoSansTT"/>
              <a:ea typeface="+mn-ea"/>
              <a:cs typeface="+mn-cs"/>
            </a:endParaRPr>
          </a:p>
        </p:txBody>
      </p:sp>
      <p:sp>
        <p:nvSpPr>
          <p:cNvPr id="6" name="Title 1">
            <a:extLst>
              <a:ext uri="{FF2B5EF4-FFF2-40B4-BE49-F238E27FC236}">
                <a16:creationId xmlns:a16="http://schemas.microsoft.com/office/drawing/2014/main" id="{964B92B6-58BB-1046-8A13-B3D0F0D83174}"/>
              </a:ext>
            </a:extLst>
          </p:cNvPr>
          <p:cNvSpPr>
            <a:spLocks noGrp="1"/>
          </p:cNvSpPr>
          <p:nvPr>
            <p:ph type="title" hasCustomPrompt="1"/>
          </p:nvPr>
        </p:nvSpPr>
        <p:spPr>
          <a:xfrm>
            <a:off x="323850" y="298146"/>
            <a:ext cx="11544300" cy="492443"/>
          </a:xfrm>
        </p:spPr>
        <p:txBody>
          <a:bodyPr/>
          <a:lstStyle/>
          <a:p>
            <a:r>
              <a:rPr lang="en-US" dirty="0"/>
              <a:t>Slide Title</a:t>
            </a:r>
          </a:p>
        </p:txBody>
      </p:sp>
      <p:cxnSp>
        <p:nvCxnSpPr>
          <p:cNvPr id="7" name="Straight Connector 6">
            <a:extLst>
              <a:ext uri="{FF2B5EF4-FFF2-40B4-BE49-F238E27FC236}">
                <a16:creationId xmlns:a16="http://schemas.microsoft.com/office/drawing/2014/main" id="{3963681A-F940-E45F-EB49-7E23F32BF500}"/>
              </a:ext>
            </a:extLst>
          </p:cNvPr>
          <p:cNvCxnSpPr>
            <a:cxnSpLocks/>
          </p:cNvCxnSpPr>
          <p:nvPr userDrawn="1"/>
        </p:nvCxnSpPr>
        <p:spPr>
          <a:xfrm flipH="1" flipV="1">
            <a:off x="2912896" y="4693590"/>
            <a:ext cx="2951232" cy="10790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82E055-2AD6-64C5-4B6E-C253D199D10D}"/>
              </a:ext>
            </a:extLst>
          </p:cNvPr>
          <p:cNvCxnSpPr>
            <a:cxnSpLocks/>
          </p:cNvCxnSpPr>
          <p:nvPr userDrawn="1"/>
        </p:nvCxnSpPr>
        <p:spPr>
          <a:xfrm>
            <a:off x="4141835" y="3142443"/>
            <a:ext cx="1883357" cy="22703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B67197B-DDB6-1FE5-7111-479145F6793F}"/>
              </a:ext>
            </a:extLst>
          </p:cNvPr>
          <p:cNvCxnSpPr>
            <a:cxnSpLocks/>
          </p:cNvCxnSpPr>
          <p:nvPr userDrawn="1"/>
        </p:nvCxnSpPr>
        <p:spPr>
          <a:xfrm>
            <a:off x="6133165" y="2543565"/>
            <a:ext cx="0" cy="26873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77CE556-FE6F-F268-0073-8ABC27B4349D}"/>
              </a:ext>
            </a:extLst>
          </p:cNvPr>
          <p:cNvGrpSpPr/>
          <p:nvPr userDrawn="1"/>
        </p:nvGrpSpPr>
        <p:grpSpPr>
          <a:xfrm flipH="1">
            <a:off x="6857573" y="3142441"/>
            <a:ext cx="3451136" cy="2808566"/>
            <a:chOff x="4190076" y="2470203"/>
            <a:chExt cx="2519075" cy="2442233"/>
          </a:xfrm>
        </p:grpSpPr>
        <p:cxnSp>
          <p:nvCxnSpPr>
            <p:cNvPr id="11" name="Straight Connector 10">
              <a:extLst>
                <a:ext uri="{FF2B5EF4-FFF2-40B4-BE49-F238E27FC236}">
                  <a16:creationId xmlns:a16="http://schemas.microsoft.com/office/drawing/2014/main" id="{9D6D8BBB-4A14-F505-AA45-7711FF61F2BA}"/>
                </a:ext>
              </a:extLst>
            </p:cNvPr>
            <p:cNvCxnSpPr>
              <a:cxnSpLocks/>
            </p:cNvCxnSpPr>
            <p:nvPr/>
          </p:nvCxnSpPr>
          <p:spPr>
            <a:xfrm flipH="1" flipV="1">
              <a:off x="4190076" y="3984098"/>
              <a:ext cx="2131243" cy="9283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0C81281-61EA-1C29-868B-4114EDD89DBE}"/>
                </a:ext>
              </a:extLst>
            </p:cNvPr>
            <p:cNvCxnSpPr>
              <a:cxnSpLocks/>
            </p:cNvCxnSpPr>
            <p:nvPr/>
          </p:nvCxnSpPr>
          <p:spPr>
            <a:xfrm>
              <a:off x="5334434" y="2470203"/>
              <a:ext cx="1374717" cy="19742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94E75ADC-C9D3-BD8D-C0E4-407A204D2A93}"/>
              </a:ext>
            </a:extLst>
          </p:cNvPr>
          <p:cNvSpPr txBox="1"/>
          <p:nvPr userDrawn="1">
            <p:custDataLst>
              <p:tags r:id="rId2"/>
            </p:custDataLst>
          </p:nvPr>
        </p:nvSpPr>
        <p:spPr>
          <a:xfrm>
            <a:off x="1628122" y="1976280"/>
            <a:ext cx="9462554" cy="4046369"/>
          </a:xfrm>
          <a:custGeom>
            <a:avLst/>
            <a:gdLst>
              <a:gd name="connsiteX0" fmla="*/ 3453487 w 6906974"/>
              <a:gd name="connsiteY0" fmla="*/ 0 h 3369678"/>
              <a:gd name="connsiteX1" fmla="*/ 6904652 w 6906974"/>
              <a:gd name="connsiteY1" fmla="*/ 3277833 h 3369678"/>
              <a:gd name="connsiteX2" fmla="*/ 6906974 w 6906974"/>
              <a:gd name="connsiteY2" fmla="*/ 3369678 h 3369678"/>
              <a:gd name="connsiteX3" fmla="*/ 0 w 6906974"/>
              <a:gd name="connsiteY3" fmla="*/ 3369678 h 3369678"/>
              <a:gd name="connsiteX4" fmla="*/ 2322 w 6906974"/>
              <a:gd name="connsiteY4" fmla="*/ 3277833 h 3369678"/>
              <a:gd name="connsiteX5" fmla="*/ 3453487 w 6906974"/>
              <a:gd name="connsiteY5" fmla="*/ 0 h 3369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6974" h="3369678">
                <a:moveTo>
                  <a:pt x="3453487" y="0"/>
                </a:moveTo>
                <a:cubicBezTo>
                  <a:pt x="5302355" y="0"/>
                  <a:pt x="6812098" y="1451966"/>
                  <a:pt x="6904652" y="3277833"/>
                </a:cubicBezTo>
                <a:lnTo>
                  <a:pt x="6906974" y="3369678"/>
                </a:lnTo>
                <a:lnTo>
                  <a:pt x="0" y="3369678"/>
                </a:lnTo>
                <a:lnTo>
                  <a:pt x="2322" y="3277833"/>
                </a:lnTo>
                <a:cubicBezTo>
                  <a:pt x="94876" y="1451966"/>
                  <a:pt x="1604619" y="0"/>
                  <a:pt x="3453487" y="0"/>
                </a:cubicBezTo>
                <a:close/>
              </a:path>
            </a:pathLst>
          </a:custGeom>
          <a:noFill/>
          <a:ln w="25400">
            <a:gradFill flip="none" rotWithShape="1">
              <a:gsLst>
                <a:gs pos="73000">
                  <a:schemeClr val="accent3"/>
                </a:gs>
                <a:gs pos="44000">
                  <a:schemeClr val="accent1"/>
                </a:gs>
                <a:gs pos="37000">
                  <a:srgbClr val="04AAFF"/>
                </a:gs>
                <a:gs pos="5000">
                  <a:schemeClr val="accent2"/>
                </a:gs>
                <a:gs pos="95000">
                  <a:schemeClr val="accent4"/>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defPPr>
              <a:defRPr lang="en-US"/>
            </a:defPPr>
            <a:lvl1pPr algn="ctr" defTabSz="914400" fontAlgn="auto">
              <a:spcBef>
                <a:spcPts val="0"/>
              </a:spcBef>
              <a:spcAft>
                <a:spcPts val="0"/>
              </a:spcAft>
              <a:defRPr sz="1400">
                <a:solidFill>
                  <a:srgbClr val="FFFFFF"/>
                </a:solidFill>
                <a:latin typeface="CiscoSansTT ExtraLight" panose="020B0303020201020303" pitchFamily="34" charset="0"/>
                <a:ea typeface="ＭＳ Ｐゴシック"/>
              </a:defRPr>
            </a:lvl1pPr>
            <a:lvl2pPr marL="609559"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2pPr>
            <a:lvl3pPr marL="1219119"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3pPr>
            <a:lvl4pPr marL="1828678"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4pPr>
            <a:lvl5pPr marL="2438238" algn="l" defTabSz="609559" rtl="0" fontAlgn="base">
              <a:spcBef>
                <a:spcPct val="0"/>
              </a:spcBef>
              <a:spcAft>
                <a:spcPct val="0"/>
              </a:spcAft>
              <a:defRPr kern="1200">
                <a:solidFill>
                  <a:srgbClr val="414244"/>
                </a:solidFill>
                <a:latin typeface="CiscoSansTT Light"/>
                <a:ea typeface="ＭＳ Ｐゴシック" charset="0"/>
                <a:cs typeface="ＭＳ Ｐゴシック" charset="0"/>
              </a:defRPr>
            </a:lvl5pPr>
            <a:lvl6pPr marL="3047797" algn="l" defTabSz="609559" rtl="0" eaLnBrk="1" latinLnBrk="0" hangingPunct="1">
              <a:defRPr kern="1200">
                <a:solidFill>
                  <a:srgbClr val="414244"/>
                </a:solidFill>
                <a:latin typeface="CiscoSansTT Light"/>
                <a:ea typeface="ＭＳ Ｐゴシック" charset="0"/>
                <a:cs typeface="ＭＳ Ｐゴシック" charset="0"/>
              </a:defRPr>
            </a:lvl6pPr>
            <a:lvl7pPr marL="3657357" algn="l" defTabSz="609559" rtl="0" eaLnBrk="1" latinLnBrk="0" hangingPunct="1">
              <a:defRPr kern="1200">
                <a:solidFill>
                  <a:srgbClr val="414244"/>
                </a:solidFill>
                <a:latin typeface="CiscoSansTT Light"/>
                <a:ea typeface="ＭＳ Ｐゴシック" charset="0"/>
                <a:cs typeface="ＭＳ Ｐゴシック" charset="0"/>
              </a:defRPr>
            </a:lvl7pPr>
            <a:lvl8pPr marL="4266915" algn="l" defTabSz="609559" rtl="0" eaLnBrk="1" latinLnBrk="0" hangingPunct="1">
              <a:defRPr kern="1200">
                <a:solidFill>
                  <a:srgbClr val="414244"/>
                </a:solidFill>
                <a:latin typeface="CiscoSansTT Light"/>
                <a:ea typeface="ＭＳ Ｐゴシック" charset="0"/>
                <a:cs typeface="ＭＳ Ｐゴシック" charset="0"/>
              </a:defRPr>
            </a:lvl8pPr>
            <a:lvl9pPr marL="4876475" algn="l" defTabSz="609559" rtl="0" eaLnBrk="1" latinLnBrk="0" hangingPunct="1">
              <a:defRPr kern="1200">
                <a:solidFill>
                  <a:srgbClr val="414244"/>
                </a:solidFill>
                <a:latin typeface="CiscoSansTT Light"/>
                <a:ea typeface="ＭＳ Ｐゴシック" charset="0"/>
                <a:cs typeface="ＭＳ Ｐゴシック" charset="0"/>
              </a:defRPr>
            </a:lvl9pPr>
          </a:lstStyle>
          <a:p>
            <a:endParaRPr lang="en-IN" dirty="0"/>
          </a:p>
        </p:txBody>
      </p:sp>
      <p:sp>
        <p:nvSpPr>
          <p:cNvPr id="14" name="Left Bracket 13">
            <a:extLst>
              <a:ext uri="{FF2B5EF4-FFF2-40B4-BE49-F238E27FC236}">
                <a16:creationId xmlns:a16="http://schemas.microsoft.com/office/drawing/2014/main" id="{DD7EE09D-6057-FB3A-DD06-279A1C4B597F}"/>
              </a:ext>
            </a:extLst>
          </p:cNvPr>
          <p:cNvSpPr/>
          <p:nvPr userDrawn="1"/>
        </p:nvSpPr>
        <p:spPr>
          <a:xfrm rot="5400000">
            <a:off x="5811068" y="4254592"/>
            <a:ext cx="1136763" cy="2264999"/>
          </a:xfrm>
          <a:prstGeom prst="leftBracket">
            <a:avLst>
              <a:gd name="adj" fmla="val 119639"/>
            </a:avLst>
          </a:prstGeom>
          <a:solidFill>
            <a:schemeClr val="tx1"/>
          </a:solidFill>
          <a:ln w="98425">
            <a:gradFill flip="none" rotWithShape="1">
              <a:gsLst>
                <a:gs pos="68000">
                  <a:schemeClr val="accent3"/>
                </a:gs>
                <a:gs pos="44000">
                  <a:schemeClr val="accent1"/>
                </a:gs>
                <a:gs pos="37000">
                  <a:srgbClr val="04AAFF"/>
                </a:gs>
                <a:gs pos="5000">
                  <a:schemeClr val="accent2"/>
                </a:gs>
                <a:gs pos="95000">
                  <a:schemeClr val="accent4"/>
                </a:gs>
              </a:gsLst>
              <a:lin ang="189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defTabSz="914400" fontAlgn="auto">
              <a:spcBef>
                <a:spcPts val="0"/>
              </a:spcBef>
              <a:spcAft>
                <a:spcPts val="0"/>
              </a:spcAft>
            </a:pPr>
            <a:endParaRPr lang="en-US" sz="1400">
              <a:solidFill>
                <a:srgbClr val="FFFFFF"/>
              </a:solidFill>
              <a:latin typeface="CiscoSansTT ExtraLight" panose="020B0303020201020303" pitchFamily="34" charset="0"/>
              <a:ea typeface="ＭＳ Ｐゴシック"/>
            </a:endParaRPr>
          </a:p>
        </p:txBody>
      </p:sp>
      <p:sp>
        <p:nvSpPr>
          <p:cNvPr id="15" name="Rectangle 14">
            <a:extLst>
              <a:ext uri="{FF2B5EF4-FFF2-40B4-BE49-F238E27FC236}">
                <a16:creationId xmlns:a16="http://schemas.microsoft.com/office/drawing/2014/main" id="{796E11C8-D435-FAED-C685-6F36AE34E6ED}"/>
              </a:ext>
            </a:extLst>
          </p:cNvPr>
          <p:cNvSpPr/>
          <p:nvPr userDrawn="1"/>
        </p:nvSpPr>
        <p:spPr>
          <a:xfrm>
            <a:off x="2496910" y="5975594"/>
            <a:ext cx="7262038" cy="334596"/>
          </a:xfrm>
          <a:prstGeom prst="rect">
            <a:avLst/>
          </a:prstGeom>
          <a:solidFill>
            <a:schemeClr val="tx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marL="0" marR="0" lvl="0" indent="0" algn="ctr" defTabSz="609559"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CiscoSansTT"/>
              <a:ea typeface="+mn-ea"/>
              <a:cs typeface="+mn-cs"/>
            </a:endParaRPr>
          </a:p>
        </p:txBody>
      </p:sp>
      <p:sp>
        <p:nvSpPr>
          <p:cNvPr id="16" name="Picture Placeholder 48">
            <a:extLst>
              <a:ext uri="{FF2B5EF4-FFF2-40B4-BE49-F238E27FC236}">
                <a16:creationId xmlns:a16="http://schemas.microsoft.com/office/drawing/2014/main" id="{DD412116-63C6-72BE-A861-5114D083FCB6}"/>
              </a:ext>
            </a:extLst>
          </p:cNvPr>
          <p:cNvSpPr>
            <a:spLocks noGrp="1"/>
          </p:cNvSpPr>
          <p:nvPr>
            <p:ph type="pic" sz="quarter" idx="14"/>
          </p:nvPr>
        </p:nvSpPr>
        <p:spPr>
          <a:xfrm>
            <a:off x="4897422" y="2563815"/>
            <a:ext cx="737569" cy="610973"/>
          </a:xfrm>
        </p:spPr>
        <p:txBody>
          <a:bodyPr/>
          <a:lstStyle/>
          <a:p>
            <a:endParaRPr lang="en-US"/>
          </a:p>
        </p:txBody>
      </p:sp>
      <p:sp>
        <p:nvSpPr>
          <p:cNvPr id="17" name="Picture Placeholder 48">
            <a:extLst>
              <a:ext uri="{FF2B5EF4-FFF2-40B4-BE49-F238E27FC236}">
                <a16:creationId xmlns:a16="http://schemas.microsoft.com/office/drawing/2014/main" id="{8A7EF4C4-73C6-DF20-5544-60D4957BA863}"/>
              </a:ext>
            </a:extLst>
          </p:cNvPr>
          <p:cNvSpPr>
            <a:spLocks noGrp="1"/>
          </p:cNvSpPr>
          <p:nvPr>
            <p:ph type="pic" sz="quarter" idx="15"/>
          </p:nvPr>
        </p:nvSpPr>
        <p:spPr>
          <a:xfrm>
            <a:off x="6756819" y="2468631"/>
            <a:ext cx="737569" cy="610973"/>
          </a:xfrm>
        </p:spPr>
        <p:txBody>
          <a:bodyPr/>
          <a:lstStyle/>
          <a:p>
            <a:endParaRPr lang="en-US"/>
          </a:p>
        </p:txBody>
      </p:sp>
      <p:sp>
        <p:nvSpPr>
          <p:cNvPr id="18" name="Picture Placeholder 48">
            <a:extLst>
              <a:ext uri="{FF2B5EF4-FFF2-40B4-BE49-F238E27FC236}">
                <a16:creationId xmlns:a16="http://schemas.microsoft.com/office/drawing/2014/main" id="{EB1F5AEC-FCF0-23FC-D2BA-2488FB9DF830}"/>
              </a:ext>
            </a:extLst>
          </p:cNvPr>
          <p:cNvSpPr>
            <a:spLocks noGrp="1"/>
          </p:cNvSpPr>
          <p:nvPr>
            <p:ph type="pic" sz="quarter" idx="16"/>
          </p:nvPr>
        </p:nvSpPr>
        <p:spPr>
          <a:xfrm>
            <a:off x="3158581" y="3619416"/>
            <a:ext cx="737569" cy="610973"/>
          </a:xfrm>
        </p:spPr>
        <p:txBody>
          <a:bodyPr/>
          <a:lstStyle/>
          <a:p>
            <a:endParaRPr lang="en-US"/>
          </a:p>
        </p:txBody>
      </p:sp>
      <p:sp>
        <p:nvSpPr>
          <p:cNvPr id="19" name="Picture Placeholder 48">
            <a:extLst>
              <a:ext uri="{FF2B5EF4-FFF2-40B4-BE49-F238E27FC236}">
                <a16:creationId xmlns:a16="http://schemas.microsoft.com/office/drawing/2014/main" id="{BCCBF74D-3815-17A0-3983-BA25ADAA9E58}"/>
              </a:ext>
            </a:extLst>
          </p:cNvPr>
          <p:cNvSpPr>
            <a:spLocks noGrp="1"/>
          </p:cNvSpPr>
          <p:nvPr>
            <p:ph type="pic" sz="quarter" idx="17"/>
          </p:nvPr>
        </p:nvSpPr>
        <p:spPr>
          <a:xfrm>
            <a:off x="2152388" y="4921783"/>
            <a:ext cx="737569" cy="610973"/>
          </a:xfrm>
        </p:spPr>
        <p:txBody>
          <a:bodyPr/>
          <a:lstStyle/>
          <a:p>
            <a:endParaRPr lang="en-US"/>
          </a:p>
        </p:txBody>
      </p:sp>
      <p:sp>
        <p:nvSpPr>
          <p:cNvPr id="20" name="Picture Placeholder 48">
            <a:extLst>
              <a:ext uri="{FF2B5EF4-FFF2-40B4-BE49-F238E27FC236}">
                <a16:creationId xmlns:a16="http://schemas.microsoft.com/office/drawing/2014/main" id="{A5064F1E-2BCB-002E-4596-B2726E9F58D3}"/>
              </a:ext>
            </a:extLst>
          </p:cNvPr>
          <p:cNvSpPr>
            <a:spLocks noGrp="1"/>
          </p:cNvSpPr>
          <p:nvPr>
            <p:ph type="pic" sz="quarter" idx="18"/>
          </p:nvPr>
        </p:nvSpPr>
        <p:spPr>
          <a:xfrm>
            <a:off x="8659687" y="3371862"/>
            <a:ext cx="737569" cy="610973"/>
          </a:xfrm>
        </p:spPr>
        <p:txBody>
          <a:bodyPr/>
          <a:lstStyle/>
          <a:p>
            <a:endParaRPr lang="en-US"/>
          </a:p>
        </p:txBody>
      </p:sp>
      <p:sp>
        <p:nvSpPr>
          <p:cNvPr id="21" name="Picture Placeholder 48">
            <a:extLst>
              <a:ext uri="{FF2B5EF4-FFF2-40B4-BE49-F238E27FC236}">
                <a16:creationId xmlns:a16="http://schemas.microsoft.com/office/drawing/2014/main" id="{52EB2331-CDB2-9FAA-E5CF-26A0730C06B1}"/>
              </a:ext>
            </a:extLst>
          </p:cNvPr>
          <p:cNvSpPr>
            <a:spLocks noGrp="1"/>
          </p:cNvSpPr>
          <p:nvPr>
            <p:ph type="pic" sz="quarter" idx="19"/>
          </p:nvPr>
        </p:nvSpPr>
        <p:spPr>
          <a:xfrm>
            <a:off x="9934586" y="5171696"/>
            <a:ext cx="737569" cy="610973"/>
          </a:xfrm>
        </p:spPr>
        <p:txBody>
          <a:bodyPr/>
          <a:lstStyle/>
          <a:p>
            <a:endParaRPr lang="en-US"/>
          </a:p>
        </p:txBody>
      </p:sp>
      <p:sp>
        <p:nvSpPr>
          <p:cNvPr id="22" name="Text Placeholder 55">
            <a:extLst>
              <a:ext uri="{FF2B5EF4-FFF2-40B4-BE49-F238E27FC236}">
                <a16:creationId xmlns:a16="http://schemas.microsoft.com/office/drawing/2014/main" id="{0E5177B7-118B-36E0-EA44-CBE4DB93CEE1}"/>
              </a:ext>
            </a:extLst>
          </p:cNvPr>
          <p:cNvSpPr>
            <a:spLocks noGrp="1"/>
          </p:cNvSpPr>
          <p:nvPr>
            <p:ph type="body" sz="quarter" idx="20" hasCustomPrompt="1"/>
          </p:nvPr>
        </p:nvSpPr>
        <p:spPr>
          <a:xfrm>
            <a:off x="3025068" y="5357419"/>
            <a:ext cx="1714028" cy="514473"/>
          </a:xfrm>
        </p:spPr>
        <p:txBody>
          <a:bodyPr/>
          <a:lstStyle>
            <a:lvl1pPr>
              <a:buNone/>
              <a:defRPr sz="1600"/>
            </a:lvl1pPr>
          </a:lstStyle>
          <a:p>
            <a:pPr lvl="0"/>
            <a:r>
              <a:rPr lang="en-US" dirty="0"/>
              <a:t>Sub Title1</a:t>
            </a:r>
          </a:p>
        </p:txBody>
      </p:sp>
      <p:sp>
        <p:nvSpPr>
          <p:cNvPr id="23" name="Text Placeholder 55">
            <a:extLst>
              <a:ext uri="{FF2B5EF4-FFF2-40B4-BE49-F238E27FC236}">
                <a16:creationId xmlns:a16="http://schemas.microsoft.com/office/drawing/2014/main" id="{959F8185-9CE6-054A-A70B-5399809FEC29}"/>
              </a:ext>
            </a:extLst>
          </p:cNvPr>
          <p:cNvSpPr>
            <a:spLocks noGrp="1"/>
          </p:cNvSpPr>
          <p:nvPr>
            <p:ph type="body" sz="quarter" idx="21" hasCustomPrompt="1"/>
          </p:nvPr>
        </p:nvSpPr>
        <p:spPr>
          <a:xfrm>
            <a:off x="3686030" y="4361611"/>
            <a:ext cx="1714028" cy="514473"/>
          </a:xfrm>
        </p:spPr>
        <p:txBody>
          <a:bodyPr/>
          <a:lstStyle>
            <a:lvl1pPr>
              <a:buNone/>
              <a:defRPr sz="1600"/>
            </a:lvl1pPr>
          </a:lstStyle>
          <a:p>
            <a:pPr lvl="0"/>
            <a:r>
              <a:rPr lang="en-US" dirty="0"/>
              <a:t>Sub Title2</a:t>
            </a:r>
          </a:p>
        </p:txBody>
      </p:sp>
      <p:sp>
        <p:nvSpPr>
          <p:cNvPr id="24" name="Text Placeholder 55">
            <a:extLst>
              <a:ext uri="{FF2B5EF4-FFF2-40B4-BE49-F238E27FC236}">
                <a16:creationId xmlns:a16="http://schemas.microsoft.com/office/drawing/2014/main" id="{D6895DD7-E891-517D-35FE-F2E1B1B582C5}"/>
              </a:ext>
            </a:extLst>
          </p:cNvPr>
          <p:cNvSpPr>
            <a:spLocks noGrp="1"/>
          </p:cNvSpPr>
          <p:nvPr>
            <p:ph type="body" sz="quarter" idx="22" hasCustomPrompt="1"/>
          </p:nvPr>
        </p:nvSpPr>
        <p:spPr>
          <a:xfrm>
            <a:off x="4739096" y="3407418"/>
            <a:ext cx="1620303" cy="514473"/>
          </a:xfrm>
        </p:spPr>
        <p:txBody>
          <a:bodyPr/>
          <a:lstStyle>
            <a:lvl1pPr>
              <a:buNone/>
              <a:defRPr sz="1600"/>
            </a:lvl1pPr>
          </a:lstStyle>
          <a:p>
            <a:pPr lvl="0"/>
            <a:r>
              <a:rPr lang="en-US" dirty="0"/>
              <a:t>Sub Title3</a:t>
            </a:r>
          </a:p>
        </p:txBody>
      </p:sp>
      <p:sp>
        <p:nvSpPr>
          <p:cNvPr id="25" name="Text Placeholder 55">
            <a:extLst>
              <a:ext uri="{FF2B5EF4-FFF2-40B4-BE49-F238E27FC236}">
                <a16:creationId xmlns:a16="http://schemas.microsoft.com/office/drawing/2014/main" id="{A8542A7A-2D4C-479A-B40C-81573FA8EBA3}"/>
              </a:ext>
            </a:extLst>
          </p:cNvPr>
          <p:cNvSpPr>
            <a:spLocks noGrp="1"/>
          </p:cNvSpPr>
          <p:nvPr>
            <p:ph type="body" sz="quarter" idx="23" hasCustomPrompt="1"/>
          </p:nvPr>
        </p:nvSpPr>
        <p:spPr>
          <a:xfrm>
            <a:off x="6523366" y="3254289"/>
            <a:ext cx="1619351" cy="514473"/>
          </a:xfrm>
        </p:spPr>
        <p:txBody>
          <a:bodyPr/>
          <a:lstStyle>
            <a:lvl1pPr>
              <a:buNone/>
              <a:defRPr sz="1600"/>
            </a:lvl1pPr>
          </a:lstStyle>
          <a:p>
            <a:pPr lvl="0"/>
            <a:r>
              <a:rPr lang="en-US" dirty="0"/>
              <a:t>Sub Title4</a:t>
            </a:r>
          </a:p>
        </p:txBody>
      </p:sp>
      <p:sp>
        <p:nvSpPr>
          <p:cNvPr id="26" name="Text Placeholder 55">
            <a:extLst>
              <a:ext uri="{FF2B5EF4-FFF2-40B4-BE49-F238E27FC236}">
                <a16:creationId xmlns:a16="http://schemas.microsoft.com/office/drawing/2014/main" id="{DF98A70F-647D-0578-AFFA-4D1F0278011D}"/>
              </a:ext>
            </a:extLst>
          </p:cNvPr>
          <p:cNvSpPr>
            <a:spLocks noGrp="1"/>
          </p:cNvSpPr>
          <p:nvPr>
            <p:ph type="body" sz="quarter" idx="24" hasCustomPrompt="1"/>
          </p:nvPr>
        </p:nvSpPr>
        <p:spPr>
          <a:xfrm>
            <a:off x="8209494" y="4339962"/>
            <a:ext cx="1714028" cy="514473"/>
          </a:xfrm>
        </p:spPr>
        <p:txBody>
          <a:bodyPr/>
          <a:lstStyle>
            <a:lvl1pPr>
              <a:buNone/>
              <a:defRPr sz="1600"/>
            </a:lvl1pPr>
          </a:lstStyle>
          <a:p>
            <a:pPr lvl="0"/>
            <a:r>
              <a:rPr lang="en-US" dirty="0"/>
              <a:t>Sub Title5</a:t>
            </a:r>
          </a:p>
        </p:txBody>
      </p:sp>
      <p:sp>
        <p:nvSpPr>
          <p:cNvPr id="27" name="Text Placeholder 55">
            <a:extLst>
              <a:ext uri="{FF2B5EF4-FFF2-40B4-BE49-F238E27FC236}">
                <a16:creationId xmlns:a16="http://schemas.microsoft.com/office/drawing/2014/main" id="{01C7379E-4636-C778-DC6D-8264C042EAB2}"/>
              </a:ext>
            </a:extLst>
          </p:cNvPr>
          <p:cNvSpPr>
            <a:spLocks noGrp="1"/>
          </p:cNvSpPr>
          <p:nvPr>
            <p:ph type="body" sz="quarter" idx="25" hasCustomPrompt="1"/>
          </p:nvPr>
        </p:nvSpPr>
        <p:spPr>
          <a:xfrm>
            <a:off x="8071449" y="5532756"/>
            <a:ext cx="1714028" cy="394494"/>
          </a:xfrm>
        </p:spPr>
        <p:txBody>
          <a:bodyPr/>
          <a:lstStyle>
            <a:lvl1pPr>
              <a:buNone/>
              <a:defRPr sz="1600"/>
            </a:lvl1pPr>
          </a:lstStyle>
          <a:p>
            <a:pPr lvl="0"/>
            <a:r>
              <a:rPr lang="en-US" dirty="0"/>
              <a:t>Sub Title6</a:t>
            </a:r>
          </a:p>
        </p:txBody>
      </p:sp>
      <p:cxnSp>
        <p:nvCxnSpPr>
          <p:cNvPr id="29" name="Straight Connector 28">
            <a:extLst>
              <a:ext uri="{FF2B5EF4-FFF2-40B4-BE49-F238E27FC236}">
                <a16:creationId xmlns:a16="http://schemas.microsoft.com/office/drawing/2014/main" id="{7AB12FF6-9818-D5AD-D885-D0737273A356}"/>
              </a:ext>
            </a:extLst>
          </p:cNvPr>
          <p:cNvCxnSpPr>
            <a:cxnSpLocks/>
          </p:cNvCxnSpPr>
          <p:nvPr userDrawn="1"/>
        </p:nvCxnSpPr>
        <p:spPr>
          <a:xfrm>
            <a:off x="323850" y="6037048"/>
            <a:ext cx="11641727" cy="0"/>
          </a:xfrm>
          <a:prstGeom prst="line">
            <a:avLst/>
          </a:prstGeom>
          <a:ln w="25400">
            <a:gradFill flip="none" rotWithShape="1">
              <a:gsLst>
                <a:gs pos="0">
                  <a:schemeClr val="tx1"/>
                </a:gs>
                <a:gs pos="41000">
                  <a:schemeClr val="accent1"/>
                </a:gs>
                <a:gs pos="72000">
                  <a:schemeClr val="accent3"/>
                </a:gs>
                <a:gs pos="94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48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10F7C6E-0F31-EFCC-F485-EE8D7C0335C0}"/>
              </a:ext>
            </a:extLst>
          </p:cNvPr>
          <p:cNvSpPr>
            <a:spLocks noGrp="1"/>
          </p:cNvSpPr>
          <p:nvPr>
            <p:ph type="title" hasCustomPrompt="1"/>
          </p:nvPr>
        </p:nvSpPr>
        <p:spPr>
          <a:xfrm>
            <a:off x="323849" y="298146"/>
            <a:ext cx="11544299" cy="946454"/>
          </a:xfrm>
        </p:spPr>
        <p:txBody>
          <a:bodyPr/>
          <a:lstStyle/>
          <a:p>
            <a:pPr algn="l"/>
            <a:r>
              <a:rPr lang="en-US" dirty="0"/>
              <a:t>Slide Title</a:t>
            </a:r>
          </a:p>
        </p:txBody>
      </p:sp>
      <p:cxnSp>
        <p:nvCxnSpPr>
          <p:cNvPr id="8" name="Straight Connector 7">
            <a:extLst>
              <a:ext uri="{FF2B5EF4-FFF2-40B4-BE49-F238E27FC236}">
                <a16:creationId xmlns:a16="http://schemas.microsoft.com/office/drawing/2014/main" id="{DC804965-D8DE-CDE8-3A5A-14E432B87AA6}"/>
              </a:ext>
            </a:extLst>
          </p:cNvPr>
          <p:cNvCxnSpPr/>
          <p:nvPr userDrawn="1"/>
        </p:nvCxnSpPr>
        <p:spPr>
          <a:xfrm>
            <a:off x="0" y="4675598"/>
            <a:ext cx="12188952" cy="0"/>
          </a:xfrm>
          <a:prstGeom prst="line">
            <a:avLst/>
          </a:prstGeom>
          <a:ln w="31750">
            <a:gradFill flip="none" rotWithShape="1">
              <a:gsLst>
                <a:gs pos="75000">
                  <a:schemeClr val="accent3"/>
                </a:gs>
                <a:gs pos="50000">
                  <a:schemeClr val="accent1"/>
                </a:gs>
                <a:gs pos="0">
                  <a:schemeClr val="tx1"/>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852360D-C4FA-4C9E-3F77-891CCB1F566E}"/>
              </a:ext>
            </a:extLst>
          </p:cNvPr>
          <p:cNvSpPr>
            <a:spLocks/>
          </p:cNvSpPr>
          <p:nvPr userDrawn="1"/>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CiscoSansTT"/>
                <a:ea typeface="ＭＳ Ｐゴシック" charset="0"/>
                <a:cs typeface="CiscoSansTT Light" panose="020B0503020201020303" pitchFamily="34" charset="0"/>
              </a:rPr>
              <a:t>© 2026 Cisco and/or its affiliates. All rights reserved.</a:t>
            </a:r>
          </a:p>
        </p:txBody>
      </p:sp>
      <p:pic>
        <p:nvPicPr>
          <p:cNvPr id="10" name="Picture 7" descr="Cisco Logo">
            <a:extLst>
              <a:ext uri="{FF2B5EF4-FFF2-40B4-BE49-F238E27FC236}">
                <a16:creationId xmlns:a16="http://schemas.microsoft.com/office/drawing/2014/main" id="{4A5BBBB3-4FD9-2E54-76B1-681DF19D27A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1520088" y="6354445"/>
            <a:ext cx="348061" cy="182880"/>
          </a:xfrm>
          <a:prstGeom prst="rect">
            <a:avLst/>
          </a:prstGeom>
        </p:spPr>
      </p:pic>
      <p:sp>
        <p:nvSpPr>
          <p:cNvPr id="40" name="Picture Placeholder 39">
            <a:extLst>
              <a:ext uri="{FF2B5EF4-FFF2-40B4-BE49-F238E27FC236}">
                <a16:creationId xmlns:a16="http://schemas.microsoft.com/office/drawing/2014/main" id="{618A9E0F-D955-52C6-AD1F-CA4A0A9AC702}"/>
              </a:ext>
            </a:extLst>
          </p:cNvPr>
          <p:cNvSpPr>
            <a:spLocks noGrp="1"/>
          </p:cNvSpPr>
          <p:nvPr>
            <p:ph type="pic" sz="quarter" idx="11"/>
          </p:nvPr>
        </p:nvSpPr>
        <p:spPr>
          <a:xfrm>
            <a:off x="848910" y="2214852"/>
            <a:ext cx="749300" cy="651812"/>
          </a:xfrm>
        </p:spPr>
        <p:txBody>
          <a:bodyPr/>
          <a:lstStyle/>
          <a:p>
            <a:endParaRPr lang="en-US"/>
          </a:p>
        </p:txBody>
      </p:sp>
      <p:sp>
        <p:nvSpPr>
          <p:cNvPr id="43" name="Text Placeholder 42">
            <a:extLst>
              <a:ext uri="{FF2B5EF4-FFF2-40B4-BE49-F238E27FC236}">
                <a16:creationId xmlns:a16="http://schemas.microsoft.com/office/drawing/2014/main" id="{64738CC7-FE28-D7EE-88A3-1A2CA5B183D5}"/>
              </a:ext>
            </a:extLst>
          </p:cNvPr>
          <p:cNvSpPr>
            <a:spLocks noGrp="1"/>
          </p:cNvSpPr>
          <p:nvPr>
            <p:ph type="body" sz="quarter" idx="12" hasCustomPrompt="1"/>
          </p:nvPr>
        </p:nvSpPr>
        <p:spPr>
          <a:xfrm>
            <a:off x="480447" y="3013465"/>
            <a:ext cx="1486370" cy="541793"/>
          </a:xfrm>
        </p:spPr>
        <p:txBody>
          <a:bodyPr/>
          <a:lstStyle>
            <a:lvl1pPr algn="ctr">
              <a:buNone/>
              <a:defRPr sz="1600" b="1"/>
            </a:lvl1pPr>
          </a:lstStyle>
          <a:p>
            <a:pPr lvl="0"/>
            <a:r>
              <a:rPr lang="en-US" dirty="0"/>
              <a:t>Text1</a:t>
            </a:r>
          </a:p>
        </p:txBody>
      </p:sp>
      <p:cxnSp>
        <p:nvCxnSpPr>
          <p:cNvPr id="45" name="Straight Arrow Connector 44">
            <a:extLst>
              <a:ext uri="{FF2B5EF4-FFF2-40B4-BE49-F238E27FC236}">
                <a16:creationId xmlns:a16="http://schemas.microsoft.com/office/drawing/2014/main" id="{77DD8E60-B704-F1F9-8F20-D29153F13237}"/>
              </a:ext>
            </a:extLst>
          </p:cNvPr>
          <p:cNvCxnSpPr/>
          <p:nvPr userDrawn="1"/>
        </p:nvCxnSpPr>
        <p:spPr>
          <a:xfrm>
            <a:off x="1224366" y="3549112"/>
            <a:ext cx="0" cy="1126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Picture Placeholder 39">
            <a:extLst>
              <a:ext uri="{FF2B5EF4-FFF2-40B4-BE49-F238E27FC236}">
                <a16:creationId xmlns:a16="http://schemas.microsoft.com/office/drawing/2014/main" id="{58FEFC5C-3EEC-BBC1-433E-819792DC12A4}"/>
              </a:ext>
            </a:extLst>
          </p:cNvPr>
          <p:cNvSpPr>
            <a:spLocks noGrp="1"/>
          </p:cNvSpPr>
          <p:nvPr>
            <p:ph type="pic" sz="quarter" idx="13"/>
          </p:nvPr>
        </p:nvSpPr>
        <p:spPr>
          <a:xfrm>
            <a:off x="2777295" y="2214852"/>
            <a:ext cx="749300" cy="651812"/>
          </a:xfrm>
        </p:spPr>
        <p:txBody>
          <a:bodyPr/>
          <a:lstStyle/>
          <a:p>
            <a:endParaRPr lang="en-US"/>
          </a:p>
        </p:txBody>
      </p:sp>
      <p:sp>
        <p:nvSpPr>
          <p:cNvPr id="52" name="Picture Placeholder 39">
            <a:extLst>
              <a:ext uri="{FF2B5EF4-FFF2-40B4-BE49-F238E27FC236}">
                <a16:creationId xmlns:a16="http://schemas.microsoft.com/office/drawing/2014/main" id="{02A08AC9-F344-E3F4-B4C8-F53EBCF46C28}"/>
              </a:ext>
            </a:extLst>
          </p:cNvPr>
          <p:cNvSpPr>
            <a:spLocks noGrp="1"/>
          </p:cNvSpPr>
          <p:nvPr>
            <p:ph type="pic" sz="quarter" idx="14"/>
          </p:nvPr>
        </p:nvSpPr>
        <p:spPr>
          <a:xfrm>
            <a:off x="4738326" y="2214852"/>
            <a:ext cx="749300" cy="651812"/>
          </a:xfrm>
        </p:spPr>
        <p:txBody>
          <a:bodyPr/>
          <a:lstStyle/>
          <a:p>
            <a:endParaRPr lang="en-US"/>
          </a:p>
        </p:txBody>
      </p:sp>
      <p:sp>
        <p:nvSpPr>
          <p:cNvPr id="53" name="Picture Placeholder 39">
            <a:extLst>
              <a:ext uri="{FF2B5EF4-FFF2-40B4-BE49-F238E27FC236}">
                <a16:creationId xmlns:a16="http://schemas.microsoft.com/office/drawing/2014/main" id="{2D9B3CA5-E624-0A10-1822-24709F804C7E}"/>
              </a:ext>
            </a:extLst>
          </p:cNvPr>
          <p:cNvSpPr>
            <a:spLocks noGrp="1"/>
          </p:cNvSpPr>
          <p:nvPr>
            <p:ph type="pic" sz="quarter" idx="15"/>
          </p:nvPr>
        </p:nvSpPr>
        <p:spPr>
          <a:xfrm>
            <a:off x="6671728" y="2214852"/>
            <a:ext cx="749300" cy="651812"/>
          </a:xfrm>
        </p:spPr>
        <p:txBody>
          <a:bodyPr/>
          <a:lstStyle/>
          <a:p>
            <a:endParaRPr lang="en-US"/>
          </a:p>
        </p:txBody>
      </p:sp>
      <p:sp>
        <p:nvSpPr>
          <p:cNvPr id="54" name="Picture Placeholder 39">
            <a:extLst>
              <a:ext uri="{FF2B5EF4-FFF2-40B4-BE49-F238E27FC236}">
                <a16:creationId xmlns:a16="http://schemas.microsoft.com/office/drawing/2014/main" id="{C4893D1C-5D82-090A-F244-EC29F4924F14}"/>
              </a:ext>
            </a:extLst>
          </p:cNvPr>
          <p:cNvSpPr>
            <a:spLocks noGrp="1"/>
          </p:cNvSpPr>
          <p:nvPr>
            <p:ph type="pic" sz="quarter" idx="16"/>
          </p:nvPr>
        </p:nvSpPr>
        <p:spPr>
          <a:xfrm>
            <a:off x="8632759" y="2214852"/>
            <a:ext cx="749300" cy="651812"/>
          </a:xfrm>
        </p:spPr>
        <p:txBody>
          <a:bodyPr/>
          <a:lstStyle/>
          <a:p>
            <a:endParaRPr lang="en-US"/>
          </a:p>
        </p:txBody>
      </p:sp>
      <p:sp>
        <p:nvSpPr>
          <p:cNvPr id="55" name="Picture Placeholder 39">
            <a:extLst>
              <a:ext uri="{FF2B5EF4-FFF2-40B4-BE49-F238E27FC236}">
                <a16:creationId xmlns:a16="http://schemas.microsoft.com/office/drawing/2014/main" id="{C443748E-3CF3-ABBE-59DA-A6DF6B60138E}"/>
              </a:ext>
            </a:extLst>
          </p:cNvPr>
          <p:cNvSpPr>
            <a:spLocks noGrp="1"/>
          </p:cNvSpPr>
          <p:nvPr>
            <p:ph type="pic" sz="quarter" idx="17"/>
          </p:nvPr>
        </p:nvSpPr>
        <p:spPr>
          <a:xfrm>
            <a:off x="10593790" y="2214852"/>
            <a:ext cx="749300" cy="651812"/>
          </a:xfrm>
        </p:spPr>
        <p:txBody>
          <a:bodyPr/>
          <a:lstStyle/>
          <a:p>
            <a:endParaRPr lang="en-US"/>
          </a:p>
        </p:txBody>
      </p:sp>
      <p:sp>
        <p:nvSpPr>
          <p:cNvPr id="56" name="Text Placeholder 42">
            <a:extLst>
              <a:ext uri="{FF2B5EF4-FFF2-40B4-BE49-F238E27FC236}">
                <a16:creationId xmlns:a16="http://schemas.microsoft.com/office/drawing/2014/main" id="{6B9C71F5-575E-9C29-88F2-A3CF3C11F043}"/>
              </a:ext>
            </a:extLst>
          </p:cNvPr>
          <p:cNvSpPr>
            <a:spLocks noGrp="1"/>
          </p:cNvSpPr>
          <p:nvPr>
            <p:ph type="body" sz="quarter" idx="18" hasCustomPrompt="1"/>
          </p:nvPr>
        </p:nvSpPr>
        <p:spPr>
          <a:xfrm>
            <a:off x="2408760" y="3027990"/>
            <a:ext cx="1486370" cy="541793"/>
          </a:xfrm>
        </p:spPr>
        <p:txBody>
          <a:bodyPr/>
          <a:lstStyle>
            <a:lvl1pPr algn="ctr">
              <a:buNone/>
              <a:defRPr sz="1600" b="1"/>
            </a:lvl1pPr>
          </a:lstStyle>
          <a:p>
            <a:pPr lvl="0"/>
            <a:r>
              <a:rPr lang="en-US" dirty="0"/>
              <a:t>Text2</a:t>
            </a:r>
          </a:p>
        </p:txBody>
      </p:sp>
      <p:sp>
        <p:nvSpPr>
          <p:cNvPr id="57" name="Text Placeholder 42">
            <a:extLst>
              <a:ext uri="{FF2B5EF4-FFF2-40B4-BE49-F238E27FC236}">
                <a16:creationId xmlns:a16="http://schemas.microsoft.com/office/drawing/2014/main" id="{ADC7C95E-3DD4-6D35-F8F7-DB03D1476418}"/>
              </a:ext>
            </a:extLst>
          </p:cNvPr>
          <p:cNvSpPr>
            <a:spLocks noGrp="1"/>
          </p:cNvSpPr>
          <p:nvPr>
            <p:ph type="body" sz="quarter" idx="19" hasCustomPrompt="1"/>
          </p:nvPr>
        </p:nvSpPr>
        <p:spPr>
          <a:xfrm>
            <a:off x="4329709" y="2994142"/>
            <a:ext cx="1486370" cy="541793"/>
          </a:xfrm>
        </p:spPr>
        <p:txBody>
          <a:bodyPr/>
          <a:lstStyle>
            <a:lvl1pPr algn="ctr">
              <a:buNone/>
              <a:defRPr sz="1600" b="1"/>
            </a:lvl1pPr>
          </a:lstStyle>
          <a:p>
            <a:pPr lvl="0"/>
            <a:r>
              <a:rPr lang="en-US" dirty="0"/>
              <a:t>Text3</a:t>
            </a:r>
          </a:p>
        </p:txBody>
      </p:sp>
      <p:sp>
        <p:nvSpPr>
          <p:cNvPr id="58" name="Text Placeholder 42">
            <a:extLst>
              <a:ext uri="{FF2B5EF4-FFF2-40B4-BE49-F238E27FC236}">
                <a16:creationId xmlns:a16="http://schemas.microsoft.com/office/drawing/2014/main" id="{6BD3EB7B-656E-4113-F929-2D46BC9F3EB7}"/>
              </a:ext>
            </a:extLst>
          </p:cNvPr>
          <p:cNvSpPr>
            <a:spLocks noGrp="1"/>
          </p:cNvSpPr>
          <p:nvPr>
            <p:ph type="body" sz="quarter" idx="20" hasCustomPrompt="1"/>
          </p:nvPr>
        </p:nvSpPr>
        <p:spPr>
          <a:xfrm>
            <a:off x="6319517" y="2994142"/>
            <a:ext cx="1486370" cy="541793"/>
          </a:xfrm>
        </p:spPr>
        <p:txBody>
          <a:bodyPr/>
          <a:lstStyle>
            <a:lvl1pPr algn="ctr">
              <a:buNone/>
              <a:defRPr sz="1600" b="1"/>
            </a:lvl1pPr>
          </a:lstStyle>
          <a:p>
            <a:pPr lvl="0"/>
            <a:r>
              <a:rPr lang="en-US" dirty="0"/>
              <a:t>Text4</a:t>
            </a:r>
          </a:p>
        </p:txBody>
      </p:sp>
      <p:sp>
        <p:nvSpPr>
          <p:cNvPr id="59" name="Text Placeholder 42">
            <a:extLst>
              <a:ext uri="{FF2B5EF4-FFF2-40B4-BE49-F238E27FC236}">
                <a16:creationId xmlns:a16="http://schemas.microsoft.com/office/drawing/2014/main" id="{6FAE14F2-9A26-2FAC-D217-84DF08D1B992}"/>
              </a:ext>
            </a:extLst>
          </p:cNvPr>
          <p:cNvSpPr>
            <a:spLocks noGrp="1"/>
          </p:cNvSpPr>
          <p:nvPr>
            <p:ph type="body" sz="quarter" idx="21" hasCustomPrompt="1"/>
          </p:nvPr>
        </p:nvSpPr>
        <p:spPr>
          <a:xfrm>
            <a:off x="8292550" y="2994142"/>
            <a:ext cx="1486370" cy="541793"/>
          </a:xfrm>
        </p:spPr>
        <p:txBody>
          <a:bodyPr/>
          <a:lstStyle>
            <a:lvl1pPr algn="ctr">
              <a:buNone/>
              <a:defRPr sz="1600" b="1"/>
            </a:lvl1pPr>
          </a:lstStyle>
          <a:p>
            <a:pPr lvl="0"/>
            <a:r>
              <a:rPr lang="en-US" dirty="0"/>
              <a:t>Text5</a:t>
            </a:r>
          </a:p>
        </p:txBody>
      </p:sp>
      <p:sp>
        <p:nvSpPr>
          <p:cNvPr id="60" name="Text Placeholder 42">
            <a:extLst>
              <a:ext uri="{FF2B5EF4-FFF2-40B4-BE49-F238E27FC236}">
                <a16:creationId xmlns:a16="http://schemas.microsoft.com/office/drawing/2014/main" id="{80618687-3CFE-64A1-BFED-720A4C746C9E}"/>
              </a:ext>
            </a:extLst>
          </p:cNvPr>
          <p:cNvSpPr>
            <a:spLocks noGrp="1"/>
          </p:cNvSpPr>
          <p:nvPr>
            <p:ph type="body" sz="quarter" idx="22" hasCustomPrompt="1"/>
          </p:nvPr>
        </p:nvSpPr>
        <p:spPr>
          <a:xfrm>
            <a:off x="10225952" y="2994142"/>
            <a:ext cx="1486370" cy="541793"/>
          </a:xfrm>
        </p:spPr>
        <p:txBody>
          <a:bodyPr/>
          <a:lstStyle>
            <a:lvl1pPr algn="ctr">
              <a:buNone/>
              <a:defRPr sz="1600" b="1"/>
            </a:lvl1pPr>
          </a:lstStyle>
          <a:p>
            <a:pPr lvl="0"/>
            <a:r>
              <a:rPr lang="en-US" dirty="0"/>
              <a:t>Text6</a:t>
            </a:r>
          </a:p>
        </p:txBody>
      </p:sp>
      <p:cxnSp>
        <p:nvCxnSpPr>
          <p:cNvPr id="61" name="Straight Arrow Connector 60">
            <a:extLst>
              <a:ext uri="{FF2B5EF4-FFF2-40B4-BE49-F238E27FC236}">
                <a16:creationId xmlns:a16="http://schemas.microsoft.com/office/drawing/2014/main" id="{B6C0DAC1-484E-D895-CFE6-030EE7624187}"/>
              </a:ext>
            </a:extLst>
          </p:cNvPr>
          <p:cNvCxnSpPr/>
          <p:nvPr userDrawn="1"/>
        </p:nvCxnSpPr>
        <p:spPr>
          <a:xfrm>
            <a:off x="3179574" y="3569783"/>
            <a:ext cx="0" cy="1126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00923516-780D-0D12-21D5-5C67E0DFFC88}"/>
              </a:ext>
            </a:extLst>
          </p:cNvPr>
          <p:cNvCxnSpPr>
            <a:cxnSpLocks/>
          </p:cNvCxnSpPr>
          <p:nvPr userDrawn="1"/>
        </p:nvCxnSpPr>
        <p:spPr>
          <a:xfrm>
            <a:off x="5072894" y="3569783"/>
            <a:ext cx="0" cy="1105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474F1A30-7F54-CADA-44DA-D28416071A9D}"/>
              </a:ext>
            </a:extLst>
          </p:cNvPr>
          <p:cNvCxnSpPr>
            <a:cxnSpLocks/>
          </p:cNvCxnSpPr>
          <p:nvPr userDrawn="1"/>
        </p:nvCxnSpPr>
        <p:spPr>
          <a:xfrm>
            <a:off x="7065067" y="3580118"/>
            <a:ext cx="0" cy="1105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1277534-60AC-D534-A356-51E6D215C3DE}"/>
              </a:ext>
            </a:extLst>
          </p:cNvPr>
          <p:cNvCxnSpPr>
            <a:cxnSpLocks/>
          </p:cNvCxnSpPr>
          <p:nvPr userDrawn="1"/>
        </p:nvCxnSpPr>
        <p:spPr>
          <a:xfrm>
            <a:off x="9038100" y="3590454"/>
            <a:ext cx="0" cy="1105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342A38A-7F7B-50DA-C176-B635580B34D8}"/>
              </a:ext>
            </a:extLst>
          </p:cNvPr>
          <p:cNvCxnSpPr>
            <a:cxnSpLocks/>
          </p:cNvCxnSpPr>
          <p:nvPr userDrawn="1"/>
        </p:nvCxnSpPr>
        <p:spPr>
          <a:xfrm>
            <a:off x="10968440" y="3535935"/>
            <a:ext cx="0" cy="1105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48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47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60EF8BE-FD3A-76CD-9935-AE488E3DB7CB}"/>
              </a:ext>
            </a:extLst>
          </p:cNvPr>
          <p:cNvSpPr>
            <a:spLocks noGrp="1"/>
          </p:cNvSpPr>
          <p:nvPr>
            <p:ph type="title" hasCustomPrompt="1"/>
          </p:nvPr>
        </p:nvSpPr>
        <p:spPr>
          <a:xfrm>
            <a:off x="344170" y="1720546"/>
            <a:ext cx="4197350" cy="2953054"/>
          </a:xfrm>
        </p:spPr>
        <p:txBody>
          <a:bodyPr/>
          <a:lstStyle>
            <a:lvl1pPr algn="ctr">
              <a:defRPr/>
            </a:lvl1pPr>
          </a:lstStyle>
          <a:p>
            <a:r>
              <a:rPr lang="en-US" dirty="0"/>
              <a:t>Slide Title</a:t>
            </a:r>
          </a:p>
        </p:txBody>
      </p:sp>
      <p:sp>
        <p:nvSpPr>
          <p:cNvPr id="8" name="Picture Placeholder 5">
            <a:extLst>
              <a:ext uri="{FF2B5EF4-FFF2-40B4-BE49-F238E27FC236}">
                <a16:creationId xmlns:a16="http://schemas.microsoft.com/office/drawing/2014/main" id="{ED667F07-D836-7B1D-9568-8C53006A478B}"/>
              </a:ext>
            </a:extLst>
          </p:cNvPr>
          <p:cNvSpPr>
            <a:spLocks noGrp="1"/>
          </p:cNvSpPr>
          <p:nvPr>
            <p:ph type="pic" sz="quarter" idx="12"/>
          </p:nvPr>
        </p:nvSpPr>
        <p:spPr>
          <a:xfrm>
            <a:off x="6489018" y="731007"/>
            <a:ext cx="817965" cy="653560"/>
          </a:xfrm>
        </p:spPr>
        <p:txBody>
          <a:bodyPr/>
          <a:lstStyle/>
          <a:p>
            <a:endParaRPr lang="en-US"/>
          </a:p>
        </p:txBody>
      </p:sp>
      <p:sp>
        <p:nvSpPr>
          <p:cNvPr id="12" name="Text Placeholder 10">
            <a:extLst>
              <a:ext uri="{FF2B5EF4-FFF2-40B4-BE49-F238E27FC236}">
                <a16:creationId xmlns:a16="http://schemas.microsoft.com/office/drawing/2014/main" id="{1FCC12AD-E5F3-C0E5-7C13-8EA7104662B0}"/>
              </a:ext>
            </a:extLst>
          </p:cNvPr>
          <p:cNvSpPr>
            <a:spLocks noGrp="1"/>
          </p:cNvSpPr>
          <p:nvPr>
            <p:ph type="body" sz="quarter" idx="16" hasCustomPrompt="1"/>
          </p:nvPr>
        </p:nvSpPr>
        <p:spPr>
          <a:xfrm>
            <a:off x="7437751" y="821703"/>
            <a:ext cx="3890645" cy="379108"/>
          </a:xfrm>
        </p:spPr>
        <p:txBody>
          <a:bodyPr/>
          <a:lstStyle>
            <a:lvl1pPr>
              <a:buNone/>
              <a:defRPr sz="1600" b="1"/>
            </a:lvl1pPr>
          </a:lstStyle>
          <a:p>
            <a:pPr lvl="0"/>
            <a:r>
              <a:rPr lang="en-US" dirty="0"/>
              <a:t>Sub Title1</a:t>
            </a:r>
          </a:p>
        </p:txBody>
      </p:sp>
      <p:sp>
        <p:nvSpPr>
          <p:cNvPr id="14" name="Text Placeholder 10">
            <a:extLst>
              <a:ext uri="{FF2B5EF4-FFF2-40B4-BE49-F238E27FC236}">
                <a16:creationId xmlns:a16="http://schemas.microsoft.com/office/drawing/2014/main" id="{CC7B020B-90CF-2EB0-4669-88B7D8223A19}"/>
              </a:ext>
            </a:extLst>
          </p:cNvPr>
          <p:cNvSpPr>
            <a:spLocks noGrp="1"/>
          </p:cNvSpPr>
          <p:nvPr>
            <p:ph type="body" sz="quarter" idx="18" hasCustomPrompt="1"/>
          </p:nvPr>
        </p:nvSpPr>
        <p:spPr>
          <a:xfrm>
            <a:off x="7449817" y="1754364"/>
            <a:ext cx="3890645" cy="379108"/>
          </a:xfrm>
        </p:spPr>
        <p:txBody>
          <a:bodyPr/>
          <a:lstStyle>
            <a:lvl1pPr>
              <a:buNone/>
              <a:defRPr sz="1600" b="1"/>
            </a:lvl1pPr>
          </a:lstStyle>
          <a:p>
            <a:pPr lvl="0"/>
            <a:r>
              <a:rPr lang="en-US" dirty="0"/>
              <a:t>Sub Title2</a:t>
            </a:r>
          </a:p>
        </p:txBody>
      </p:sp>
      <p:sp>
        <p:nvSpPr>
          <p:cNvPr id="17" name="Text Placeholder 10">
            <a:extLst>
              <a:ext uri="{FF2B5EF4-FFF2-40B4-BE49-F238E27FC236}">
                <a16:creationId xmlns:a16="http://schemas.microsoft.com/office/drawing/2014/main" id="{F8D55511-1EF7-2B59-A968-004ABB761E24}"/>
              </a:ext>
            </a:extLst>
          </p:cNvPr>
          <p:cNvSpPr>
            <a:spLocks noGrp="1"/>
          </p:cNvSpPr>
          <p:nvPr>
            <p:ph type="body" sz="quarter" idx="21" hasCustomPrompt="1"/>
          </p:nvPr>
        </p:nvSpPr>
        <p:spPr>
          <a:xfrm>
            <a:off x="7437750" y="2612900"/>
            <a:ext cx="3890645" cy="379108"/>
          </a:xfrm>
        </p:spPr>
        <p:txBody>
          <a:bodyPr/>
          <a:lstStyle>
            <a:lvl1pPr>
              <a:buNone/>
              <a:defRPr sz="1600" b="1"/>
            </a:lvl1pPr>
          </a:lstStyle>
          <a:p>
            <a:pPr lvl="0"/>
            <a:r>
              <a:rPr lang="en-US" dirty="0"/>
              <a:t>Sub Title3</a:t>
            </a:r>
          </a:p>
        </p:txBody>
      </p:sp>
      <p:sp>
        <p:nvSpPr>
          <p:cNvPr id="18" name="Text Placeholder 10">
            <a:extLst>
              <a:ext uri="{FF2B5EF4-FFF2-40B4-BE49-F238E27FC236}">
                <a16:creationId xmlns:a16="http://schemas.microsoft.com/office/drawing/2014/main" id="{6BC40306-6509-3F5F-ECDB-14641143062B}"/>
              </a:ext>
            </a:extLst>
          </p:cNvPr>
          <p:cNvSpPr>
            <a:spLocks noGrp="1"/>
          </p:cNvSpPr>
          <p:nvPr>
            <p:ph type="body" sz="quarter" idx="22" hasCustomPrompt="1"/>
          </p:nvPr>
        </p:nvSpPr>
        <p:spPr>
          <a:xfrm>
            <a:off x="7449817" y="3526649"/>
            <a:ext cx="3890645" cy="379108"/>
          </a:xfrm>
        </p:spPr>
        <p:txBody>
          <a:bodyPr/>
          <a:lstStyle>
            <a:lvl1pPr>
              <a:buNone/>
              <a:defRPr sz="1600" b="1"/>
            </a:lvl1pPr>
          </a:lstStyle>
          <a:p>
            <a:pPr lvl="0"/>
            <a:r>
              <a:rPr lang="en-US" dirty="0"/>
              <a:t>Sub Title4</a:t>
            </a:r>
          </a:p>
        </p:txBody>
      </p:sp>
      <p:sp>
        <p:nvSpPr>
          <p:cNvPr id="20" name="Rounded Rectangle 19">
            <a:extLst>
              <a:ext uri="{FF2B5EF4-FFF2-40B4-BE49-F238E27FC236}">
                <a16:creationId xmlns:a16="http://schemas.microsoft.com/office/drawing/2014/main" id="{060214FD-C724-319D-2669-1F5C000BFA53}"/>
              </a:ext>
            </a:extLst>
          </p:cNvPr>
          <p:cNvSpPr/>
          <p:nvPr userDrawn="1"/>
        </p:nvSpPr>
        <p:spPr>
          <a:xfrm>
            <a:off x="5902960" y="274319"/>
            <a:ext cx="5944870" cy="5974701"/>
          </a:xfrm>
          <a:prstGeom prst="roundRect">
            <a:avLst/>
          </a:prstGeom>
          <a:noFill/>
          <a:ln w="22225">
            <a:gradFill flip="none" rotWithShape="1">
              <a:gsLst>
                <a:gs pos="0">
                  <a:schemeClr val="tx1"/>
                </a:gs>
                <a:gs pos="29000">
                  <a:schemeClr val="accent1"/>
                </a:gs>
                <a:gs pos="66000">
                  <a:schemeClr val="accent3"/>
                </a:gs>
                <a:gs pos="99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21" name="Picture Placeholder 5">
            <a:extLst>
              <a:ext uri="{FF2B5EF4-FFF2-40B4-BE49-F238E27FC236}">
                <a16:creationId xmlns:a16="http://schemas.microsoft.com/office/drawing/2014/main" id="{1B34D903-774C-7F3E-CDC8-0886F3CFDB3B}"/>
              </a:ext>
            </a:extLst>
          </p:cNvPr>
          <p:cNvSpPr>
            <a:spLocks noGrp="1"/>
          </p:cNvSpPr>
          <p:nvPr>
            <p:ph type="pic" sz="quarter" idx="23"/>
          </p:nvPr>
        </p:nvSpPr>
        <p:spPr>
          <a:xfrm>
            <a:off x="6489018" y="1617138"/>
            <a:ext cx="817965" cy="653560"/>
          </a:xfrm>
        </p:spPr>
        <p:txBody>
          <a:bodyPr/>
          <a:lstStyle/>
          <a:p>
            <a:endParaRPr lang="en-US"/>
          </a:p>
        </p:txBody>
      </p:sp>
      <p:sp>
        <p:nvSpPr>
          <p:cNvPr id="22" name="Picture Placeholder 5">
            <a:extLst>
              <a:ext uri="{FF2B5EF4-FFF2-40B4-BE49-F238E27FC236}">
                <a16:creationId xmlns:a16="http://schemas.microsoft.com/office/drawing/2014/main" id="{1604FA3E-42A9-63E3-FFD9-55461CB8E3B8}"/>
              </a:ext>
            </a:extLst>
          </p:cNvPr>
          <p:cNvSpPr>
            <a:spLocks noGrp="1"/>
          </p:cNvSpPr>
          <p:nvPr>
            <p:ph type="pic" sz="quarter" idx="24"/>
          </p:nvPr>
        </p:nvSpPr>
        <p:spPr>
          <a:xfrm>
            <a:off x="6489018" y="2475674"/>
            <a:ext cx="817965" cy="653560"/>
          </a:xfrm>
        </p:spPr>
        <p:txBody>
          <a:bodyPr/>
          <a:lstStyle/>
          <a:p>
            <a:endParaRPr lang="en-US"/>
          </a:p>
        </p:txBody>
      </p:sp>
      <p:sp>
        <p:nvSpPr>
          <p:cNvPr id="23" name="Picture Placeholder 5">
            <a:extLst>
              <a:ext uri="{FF2B5EF4-FFF2-40B4-BE49-F238E27FC236}">
                <a16:creationId xmlns:a16="http://schemas.microsoft.com/office/drawing/2014/main" id="{AFF8BAEB-F4E8-65C5-C16C-1E1B1618CAA1}"/>
              </a:ext>
            </a:extLst>
          </p:cNvPr>
          <p:cNvSpPr>
            <a:spLocks noGrp="1"/>
          </p:cNvSpPr>
          <p:nvPr>
            <p:ph type="pic" sz="quarter" idx="25"/>
          </p:nvPr>
        </p:nvSpPr>
        <p:spPr>
          <a:xfrm>
            <a:off x="6489018" y="3361805"/>
            <a:ext cx="817965" cy="653560"/>
          </a:xfrm>
        </p:spPr>
        <p:txBody>
          <a:bodyPr/>
          <a:lstStyle/>
          <a:p>
            <a:endParaRPr lang="en-US"/>
          </a:p>
        </p:txBody>
      </p:sp>
      <p:sp>
        <p:nvSpPr>
          <p:cNvPr id="24" name="Picture Placeholder 5">
            <a:extLst>
              <a:ext uri="{FF2B5EF4-FFF2-40B4-BE49-F238E27FC236}">
                <a16:creationId xmlns:a16="http://schemas.microsoft.com/office/drawing/2014/main" id="{273C1BA8-58C6-AB1A-1D86-B9E37EB1C2A5}"/>
              </a:ext>
            </a:extLst>
          </p:cNvPr>
          <p:cNvSpPr>
            <a:spLocks noGrp="1"/>
          </p:cNvSpPr>
          <p:nvPr>
            <p:ph type="pic" sz="quarter" idx="26"/>
          </p:nvPr>
        </p:nvSpPr>
        <p:spPr>
          <a:xfrm>
            <a:off x="6489019" y="5097273"/>
            <a:ext cx="817965" cy="653560"/>
          </a:xfrm>
        </p:spPr>
        <p:txBody>
          <a:bodyPr/>
          <a:lstStyle/>
          <a:p>
            <a:endParaRPr lang="en-US"/>
          </a:p>
        </p:txBody>
      </p:sp>
      <p:sp>
        <p:nvSpPr>
          <p:cNvPr id="25" name="Picture Placeholder 5">
            <a:extLst>
              <a:ext uri="{FF2B5EF4-FFF2-40B4-BE49-F238E27FC236}">
                <a16:creationId xmlns:a16="http://schemas.microsoft.com/office/drawing/2014/main" id="{1764E822-52E0-B9BA-D375-297F92C2CFD3}"/>
              </a:ext>
            </a:extLst>
          </p:cNvPr>
          <p:cNvSpPr>
            <a:spLocks noGrp="1"/>
          </p:cNvSpPr>
          <p:nvPr>
            <p:ph type="pic" sz="quarter" idx="27"/>
          </p:nvPr>
        </p:nvSpPr>
        <p:spPr>
          <a:xfrm>
            <a:off x="6489018" y="4229539"/>
            <a:ext cx="817965" cy="653560"/>
          </a:xfrm>
        </p:spPr>
        <p:txBody>
          <a:bodyPr/>
          <a:lstStyle/>
          <a:p>
            <a:endParaRPr lang="en-US"/>
          </a:p>
        </p:txBody>
      </p:sp>
      <p:sp>
        <p:nvSpPr>
          <p:cNvPr id="26" name="Text Placeholder 10">
            <a:extLst>
              <a:ext uri="{FF2B5EF4-FFF2-40B4-BE49-F238E27FC236}">
                <a16:creationId xmlns:a16="http://schemas.microsoft.com/office/drawing/2014/main" id="{880DED42-D1BF-85AA-BB7B-8F36FACD6DDC}"/>
              </a:ext>
            </a:extLst>
          </p:cNvPr>
          <p:cNvSpPr>
            <a:spLocks noGrp="1"/>
          </p:cNvSpPr>
          <p:nvPr>
            <p:ph type="body" sz="quarter" idx="28" hasCustomPrompt="1"/>
          </p:nvPr>
        </p:nvSpPr>
        <p:spPr>
          <a:xfrm>
            <a:off x="7437748" y="4320750"/>
            <a:ext cx="3890645" cy="379108"/>
          </a:xfrm>
        </p:spPr>
        <p:txBody>
          <a:bodyPr/>
          <a:lstStyle>
            <a:lvl1pPr>
              <a:buNone/>
              <a:defRPr sz="1600" b="1"/>
            </a:lvl1pPr>
          </a:lstStyle>
          <a:p>
            <a:pPr lvl="0"/>
            <a:r>
              <a:rPr lang="en-US" dirty="0"/>
              <a:t>Sub Title5</a:t>
            </a:r>
          </a:p>
        </p:txBody>
      </p:sp>
      <p:sp>
        <p:nvSpPr>
          <p:cNvPr id="27" name="Text Placeholder 10">
            <a:extLst>
              <a:ext uri="{FF2B5EF4-FFF2-40B4-BE49-F238E27FC236}">
                <a16:creationId xmlns:a16="http://schemas.microsoft.com/office/drawing/2014/main" id="{4AB70596-A41F-B74C-315D-37E5680734D2}"/>
              </a:ext>
            </a:extLst>
          </p:cNvPr>
          <p:cNvSpPr>
            <a:spLocks noGrp="1"/>
          </p:cNvSpPr>
          <p:nvPr>
            <p:ph type="body" sz="quarter" idx="29" hasCustomPrompt="1"/>
          </p:nvPr>
        </p:nvSpPr>
        <p:spPr>
          <a:xfrm>
            <a:off x="7437749" y="5234499"/>
            <a:ext cx="3890645" cy="379108"/>
          </a:xfrm>
        </p:spPr>
        <p:txBody>
          <a:bodyPr/>
          <a:lstStyle>
            <a:lvl1pPr>
              <a:buNone/>
              <a:defRPr sz="1600" b="1"/>
            </a:lvl1pPr>
          </a:lstStyle>
          <a:p>
            <a:pPr lvl="0"/>
            <a:r>
              <a:rPr lang="en-US" dirty="0"/>
              <a:t>Sub Title6</a:t>
            </a:r>
          </a:p>
        </p:txBody>
      </p:sp>
    </p:spTree>
    <p:extLst>
      <p:ext uri="{BB962C8B-B14F-4D97-AF65-F5344CB8AC3E}">
        <p14:creationId xmlns:p14="http://schemas.microsoft.com/office/powerpoint/2010/main" val="2566861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4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DB3A1-ADA2-8C32-0090-228C7FB3F06C}"/>
              </a:ext>
            </a:extLst>
          </p:cNvPr>
          <p:cNvSpPr>
            <a:spLocks noGrp="1"/>
          </p:cNvSpPr>
          <p:nvPr>
            <p:ph type="title" hasCustomPrompt="1"/>
          </p:nvPr>
        </p:nvSpPr>
        <p:spPr/>
        <p:txBody>
          <a:bodyPr/>
          <a:lstStyle/>
          <a:p>
            <a:r>
              <a:rPr lang="en-US" dirty="0"/>
              <a:t>Slide Title</a:t>
            </a:r>
          </a:p>
        </p:txBody>
      </p:sp>
      <p:sp>
        <p:nvSpPr>
          <p:cNvPr id="5" name="Slide Number Placeholder 3">
            <a:extLst>
              <a:ext uri="{FF2B5EF4-FFF2-40B4-BE49-F238E27FC236}">
                <a16:creationId xmlns:a16="http://schemas.microsoft.com/office/drawing/2014/main" id="{7A27CE32-A229-ED85-C99A-0C9B2223C9E4}"/>
              </a:ext>
            </a:extLst>
          </p:cNvPr>
          <p:cNvSpPr txBox="1">
            <a:spLocks/>
          </p:cNvSpPr>
          <p:nvPr userDrawn="1"/>
        </p:nvSpPr>
        <p:spPr>
          <a:xfrm>
            <a:off x="9267825" y="6601329"/>
            <a:ext cx="1773238" cy="411480"/>
          </a:xfrm>
          <a:prstGeom prst="rect">
            <a:avLst/>
          </a:prstGeom>
        </p:spPr>
        <p:txBody>
          <a:bodyPr vert="horz" lIns="0" tIns="0" rIns="0" bIns="0" rtlCol="0" anchor="t" anchorCtr="0"/>
          <a:lstStyle>
            <a:defPPr>
              <a:defRPr lang="en-US"/>
            </a:defPPr>
            <a:lvl1pPr marL="0" algn="r" defTabSz="914400" rtl="0" eaLnBrk="1" latinLnBrk="0" hangingPunct="1">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cxnSp>
        <p:nvCxnSpPr>
          <p:cNvPr id="52" name="Straight Connector 51">
            <a:extLst>
              <a:ext uri="{FF2B5EF4-FFF2-40B4-BE49-F238E27FC236}">
                <a16:creationId xmlns:a16="http://schemas.microsoft.com/office/drawing/2014/main" id="{3D60FDCE-CFD8-2E79-686F-2B773B77503D}"/>
              </a:ext>
            </a:extLst>
          </p:cNvPr>
          <p:cNvCxnSpPr>
            <a:cxnSpLocks/>
          </p:cNvCxnSpPr>
          <p:nvPr userDrawn="1"/>
        </p:nvCxnSpPr>
        <p:spPr>
          <a:xfrm flipV="1">
            <a:off x="2306320" y="1188720"/>
            <a:ext cx="0" cy="2978331"/>
          </a:xfrm>
          <a:prstGeom prst="line">
            <a:avLst/>
          </a:prstGeom>
          <a:ln w="22225">
            <a:gradFill flip="none" rotWithShape="1">
              <a:gsLst>
                <a:gs pos="0">
                  <a:schemeClr val="tx1"/>
                </a:gs>
                <a:gs pos="34000">
                  <a:schemeClr val="accent1"/>
                </a:gs>
                <a:gs pos="67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CFC75F0-ECD6-016E-5BFC-A09054CC7D11}"/>
              </a:ext>
            </a:extLst>
          </p:cNvPr>
          <p:cNvCxnSpPr>
            <a:cxnSpLocks/>
          </p:cNvCxnSpPr>
          <p:nvPr userDrawn="1"/>
        </p:nvCxnSpPr>
        <p:spPr>
          <a:xfrm flipV="1">
            <a:off x="3820160" y="1188720"/>
            <a:ext cx="0" cy="2978331"/>
          </a:xfrm>
          <a:prstGeom prst="line">
            <a:avLst/>
          </a:prstGeom>
          <a:ln w="22225">
            <a:gradFill flip="none" rotWithShape="1">
              <a:gsLst>
                <a:gs pos="0">
                  <a:schemeClr val="tx1"/>
                </a:gs>
                <a:gs pos="74000">
                  <a:schemeClr val="accent1"/>
                </a:gs>
                <a:gs pos="83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F15F037-48E5-12EE-078C-7412B73B4C29}"/>
              </a:ext>
            </a:extLst>
          </p:cNvPr>
          <p:cNvCxnSpPr>
            <a:cxnSpLocks/>
          </p:cNvCxnSpPr>
          <p:nvPr userDrawn="1"/>
        </p:nvCxnSpPr>
        <p:spPr>
          <a:xfrm flipV="1">
            <a:off x="5334000" y="1188720"/>
            <a:ext cx="0" cy="2978331"/>
          </a:xfrm>
          <a:prstGeom prst="line">
            <a:avLst/>
          </a:prstGeom>
          <a:ln w="22225">
            <a:gradFill flip="none" rotWithShape="1">
              <a:gsLst>
                <a:gs pos="0">
                  <a:schemeClr val="tx1"/>
                </a:gs>
                <a:gs pos="26000">
                  <a:schemeClr val="accent1"/>
                </a:gs>
                <a:gs pos="67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166F3B4-015D-3685-BC55-DAE55A9CD2B2}"/>
              </a:ext>
            </a:extLst>
          </p:cNvPr>
          <p:cNvCxnSpPr>
            <a:cxnSpLocks/>
          </p:cNvCxnSpPr>
          <p:nvPr userDrawn="1"/>
        </p:nvCxnSpPr>
        <p:spPr>
          <a:xfrm flipV="1">
            <a:off x="6858000" y="1188720"/>
            <a:ext cx="0" cy="2978331"/>
          </a:xfrm>
          <a:prstGeom prst="line">
            <a:avLst/>
          </a:prstGeom>
          <a:ln w="22225">
            <a:gradFill flip="none" rotWithShape="1">
              <a:gsLst>
                <a:gs pos="0">
                  <a:schemeClr val="tx1"/>
                </a:gs>
                <a:gs pos="22000">
                  <a:schemeClr val="accent1"/>
                </a:gs>
                <a:gs pos="62000">
                  <a:schemeClr val="accent3"/>
                </a:gs>
                <a:gs pos="92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323D988-6971-AC3C-AA73-C812156E9FAA}"/>
              </a:ext>
            </a:extLst>
          </p:cNvPr>
          <p:cNvCxnSpPr>
            <a:cxnSpLocks/>
          </p:cNvCxnSpPr>
          <p:nvPr userDrawn="1"/>
        </p:nvCxnSpPr>
        <p:spPr>
          <a:xfrm flipV="1">
            <a:off x="8361680" y="1188720"/>
            <a:ext cx="0" cy="2978331"/>
          </a:xfrm>
          <a:prstGeom prst="line">
            <a:avLst/>
          </a:prstGeom>
          <a:ln w="22225">
            <a:gradFill flip="none" rotWithShape="1">
              <a:gsLst>
                <a:gs pos="0">
                  <a:schemeClr val="tx1"/>
                </a:gs>
                <a:gs pos="31000">
                  <a:schemeClr val="accent1"/>
                </a:gs>
                <a:gs pos="68000">
                  <a:schemeClr val="accent3"/>
                </a:gs>
                <a:gs pos="94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A7728C8-016C-9D66-D7FF-E0C4EDD1BCF0}"/>
              </a:ext>
            </a:extLst>
          </p:cNvPr>
          <p:cNvCxnSpPr>
            <a:cxnSpLocks/>
          </p:cNvCxnSpPr>
          <p:nvPr userDrawn="1"/>
        </p:nvCxnSpPr>
        <p:spPr>
          <a:xfrm flipV="1">
            <a:off x="9885680" y="1188720"/>
            <a:ext cx="0" cy="2978331"/>
          </a:xfrm>
          <a:prstGeom prst="line">
            <a:avLst/>
          </a:prstGeom>
          <a:ln w="22225">
            <a:gradFill flip="none" rotWithShape="1">
              <a:gsLst>
                <a:gs pos="0">
                  <a:schemeClr val="tx1"/>
                </a:gs>
                <a:gs pos="35000">
                  <a:schemeClr val="accent1"/>
                </a:gs>
                <a:gs pos="65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67" name="Picture Placeholder 66">
            <a:extLst>
              <a:ext uri="{FF2B5EF4-FFF2-40B4-BE49-F238E27FC236}">
                <a16:creationId xmlns:a16="http://schemas.microsoft.com/office/drawing/2014/main" id="{95399FF1-F261-5835-7C12-68BF28D7A3A2}"/>
              </a:ext>
            </a:extLst>
          </p:cNvPr>
          <p:cNvSpPr>
            <a:spLocks noGrp="1"/>
          </p:cNvSpPr>
          <p:nvPr>
            <p:ph type="pic" sz="quarter" idx="12"/>
          </p:nvPr>
        </p:nvSpPr>
        <p:spPr>
          <a:xfrm>
            <a:off x="1178883" y="1310005"/>
            <a:ext cx="751196" cy="640715"/>
          </a:xfrm>
        </p:spPr>
        <p:txBody>
          <a:bodyPr/>
          <a:lstStyle/>
          <a:p>
            <a:endParaRPr lang="en-US"/>
          </a:p>
        </p:txBody>
      </p:sp>
      <p:sp>
        <p:nvSpPr>
          <p:cNvPr id="68" name="Picture Placeholder 66">
            <a:extLst>
              <a:ext uri="{FF2B5EF4-FFF2-40B4-BE49-F238E27FC236}">
                <a16:creationId xmlns:a16="http://schemas.microsoft.com/office/drawing/2014/main" id="{CE0EF075-F6AD-86BF-0522-14AD0C0A23FB}"/>
              </a:ext>
            </a:extLst>
          </p:cNvPr>
          <p:cNvSpPr>
            <a:spLocks noGrp="1"/>
          </p:cNvSpPr>
          <p:nvPr>
            <p:ph type="pic" sz="quarter" idx="13"/>
          </p:nvPr>
        </p:nvSpPr>
        <p:spPr>
          <a:xfrm>
            <a:off x="2682562" y="1310005"/>
            <a:ext cx="751196" cy="640715"/>
          </a:xfrm>
        </p:spPr>
        <p:txBody>
          <a:bodyPr/>
          <a:lstStyle/>
          <a:p>
            <a:endParaRPr lang="en-US"/>
          </a:p>
        </p:txBody>
      </p:sp>
      <p:sp>
        <p:nvSpPr>
          <p:cNvPr id="69" name="Picture Placeholder 66">
            <a:extLst>
              <a:ext uri="{FF2B5EF4-FFF2-40B4-BE49-F238E27FC236}">
                <a16:creationId xmlns:a16="http://schemas.microsoft.com/office/drawing/2014/main" id="{0E2EC2EC-4CE2-9B62-AE31-BAECB254127F}"/>
              </a:ext>
            </a:extLst>
          </p:cNvPr>
          <p:cNvSpPr>
            <a:spLocks noGrp="1"/>
          </p:cNvSpPr>
          <p:nvPr>
            <p:ph type="pic" sz="quarter" idx="14"/>
          </p:nvPr>
        </p:nvSpPr>
        <p:spPr>
          <a:xfrm>
            <a:off x="4206562" y="1310004"/>
            <a:ext cx="751196" cy="640715"/>
          </a:xfrm>
        </p:spPr>
        <p:txBody>
          <a:bodyPr/>
          <a:lstStyle/>
          <a:p>
            <a:endParaRPr lang="en-US"/>
          </a:p>
        </p:txBody>
      </p:sp>
      <p:sp>
        <p:nvSpPr>
          <p:cNvPr id="70" name="Picture Placeholder 66">
            <a:extLst>
              <a:ext uri="{FF2B5EF4-FFF2-40B4-BE49-F238E27FC236}">
                <a16:creationId xmlns:a16="http://schemas.microsoft.com/office/drawing/2014/main" id="{67DF9C86-D631-6FC9-9D81-42A32BDC6CEC}"/>
              </a:ext>
            </a:extLst>
          </p:cNvPr>
          <p:cNvSpPr>
            <a:spLocks noGrp="1"/>
          </p:cNvSpPr>
          <p:nvPr>
            <p:ph type="pic" sz="quarter" idx="15"/>
          </p:nvPr>
        </p:nvSpPr>
        <p:spPr>
          <a:xfrm>
            <a:off x="5750562" y="1310004"/>
            <a:ext cx="751196" cy="640715"/>
          </a:xfrm>
        </p:spPr>
        <p:txBody>
          <a:bodyPr/>
          <a:lstStyle/>
          <a:p>
            <a:endParaRPr lang="en-US"/>
          </a:p>
        </p:txBody>
      </p:sp>
      <p:sp>
        <p:nvSpPr>
          <p:cNvPr id="71" name="Picture Placeholder 66">
            <a:extLst>
              <a:ext uri="{FF2B5EF4-FFF2-40B4-BE49-F238E27FC236}">
                <a16:creationId xmlns:a16="http://schemas.microsoft.com/office/drawing/2014/main" id="{C852AD36-E7E6-F109-5996-36AB853E1E9C}"/>
              </a:ext>
            </a:extLst>
          </p:cNvPr>
          <p:cNvSpPr>
            <a:spLocks noGrp="1"/>
          </p:cNvSpPr>
          <p:nvPr>
            <p:ph type="pic" sz="quarter" idx="16"/>
          </p:nvPr>
        </p:nvSpPr>
        <p:spPr>
          <a:xfrm>
            <a:off x="7234242" y="1310004"/>
            <a:ext cx="751196" cy="640715"/>
          </a:xfrm>
        </p:spPr>
        <p:txBody>
          <a:bodyPr/>
          <a:lstStyle/>
          <a:p>
            <a:endParaRPr lang="en-US"/>
          </a:p>
        </p:txBody>
      </p:sp>
      <p:sp>
        <p:nvSpPr>
          <p:cNvPr id="72" name="Picture Placeholder 66">
            <a:extLst>
              <a:ext uri="{FF2B5EF4-FFF2-40B4-BE49-F238E27FC236}">
                <a16:creationId xmlns:a16="http://schemas.microsoft.com/office/drawing/2014/main" id="{D074FE27-DE8D-30C5-EA62-619A5C639D8C}"/>
              </a:ext>
            </a:extLst>
          </p:cNvPr>
          <p:cNvSpPr>
            <a:spLocks noGrp="1"/>
          </p:cNvSpPr>
          <p:nvPr>
            <p:ph type="pic" sz="quarter" idx="17"/>
          </p:nvPr>
        </p:nvSpPr>
        <p:spPr>
          <a:xfrm>
            <a:off x="8719508" y="1310003"/>
            <a:ext cx="751196" cy="640715"/>
          </a:xfrm>
        </p:spPr>
        <p:txBody>
          <a:bodyPr/>
          <a:lstStyle/>
          <a:p>
            <a:endParaRPr lang="en-US"/>
          </a:p>
        </p:txBody>
      </p:sp>
      <p:sp>
        <p:nvSpPr>
          <p:cNvPr id="73" name="Picture Placeholder 66">
            <a:extLst>
              <a:ext uri="{FF2B5EF4-FFF2-40B4-BE49-F238E27FC236}">
                <a16:creationId xmlns:a16="http://schemas.microsoft.com/office/drawing/2014/main" id="{934392BA-E613-CDA7-2C0A-D5943143C9B5}"/>
              </a:ext>
            </a:extLst>
          </p:cNvPr>
          <p:cNvSpPr>
            <a:spLocks noGrp="1"/>
          </p:cNvSpPr>
          <p:nvPr>
            <p:ph type="pic" sz="quarter" idx="18"/>
          </p:nvPr>
        </p:nvSpPr>
        <p:spPr>
          <a:xfrm>
            <a:off x="10261921" y="1310002"/>
            <a:ext cx="751196" cy="640715"/>
          </a:xfrm>
        </p:spPr>
        <p:txBody>
          <a:bodyPr/>
          <a:lstStyle/>
          <a:p>
            <a:endParaRPr lang="en-US"/>
          </a:p>
        </p:txBody>
      </p:sp>
      <p:sp>
        <p:nvSpPr>
          <p:cNvPr id="75" name="Text Placeholder 74">
            <a:extLst>
              <a:ext uri="{FF2B5EF4-FFF2-40B4-BE49-F238E27FC236}">
                <a16:creationId xmlns:a16="http://schemas.microsoft.com/office/drawing/2014/main" id="{E8A73A6A-36C5-F201-66C2-353FF4E82099}"/>
              </a:ext>
            </a:extLst>
          </p:cNvPr>
          <p:cNvSpPr>
            <a:spLocks noGrp="1"/>
          </p:cNvSpPr>
          <p:nvPr>
            <p:ph type="body" sz="quarter" idx="19" hasCustomPrompt="1"/>
          </p:nvPr>
        </p:nvSpPr>
        <p:spPr>
          <a:xfrm>
            <a:off x="883934" y="2113280"/>
            <a:ext cx="1361418" cy="1767840"/>
          </a:xfrm>
        </p:spPr>
        <p:txBody>
          <a:bodyPr/>
          <a:lstStyle>
            <a:lvl1pPr>
              <a:defRPr sz="1400"/>
            </a:lvl1pPr>
          </a:lstStyle>
          <a:p>
            <a:pPr lvl="0"/>
            <a:r>
              <a:rPr lang="en-US" dirty="0"/>
              <a:t>Text</a:t>
            </a:r>
          </a:p>
        </p:txBody>
      </p:sp>
      <p:sp>
        <p:nvSpPr>
          <p:cNvPr id="76" name="Text Placeholder 74">
            <a:extLst>
              <a:ext uri="{FF2B5EF4-FFF2-40B4-BE49-F238E27FC236}">
                <a16:creationId xmlns:a16="http://schemas.microsoft.com/office/drawing/2014/main" id="{06BA5260-738D-6D0D-DC74-7310DC4C5B84}"/>
              </a:ext>
            </a:extLst>
          </p:cNvPr>
          <p:cNvSpPr>
            <a:spLocks noGrp="1"/>
          </p:cNvSpPr>
          <p:nvPr>
            <p:ph type="body" sz="quarter" idx="20" hasCustomPrompt="1"/>
          </p:nvPr>
        </p:nvSpPr>
        <p:spPr>
          <a:xfrm>
            <a:off x="2377451" y="2113280"/>
            <a:ext cx="1361418" cy="1767840"/>
          </a:xfrm>
        </p:spPr>
        <p:txBody>
          <a:bodyPr/>
          <a:lstStyle>
            <a:lvl1pPr>
              <a:defRPr sz="1400"/>
            </a:lvl1pPr>
          </a:lstStyle>
          <a:p>
            <a:pPr lvl="0"/>
            <a:r>
              <a:rPr lang="en-US" dirty="0"/>
              <a:t>Text</a:t>
            </a:r>
          </a:p>
        </p:txBody>
      </p:sp>
      <p:sp>
        <p:nvSpPr>
          <p:cNvPr id="77" name="Text Placeholder 74">
            <a:extLst>
              <a:ext uri="{FF2B5EF4-FFF2-40B4-BE49-F238E27FC236}">
                <a16:creationId xmlns:a16="http://schemas.microsoft.com/office/drawing/2014/main" id="{D8A68F72-3A54-C39C-8171-DB7833360CE5}"/>
              </a:ext>
            </a:extLst>
          </p:cNvPr>
          <p:cNvSpPr>
            <a:spLocks noGrp="1"/>
          </p:cNvSpPr>
          <p:nvPr>
            <p:ph type="body" sz="quarter" idx="21" hasCustomPrompt="1"/>
          </p:nvPr>
        </p:nvSpPr>
        <p:spPr>
          <a:xfrm>
            <a:off x="3901451" y="2113280"/>
            <a:ext cx="1361418" cy="1767840"/>
          </a:xfrm>
        </p:spPr>
        <p:txBody>
          <a:bodyPr/>
          <a:lstStyle>
            <a:lvl1pPr>
              <a:defRPr sz="1400"/>
            </a:lvl1pPr>
          </a:lstStyle>
          <a:p>
            <a:pPr lvl="0"/>
            <a:r>
              <a:rPr lang="en-US" dirty="0"/>
              <a:t>Text</a:t>
            </a:r>
          </a:p>
        </p:txBody>
      </p:sp>
      <p:sp>
        <p:nvSpPr>
          <p:cNvPr id="78" name="Text Placeholder 74">
            <a:extLst>
              <a:ext uri="{FF2B5EF4-FFF2-40B4-BE49-F238E27FC236}">
                <a16:creationId xmlns:a16="http://schemas.microsoft.com/office/drawing/2014/main" id="{C8AA0E9A-2A7F-5490-3EF1-48A1C70B71E2}"/>
              </a:ext>
            </a:extLst>
          </p:cNvPr>
          <p:cNvSpPr>
            <a:spLocks noGrp="1"/>
          </p:cNvSpPr>
          <p:nvPr>
            <p:ph type="body" sz="quarter" idx="22" hasCustomPrompt="1"/>
          </p:nvPr>
        </p:nvSpPr>
        <p:spPr>
          <a:xfrm>
            <a:off x="5405131" y="2113280"/>
            <a:ext cx="1361418" cy="1767840"/>
          </a:xfrm>
        </p:spPr>
        <p:txBody>
          <a:bodyPr/>
          <a:lstStyle>
            <a:lvl1pPr>
              <a:defRPr sz="1400"/>
            </a:lvl1pPr>
          </a:lstStyle>
          <a:p>
            <a:pPr lvl="0"/>
            <a:r>
              <a:rPr lang="en-US" dirty="0"/>
              <a:t>Text</a:t>
            </a:r>
          </a:p>
        </p:txBody>
      </p:sp>
      <p:sp>
        <p:nvSpPr>
          <p:cNvPr id="79" name="Text Placeholder 74">
            <a:extLst>
              <a:ext uri="{FF2B5EF4-FFF2-40B4-BE49-F238E27FC236}">
                <a16:creationId xmlns:a16="http://schemas.microsoft.com/office/drawing/2014/main" id="{A4AF0BA4-4655-B9B8-DACF-2EDB60A99C4D}"/>
              </a:ext>
            </a:extLst>
          </p:cNvPr>
          <p:cNvSpPr>
            <a:spLocks noGrp="1"/>
          </p:cNvSpPr>
          <p:nvPr>
            <p:ph type="body" sz="quarter" idx="23" hasCustomPrompt="1"/>
          </p:nvPr>
        </p:nvSpPr>
        <p:spPr>
          <a:xfrm>
            <a:off x="6939291" y="2113280"/>
            <a:ext cx="1361418" cy="1767840"/>
          </a:xfrm>
        </p:spPr>
        <p:txBody>
          <a:bodyPr/>
          <a:lstStyle>
            <a:lvl1pPr>
              <a:defRPr sz="1400"/>
            </a:lvl1pPr>
          </a:lstStyle>
          <a:p>
            <a:pPr lvl="0"/>
            <a:r>
              <a:rPr lang="en-US" dirty="0"/>
              <a:t>Text</a:t>
            </a:r>
          </a:p>
        </p:txBody>
      </p:sp>
      <p:sp>
        <p:nvSpPr>
          <p:cNvPr id="80" name="Text Placeholder 74">
            <a:extLst>
              <a:ext uri="{FF2B5EF4-FFF2-40B4-BE49-F238E27FC236}">
                <a16:creationId xmlns:a16="http://schemas.microsoft.com/office/drawing/2014/main" id="{4EC88F31-A2BA-F56F-1493-F6DA525DE006}"/>
              </a:ext>
            </a:extLst>
          </p:cNvPr>
          <p:cNvSpPr>
            <a:spLocks noGrp="1"/>
          </p:cNvSpPr>
          <p:nvPr>
            <p:ph type="body" sz="quarter" idx="24" hasCustomPrompt="1"/>
          </p:nvPr>
        </p:nvSpPr>
        <p:spPr>
          <a:xfrm>
            <a:off x="8453131" y="2113280"/>
            <a:ext cx="1361418" cy="1767840"/>
          </a:xfrm>
        </p:spPr>
        <p:txBody>
          <a:bodyPr/>
          <a:lstStyle>
            <a:lvl1pPr>
              <a:defRPr sz="1400"/>
            </a:lvl1pPr>
          </a:lstStyle>
          <a:p>
            <a:pPr lvl="0"/>
            <a:r>
              <a:rPr lang="en-US" dirty="0"/>
              <a:t>Text</a:t>
            </a:r>
          </a:p>
        </p:txBody>
      </p:sp>
      <p:sp>
        <p:nvSpPr>
          <p:cNvPr id="81" name="Text Placeholder 74">
            <a:extLst>
              <a:ext uri="{FF2B5EF4-FFF2-40B4-BE49-F238E27FC236}">
                <a16:creationId xmlns:a16="http://schemas.microsoft.com/office/drawing/2014/main" id="{E3BC6609-7FAE-EB0A-A3FE-294CD186C09B}"/>
              </a:ext>
            </a:extLst>
          </p:cNvPr>
          <p:cNvSpPr>
            <a:spLocks noGrp="1"/>
          </p:cNvSpPr>
          <p:nvPr>
            <p:ph type="body" sz="quarter" idx="25" hasCustomPrompt="1"/>
          </p:nvPr>
        </p:nvSpPr>
        <p:spPr>
          <a:xfrm>
            <a:off x="9956812" y="2103117"/>
            <a:ext cx="1361418" cy="1767840"/>
          </a:xfrm>
        </p:spPr>
        <p:txBody>
          <a:bodyPr/>
          <a:lstStyle>
            <a:lvl1pPr>
              <a:defRPr sz="1400"/>
            </a:lvl1pPr>
          </a:lstStyle>
          <a:p>
            <a:pPr lvl="0"/>
            <a:r>
              <a:rPr lang="en-US" dirty="0"/>
              <a:t>Text</a:t>
            </a:r>
          </a:p>
        </p:txBody>
      </p:sp>
      <p:sp>
        <p:nvSpPr>
          <p:cNvPr id="90" name="Terminator 89">
            <a:extLst>
              <a:ext uri="{FF2B5EF4-FFF2-40B4-BE49-F238E27FC236}">
                <a16:creationId xmlns:a16="http://schemas.microsoft.com/office/drawing/2014/main" id="{D448C0BC-44C5-FF23-E30E-ACE4F6A88F37}"/>
              </a:ext>
            </a:extLst>
          </p:cNvPr>
          <p:cNvSpPr/>
          <p:nvPr userDrawn="1"/>
        </p:nvSpPr>
        <p:spPr>
          <a:xfrm>
            <a:off x="313689" y="4597528"/>
            <a:ext cx="11554457" cy="985287"/>
          </a:xfrm>
          <a:prstGeom prst="flowChartTerminator">
            <a:avLst/>
          </a:prstGeom>
          <a:solidFill>
            <a:schemeClr val="tx1"/>
          </a:solidFill>
          <a:ln w="15875">
            <a:gradFill>
              <a:gsLst>
                <a:gs pos="0">
                  <a:schemeClr val="tx1"/>
                </a:gs>
                <a:gs pos="74000">
                  <a:schemeClr val="accent1"/>
                </a:gs>
                <a:gs pos="83000">
                  <a:schemeClr val="accent3"/>
                </a:gs>
                <a:gs pos="99000">
                  <a:schemeClr val="accent4"/>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93" name="Text Placeholder 91">
            <a:extLst>
              <a:ext uri="{FF2B5EF4-FFF2-40B4-BE49-F238E27FC236}">
                <a16:creationId xmlns:a16="http://schemas.microsoft.com/office/drawing/2014/main" id="{423B8A84-D3DA-5C26-5851-CCA38939BC1D}"/>
              </a:ext>
            </a:extLst>
          </p:cNvPr>
          <p:cNvSpPr>
            <a:spLocks noGrp="1"/>
          </p:cNvSpPr>
          <p:nvPr>
            <p:ph type="body" sz="quarter" idx="27" hasCustomPrompt="1"/>
          </p:nvPr>
        </p:nvSpPr>
        <p:spPr>
          <a:xfrm>
            <a:off x="2386318" y="4854635"/>
            <a:ext cx="1343683" cy="492443"/>
          </a:xfrm>
        </p:spPr>
        <p:txBody>
          <a:bodyPr/>
          <a:lstStyle>
            <a:lvl1pPr algn="ctr">
              <a:buNone/>
              <a:defRPr sz="1600" b="1"/>
            </a:lvl1pPr>
          </a:lstStyle>
          <a:p>
            <a:pPr lvl="0"/>
            <a:r>
              <a:rPr lang="en-US" dirty="0"/>
              <a:t>Sub Title2</a:t>
            </a:r>
          </a:p>
        </p:txBody>
      </p:sp>
      <p:sp>
        <p:nvSpPr>
          <p:cNvPr id="99" name="Text Placeholder 91">
            <a:extLst>
              <a:ext uri="{FF2B5EF4-FFF2-40B4-BE49-F238E27FC236}">
                <a16:creationId xmlns:a16="http://schemas.microsoft.com/office/drawing/2014/main" id="{153B2B4F-DF05-D7A3-648B-E3DC081DA688}"/>
              </a:ext>
            </a:extLst>
          </p:cNvPr>
          <p:cNvSpPr>
            <a:spLocks noGrp="1"/>
          </p:cNvSpPr>
          <p:nvPr>
            <p:ph type="body" sz="quarter" idx="33" hasCustomPrompt="1"/>
          </p:nvPr>
        </p:nvSpPr>
        <p:spPr>
          <a:xfrm>
            <a:off x="829936" y="4815446"/>
            <a:ext cx="1343684" cy="492443"/>
          </a:xfrm>
        </p:spPr>
        <p:txBody>
          <a:bodyPr/>
          <a:lstStyle>
            <a:lvl1pPr algn="ctr">
              <a:buNone/>
              <a:defRPr sz="1600" b="1"/>
            </a:lvl1pPr>
          </a:lstStyle>
          <a:p>
            <a:pPr lvl="0"/>
            <a:r>
              <a:rPr lang="en-US" dirty="0"/>
              <a:t>Sub Title1</a:t>
            </a:r>
          </a:p>
        </p:txBody>
      </p:sp>
      <p:sp>
        <p:nvSpPr>
          <p:cNvPr id="100" name="Text Placeholder 91">
            <a:extLst>
              <a:ext uri="{FF2B5EF4-FFF2-40B4-BE49-F238E27FC236}">
                <a16:creationId xmlns:a16="http://schemas.microsoft.com/office/drawing/2014/main" id="{99BF16F8-8E42-EEC9-B8CC-7E0D510BD7A8}"/>
              </a:ext>
            </a:extLst>
          </p:cNvPr>
          <p:cNvSpPr>
            <a:spLocks noGrp="1"/>
          </p:cNvSpPr>
          <p:nvPr>
            <p:ph type="body" sz="quarter" idx="34" hasCustomPrompt="1"/>
          </p:nvPr>
        </p:nvSpPr>
        <p:spPr>
          <a:xfrm>
            <a:off x="3931289" y="4854635"/>
            <a:ext cx="1343682" cy="492443"/>
          </a:xfrm>
        </p:spPr>
        <p:txBody>
          <a:bodyPr/>
          <a:lstStyle>
            <a:lvl1pPr algn="ctr">
              <a:buNone/>
              <a:defRPr sz="1600" b="1"/>
            </a:lvl1pPr>
          </a:lstStyle>
          <a:p>
            <a:pPr lvl="0"/>
            <a:r>
              <a:rPr lang="en-US" dirty="0"/>
              <a:t>Sub Title3</a:t>
            </a:r>
          </a:p>
        </p:txBody>
      </p:sp>
      <p:sp>
        <p:nvSpPr>
          <p:cNvPr id="101" name="Text Placeholder 91">
            <a:extLst>
              <a:ext uri="{FF2B5EF4-FFF2-40B4-BE49-F238E27FC236}">
                <a16:creationId xmlns:a16="http://schemas.microsoft.com/office/drawing/2014/main" id="{EA41FDFC-1F21-12F4-FDE1-B9CC8E26804E}"/>
              </a:ext>
            </a:extLst>
          </p:cNvPr>
          <p:cNvSpPr>
            <a:spLocks noGrp="1"/>
          </p:cNvSpPr>
          <p:nvPr>
            <p:ph type="body" sz="quarter" idx="35" hasCustomPrompt="1"/>
          </p:nvPr>
        </p:nvSpPr>
        <p:spPr>
          <a:xfrm>
            <a:off x="5425129" y="4854635"/>
            <a:ext cx="1343682" cy="492443"/>
          </a:xfrm>
        </p:spPr>
        <p:txBody>
          <a:bodyPr/>
          <a:lstStyle>
            <a:lvl1pPr algn="ctr">
              <a:buNone/>
              <a:defRPr sz="1600" b="1"/>
            </a:lvl1pPr>
          </a:lstStyle>
          <a:p>
            <a:pPr lvl="0"/>
            <a:r>
              <a:rPr lang="en-US" dirty="0"/>
              <a:t>Sub Title4</a:t>
            </a:r>
          </a:p>
        </p:txBody>
      </p:sp>
      <p:sp>
        <p:nvSpPr>
          <p:cNvPr id="102" name="Text Placeholder 91">
            <a:extLst>
              <a:ext uri="{FF2B5EF4-FFF2-40B4-BE49-F238E27FC236}">
                <a16:creationId xmlns:a16="http://schemas.microsoft.com/office/drawing/2014/main" id="{B6491D70-70BF-E344-1C7B-0F36E1A962AB}"/>
              </a:ext>
            </a:extLst>
          </p:cNvPr>
          <p:cNvSpPr>
            <a:spLocks noGrp="1"/>
          </p:cNvSpPr>
          <p:nvPr>
            <p:ph type="body" sz="quarter" idx="36" hasCustomPrompt="1"/>
          </p:nvPr>
        </p:nvSpPr>
        <p:spPr>
          <a:xfrm>
            <a:off x="6957027" y="4843949"/>
            <a:ext cx="1343682" cy="492443"/>
          </a:xfrm>
        </p:spPr>
        <p:txBody>
          <a:bodyPr/>
          <a:lstStyle>
            <a:lvl1pPr algn="ctr">
              <a:buNone/>
              <a:defRPr sz="1600" b="1"/>
            </a:lvl1pPr>
          </a:lstStyle>
          <a:p>
            <a:pPr lvl="0"/>
            <a:r>
              <a:rPr lang="en-US" dirty="0"/>
              <a:t>Sub Title5</a:t>
            </a:r>
          </a:p>
        </p:txBody>
      </p:sp>
      <p:sp>
        <p:nvSpPr>
          <p:cNvPr id="103" name="Text Placeholder 91">
            <a:extLst>
              <a:ext uri="{FF2B5EF4-FFF2-40B4-BE49-F238E27FC236}">
                <a16:creationId xmlns:a16="http://schemas.microsoft.com/office/drawing/2014/main" id="{9AC9F790-5760-75A9-C865-E760DB745C14}"/>
              </a:ext>
            </a:extLst>
          </p:cNvPr>
          <p:cNvSpPr>
            <a:spLocks noGrp="1"/>
          </p:cNvSpPr>
          <p:nvPr>
            <p:ph type="body" sz="quarter" idx="37" hasCustomPrompt="1"/>
          </p:nvPr>
        </p:nvSpPr>
        <p:spPr>
          <a:xfrm>
            <a:off x="8427652" y="4815446"/>
            <a:ext cx="1343682" cy="492443"/>
          </a:xfrm>
        </p:spPr>
        <p:txBody>
          <a:bodyPr/>
          <a:lstStyle>
            <a:lvl1pPr algn="ctr">
              <a:buNone/>
              <a:defRPr sz="1600" b="1"/>
            </a:lvl1pPr>
          </a:lstStyle>
          <a:p>
            <a:pPr lvl="0"/>
            <a:r>
              <a:rPr lang="en-US" dirty="0"/>
              <a:t>Sub Title6</a:t>
            </a:r>
          </a:p>
        </p:txBody>
      </p:sp>
      <p:sp>
        <p:nvSpPr>
          <p:cNvPr id="104" name="Text Placeholder 91">
            <a:extLst>
              <a:ext uri="{FF2B5EF4-FFF2-40B4-BE49-F238E27FC236}">
                <a16:creationId xmlns:a16="http://schemas.microsoft.com/office/drawing/2014/main" id="{3B030847-BCB0-FF35-B1B8-60D42FF45594}"/>
              </a:ext>
            </a:extLst>
          </p:cNvPr>
          <p:cNvSpPr>
            <a:spLocks noGrp="1"/>
          </p:cNvSpPr>
          <p:nvPr>
            <p:ph type="body" sz="quarter" idx="38" hasCustomPrompt="1"/>
          </p:nvPr>
        </p:nvSpPr>
        <p:spPr>
          <a:xfrm>
            <a:off x="9956812" y="4795649"/>
            <a:ext cx="1343682" cy="492443"/>
          </a:xfrm>
        </p:spPr>
        <p:txBody>
          <a:bodyPr/>
          <a:lstStyle>
            <a:lvl1pPr algn="ctr">
              <a:buNone/>
              <a:defRPr sz="1600" b="1"/>
            </a:lvl1pPr>
          </a:lstStyle>
          <a:p>
            <a:pPr lvl="0"/>
            <a:r>
              <a:rPr lang="en-US" dirty="0"/>
              <a:t>Sub Title7</a:t>
            </a:r>
          </a:p>
        </p:txBody>
      </p:sp>
    </p:spTree>
    <p:extLst>
      <p:ext uri="{BB962C8B-B14F-4D97-AF65-F5344CB8AC3E}">
        <p14:creationId xmlns:p14="http://schemas.microsoft.com/office/powerpoint/2010/main" val="1407969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51_Custom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8E2AA-5FC1-C2FE-FA63-D9C0D6A8A464}"/>
              </a:ext>
            </a:extLst>
          </p:cNvPr>
          <p:cNvSpPr>
            <a:spLocks noGrp="1"/>
          </p:cNvSpPr>
          <p:nvPr>
            <p:ph type="title" hasCustomPrompt="1"/>
          </p:nvPr>
        </p:nvSpPr>
        <p:spPr>
          <a:xfrm>
            <a:off x="415291" y="199160"/>
            <a:ext cx="11544300" cy="1067937"/>
          </a:xfrm>
        </p:spPr>
        <p:txBody>
          <a:bodyPr/>
          <a:lstStyle/>
          <a:p>
            <a:r>
              <a:rPr lang="en-US" dirty="0"/>
              <a:t>Slide Title</a:t>
            </a:r>
          </a:p>
        </p:txBody>
      </p:sp>
      <p:cxnSp>
        <p:nvCxnSpPr>
          <p:cNvPr id="45" name="Straight Connector 44">
            <a:extLst>
              <a:ext uri="{FF2B5EF4-FFF2-40B4-BE49-F238E27FC236}">
                <a16:creationId xmlns:a16="http://schemas.microsoft.com/office/drawing/2014/main" id="{C36EA111-611B-D4B3-7DD1-99876F3670C1}"/>
              </a:ext>
            </a:extLst>
          </p:cNvPr>
          <p:cNvCxnSpPr>
            <a:cxnSpLocks/>
          </p:cNvCxnSpPr>
          <p:nvPr userDrawn="1"/>
        </p:nvCxnSpPr>
        <p:spPr>
          <a:xfrm flipV="1">
            <a:off x="2287325" y="2313189"/>
            <a:ext cx="0" cy="2240280"/>
          </a:xfrm>
          <a:prstGeom prst="line">
            <a:avLst/>
          </a:prstGeom>
          <a:ln w="22225">
            <a:gradFill flip="none" rotWithShape="1">
              <a:gsLst>
                <a:gs pos="0">
                  <a:schemeClr val="tx1"/>
                </a:gs>
                <a:gs pos="34000">
                  <a:schemeClr val="accent1"/>
                </a:gs>
                <a:gs pos="67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6A22B9A-4405-44DA-C19D-6644B8035991}"/>
              </a:ext>
            </a:extLst>
          </p:cNvPr>
          <p:cNvCxnSpPr>
            <a:cxnSpLocks/>
          </p:cNvCxnSpPr>
          <p:nvPr userDrawn="1"/>
        </p:nvCxnSpPr>
        <p:spPr>
          <a:xfrm flipV="1">
            <a:off x="3801165" y="2313189"/>
            <a:ext cx="0" cy="2240280"/>
          </a:xfrm>
          <a:prstGeom prst="line">
            <a:avLst/>
          </a:prstGeom>
          <a:ln w="22225">
            <a:gradFill flip="none" rotWithShape="1">
              <a:gsLst>
                <a:gs pos="0">
                  <a:schemeClr val="tx1"/>
                </a:gs>
                <a:gs pos="74000">
                  <a:schemeClr val="accent1"/>
                </a:gs>
                <a:gs pos="83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005F4BD-0311-BAB5-7B48-D6C07532CABE}"/>
              </a:ext>
            </a:extLst>
          </p:cNvPr>
          <p:cNvCxnSpPr>
            <a:cxnSpLocks/>
          </p:cNvCxnSpPr>
          <p:nvPr userDrawn="1"/>
        </p:nvCxnSpPr>
        <p:spPr>
          <a:xfrm flipV="1">
            <a:off x="5315005" y="2313189"/>
            <a:ext cx="0" cy="2240280"/>
          </a:xfrm>
          <a:prstGeom prst="line">
            <a:avLst/>
          </a:prstGeom>
          <a:ln w="22225">
            <a:gradFill flip="none" rotWithShape="1">
              <a:gsLst>
                <a:gs pos="0">
                  <a:schemeClr val="tx1"/>
                </a:gs>
                <a:gs pos="26000">
                  <a:schemeClr val="accent1"/>
                </a:gs>
                <a:gs pos="67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A1BE0D0-6114-9D64-357C-CCCCD15A70BB}"/>
              </a:ext>
            </a:extLst>
          </p:cNvPr>
          <p:cNvCxnSpPr>
            <a:cxnSpLocks/>
          </p:cNvCxnSpPr>
          <p:nvPr userDrawn="1"/>
        </p:nvCxnSpPr>
        <p:spPr>
          <a:xfrm flipV="1">
            <a:off x="6839005" y="2313189"/>
            <a:ext cx="0" cy="2240280"/>
          </a:xfrm>
          <a:prstGeom prst="line">
            <a:avLst/>
          </a:prstGeom>
          <a:ln w="22225">
            <a:gradFill flip="none" rotWithShape="1">
              <a:gsLst>
                <a:gs pos="0">
                  <a:schemeClr val="tx1"/>
                </a:gs>
                <a:gs pos="22000">
                  <a:schemeClr val="accent1"/>
                </a:gs>
                <a:gs pos="62000">
                  <a:schemeClr val="accent3"/>
                </a:gs>
                <a:gs pos="92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0888A9B-EE92-74ED-BD22-6CBFCA57F60B}"/>
              </a:ext>
            </a:extLst>
          </p:cNvPr>
          <p:cNvCxnSpPr>
            <a:cxnSpLocks/>
          </p:cNvCxnSpPr>
          <p:nvPr userDrawn="1"/>
        </p:nvCxnSpPr>
        <p:spPr>
          <a:xfrm flipV="1">
            <a:off x="8342685" y="2313189"/>
            <a:ext cx="0" cy="2240280"/>
          </a:xfrm>
          <a:prstGeom prst="line">
            <a:avLst/>
          </a:prstGeom>
          <a:ln w="22225">
            <a:gradFill flip="none" rotWithShape="1">
              <a:gsLst>
                <a:gs pos="0">
                  <a:schemeClr val="tx1"/>
                </a:gs>
                <a:gs pos="31000">
                  <a:schemeClr val="accent1"/>
                </a:gs>
                <a:gs pos="68000">
                  <a:schemeClr val="accent3"/>
                </a:gs>
                <a:gs pos="94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5AA458A-FC26-8AC5-03AC-272213423F4B}"/>
              </a:ext>
            </a:extLst>
          </p:cNvPr>
          <p:cNvCxnSpPr>
            <a:cxnSpLocks/>
          </p:cNvCxnSpPr>
          <p:nvPr userDrawn="1"/>
        </p:nvCxnSpPr>
        <p:spPr>
          <a:xfrm flipV="1">
            <a:off x="9866685" y="2313189"/>
            <a:ext cx="0" cy="2240280"/>
          </a:xfrm>
          <a:prstGeom prst="line">
            <a:avLst/>
          </a:prstGeom>
          <a:ln w="22225">
            <a:gradFill flip="none" rotWithShape="1">
              <a:gsLst>
                <a:gs pos="0">
                  <a:schemeClr val="tx1"/>
                </a:gs>
                <a:gs pos="35000">
                  <a:schemeClr val="accent1"/>
                </a:gs>
                <a:gs pos="65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51" name="Picture Placeholder 66">
            <a:extLst>
              <a:ext uri="{FF2B5EF4-FFF2-40B4-BE49-F238E27FC236}">
                <a16:creationId xmlns:a16="http://schemas.microsoft.com/office/drawing/2014/main" id="{DD4371E0-66E2-3314-2C58-80C770373976}"/>
              </a:ext>
            </a:extLst>
          </p:cNvPr>
          <p:cNvSpPr>
            <a:spLocks noGrp="1"/>
          </p:cNvSpPr>
          <p:nvPr>
            <p:ph type="pic" sz="quarter" idx="12"/>
          </p:nvPr>
        </p:nvSpPr>
        <p:spPr>
          <a:xfrm>
            <a:off x="1159888" y="2434474"/>
            <a:ext cx="751196" cy="640715"/>
          </a:xfrm>
        </p:spPr>
        <p:txBody>
          <a:bodyPr/>
          <a:lstStyle/>
          <a:p>
            <a:endParaRPr lang="en-US"/>
          </a:p>
        </p:txBody>
      </p:sp>
      <p:sp>
        <p:nvSpPr>
          <p:cNvPr id="52" name="Picture Placeholder 66">
            <a:extLst>
              <a:ext uri="{FF2B5EF4-FFF2-40B4-BE49-F238E27FC236}">
                <a16:creationId xmlns:a16="http://schemas.microsoft.com/office/drawing/2014/main" id="{BD409322-933D-E348-252D-4EC272BF9106}"/>
              </a:ext>
            </a:extLst>
          </p:cNvPr>
          <p:cNvSpPr>
            <a:spLocks noGrp="1"/>
          </p:cNvSpPr>
          <p:nvPr>
            <p:ph type="pic" sz="quarter" idx="13"/>
          </p:nvPr>
        </p:nvSpPr>
        <p:spPr>
          <a:xfrm>
            <a:off x="2663567" y="2434474"/>
            <a:ext cx="751196" cy="640715"/>
          </a:xfrm>
        </p:spPr>
        <p:txBody>
          <a:bodyPr/>
          <a:lstStyle/>
          <a:p>
            <a:endParaRPr lang="en-US"/>
          </a:p>
        </p:txBody>
      </p:sp>
      <p:sp>
        <p:nvSpPr>
          <p:cNvPr id="53" name="Picture Placeholder 66">
            <a:extLst>
              <a:ext uri="{FF2B5EF4-FFF2-40B4-BE49-F238E27FC236}">
                <a16:creationId xmlns:a16="http://schemas.microsoft.com/office/drawing/2014/main" id="{C8BD8792-5C4D-447B-05EA-F7A963E66D9A}"/>
              </a:ext>
            </a:extLst>
          </p:cNvPr>
          <p:cNvSpPr>
            <a:spLocks noGrp="1"/>
          </p:cNvSpPr>
          <p:nvPr>
            <p:ph type="pic" sz="quarter" idx="14"/>
          </p:nvPr>
        </p:nvSpPr>
        <p:spPr>
          <a:xfrm>
            <a:off x="4187567" y="2434473"/>
            <a:ext cx="751196" cy="640715"/>
          </a:xfrm>
        </p:spPr>
        <p:txBody>
          <a:bodyPr/>
          <a:lstStyle/>
          <a:p>
            <a:endParaRPr lang="en-US"/>
          </a:p>
        </p:txBody>
      </p:sp>
      <p:sp>
        <p:nvSpPr>
          <p:cNvPr id="54" name="Picture Placeholder 66">
            <a:extLst>
              <a:ext uri="{FF2B5EF4-FFF2-40B4-BE49-F238E27FC236}">
                <a16:creationId xmlns:a16="http://schemas.microsoft.com/office/drawing/2014/main" id="{621776CB-3BA2-6770-F562-96BE518ACE79}"/>
              </a:ext>
            </a:extLst>
          </p:cNvPr>
          <p:cNvSpPr>
            <a:spLocks noGrp="1"/>
          </p:cNvSpPr>
          <p:nvPr>
            <p:ph type="pic" sz="quarter" idx="15"/>
          </p:nvPr>
        </p:nvSpPr>
        <p:spPr>
          <a:xfrm>
            <a:off x="5731567" y="2434473"/>
            <a:ext cx="751196" cy="640715"/>
          </a:xfrm>
        </p:spPr>
        <p:txBody>
          <a:bodyPr/>
          <a:lstStyle/>
          <a:p>
            <a:endParaRPr lang="en-US"/>
          </a:p>
        </p:txBody>
      </p:sp>
      <p:sp>
        <p:nvSpPr>
          <p:cNvPr id="55" name="Picture Placeholder 66">
            <a:extLst>
              <a:ext uri="{FF2B5EF4-FFF2-40B4-BE49-F238E27FC236}">
                <a16:creationId xmlns:a16="http://schemas.microsoft.com/office/drawing/2014/main" id="{14E90AD2-6EF3-6446-31EC-58172A9C0E4C}"/>
              </a:ext>
            </a:extLst>
          </p:cNvPr>
          <p:cNvSpPr>
            <a:spLocks noGrp="1"/>
          </p:cNvSpPr>
          <p:nvPr>
            <p:ph type="pic" sz="quarter" idx="16"/>
          </p:nvPr>
        </p:nvSpPr>
        <p:spPr>
          <a:xfrm>
            <a:off x="7215247" y="2434473"/>
            <a:ext cx="751196" cy="640715"/>
          </a:xfrm>
        </p:spPr>
        <p:txBody>
          <a:bodyPr/>
          <a:lstStyle/>
          <a:p>
            <a:endParaRPr lang="en-US"/>
          </a:p>
        </p:txBody>
      </p:sp>
      <p:sp>
        <p:nvSpPr>
          <p:cNvPr id="56" name="Picture Placeholder 66">
            <a:extLst>
              <a:ext uri="{FF2B5EF4-FFF2-40B4-BE49-F238E27FC236}">
                <a16:creationId xmlns:a16="http://schemas.microsoft.com/office/drawing/2014/main" id="{9CD5D356-6082-E0F9-8119-111E0486B140}"/>
              </a:ext>
            </a:extLst>
          </p:cNvPr>
          <p:cNvSpPr>
            <a:spLocks noGrp="1"/>
          </p:cNvSpPr>
          <p:nvPr>
            <p:ph type="pic" sz="quarter" idx="17"/>
          </p:nvPr>
        </p:nvSpPr>
        <p:spPr>
          <a:xfrm>
            <a:off x="8700513" y="2434472"/>
            <a:ext cx="751196" cy="640715"/>
          </a:xfrm>
        </p:spPr>
        <p:txBody>
          <a:bodyPr/>
          <a:lstStyle/>
          <a:p>
            <a:endParaRPr lang="en-US"/>
          </a:p>
        </p:txBody>
      </p:sp>
      <p:sp>
        <p:nvSpPr>
          <p:cNvPr id="57" name="Picture Placeholder 66">
            <a:extLst>
              <a:ext uri="{FF2B5EF4-FFF2-40B4-BE49-F238E27FC236}">
                <a16:creationId xmlns:a16="http://schemas.microsoft.com/office/drawing/2014/main" id="{4AD0C868-FB93-9AAC-6ADB-22A6709ECC91}"/>
              </a:ext>
            </a:extLst>
          </p:cNvPr>
          <p:cNvSpPr>
            <a:spLocks noGrp="1"/>
          </p:cNvSpPr>
          <p:nvPr>
            <p:ph type="pic" sz="quarter" idx="18"/>
          </p:nvPr>
        </p:nvSpPr>
        <p:spPr>
          <a:xfrm>
            <a:off x="10242926" y="2434471"/>
            <a:ext cx="751196" cy="640715"/>
          </a:xfrm>
        </p:spPr>
        <p:txBody>
          <a:bodyPr/>
          <a:lstStyle/>
          <a:p>
            <a:endParaRPr lang="en-US"/>
          </a:p>
        </p:txBody>
      </p:sp>
      <p:sp>
        <p:nvSpPr>
          <p:cNvPr id="58" name="Text Placeholder 91">
            <a:extLst>
              <a:ext uri="{FF2B5EF4-FFF2-40B4-BE49-F238E27FC236}">
                <a16:creationId xmlns:a16="http://schemas.microsoft.com/office/drawing/2014/main" id="{C67E6C6C-A46E-3008-4AB0-FA6D66A08207}"/>
              </a:ext>
            </a:extLst>
          </p:cNvPr>
          <p:cNvSpPr>
            <a:spLocks noGrp="1"/>
          </p:cNvSpPr>
          <p:nvPr>
            <p:ph type="body" sz="quarter" idx="27" hasCustomPrompt="1"/>
          </p:nvPr>
        </p:nvSpPr>
        <p:spPr>
          <a:xfrm>
            <a:off x="2367323" y="3567558"/>
            <a:ext cx="1343683" cy="613852"/>
          </a:xfrm>
        </p:spPr>
        <p:txBody>
          <a:bodyPr/>
          <a:lstStyle>
            <a:lvl1pPr algn="ctr">
              <a:buNone/>
              <a:defRPr sz="1600" b="1"/>
            </a:lvl1pPr>
          </a:lstStyle>
          <a:p>
            <a:pPr lvl="0"/>
            <a:r>
              <a:rPr lang="en-US" dirty="0"/>
              <a:t>Sub Title2</a:t>
            </a:r>
          </a:p>
        </p:txBody>
      </p:sp>
      <p:sp>
        <p:nvSpPr>
          <p:cNvPr id="59" name="Text Placeholder 91">
            <a:extLst>
              <a:ext uri="{FF2B5EF4-FFF2-40B4-BE49-F238E27FC236}">
                <a16:creationId xmlns:a16="http://schemas.microsoft.com/office/drawing/2014/main" id="{4451F6B0-483F-30C1-7D9B-BADA23265BA5}"/>
              </a:ext>
            </a:extLst>
          </p:cNvPr>
          <p:cNvSpPr>
            <a:spLocks noGrp="1"/>
          </p:cNvSpPr>
          <p:nvPr>
            <p:ph type="body" sz="quarter" idx="33" hasCustomPrompt="1"/>
          </p:nvPr>
        </p:nvSpPr>
        <p:spPr>
          <a:xfrm>
            <a:off x="853484" y="3572306"/>
            <a:ext cx="1343684" cy="609104"/>
          </a:xfrm>
        </p:spPr>
        <p:txBody>
          <a:bodyPr/>
          <a:lstStyle>
            <a:lvl1pPr algn="ctr">
              <a:buNone/>
              <a:defRPr sz="1600" b="1"/>
            </a:lvl1pPr>
          </a:lstStyle>
          <a:p>
            <a:pPr lvl="0"/>
            <a:r>
              <a:rPr lang="en-US" dirty="0"/>
              <a:t>Sub Title1</a:t>
            </a:r>
          </a:p>
        </p:txBody>
      </p:sp>
      <p:sp>
        <p:nvSpPr>
          <p:cNvPr id="60" name="Text Placeholder 91">
            <a:extLst>
              <a:ext uri="{FF2B5EF4-FFF2-40B4-BE49-F238E27FC236}">
                <a16:creationId xmlns:a16="http://schemas.microsoft.com/office/drawing/2014/main" id="{B365703B-C243-A95D-6FDA-7BE5961FFA87}"/>
              </a:ext>
            </a:extLst>
          </p:cNvPr>
          <p:cNvSpPr>
            <a:spLocks noGrp="1"/>
          </p:cNvSpPr>
          <p:nvPr>
            <p:ph type="body" sz="quarter" idx="34" hasCustomPrompt="1"/>
          </p:nvPr>
        </p:nvSpPr>
        <p:spPr>
          <a:xfrm>
            <a:off x="3881164" y="3556132"/>
            <a:ext cx="1343682" cy="625278"/>
          </a:xfrm>
        </p:spPr>
        <p:txBody>
          <a:bodyPr/>
          <a:lstStyle>
            <a:lvl1pPr algn="ctr">
              <a:buNone/>
              <a:defRPr sz="1600" b="1"/>
            </a:lvl1pPr>
          </a:lstStyle>
          <a:p>
            <a:pPr lvl="0"/>
            <a:r>
              <a:rPr lang="en-US" dirty="0"/>
              <a:t>Sub Title3</a:t>
            </a:r>
          </a:p>
        </p:txBody>
      </p:sp>
      <p:sp>
        <p:nvSpPr>
          <p:cNvPr id="61" name="Text Placeholder 91">
            <a:extLst>
              <a:ext uri="{FF2B5EF4-FFF2-40B4-BE49-F238E27FC236}">
                <a16:creationId xmlns:a16="http://schemas.microsoft.com/office/drawing/2014/main" id="{D15C9649-01A5-AD68-24C5-17043C0B61CD}"/>
              </a:ext>
            </a:extLst>
          </p:cNvPr>
          <p:cNvSpPr>
            <a:spLocks noGrp="1"/>
          </p:cNvSpPr>
          <p:nvPr>
            <p:ph type="body" sz="quarter" idx="35" hasCustomPrompt="1"/>
          </p:nvPr>
        </p:nvSpPr>
        <p:spPr>
          <a:xfrm>
            <a:off x="5405164" y="3540698"/>
            <a:ext cx="1343682" cy="640712"/>
          </a:xfrm>
        </p:spPr>
        <p:txBody>
          <a:bodyPr/>
          <a:lstStyle>
            <a:lvl1pPr algn="ctr">
              <a:buNone/>
              <a:defRPr sz="1600" b="1"/>
            </a:lvl1pPr>
          </a:lstStyle>
          <a:p>
            <a:pPr lvl="0"/>
            <a:r>
              <a:rPr lang="en-US" dirty="0"/>
              <a:t>Sub Title4</a:t>
            </a:r>
          </a:p>
        </p:txBody>
      </p:sp>
      <p:sp>
        <p:nvSpPr>
          <p:cNvPr id="62" name="Text Placeholder 91">
            <a:extLst>
              <a:ext uri="{FF2B5EF4-FFF2-40B4-BE49-F238E27FC236}">
                <a16:creationId xmlns:a16="http://schemas.microsoft.com/office/drawing/2014/main" id="{3C8695E2-9B80-D022-C175-8F5A76B4C358}"/>
              </a:ext>
            </a:extLst>
          </p:cNvPr>
          <p:cNvSpPr>
            <a:spLocks noGrp="1"/>
          </p:cNvSpPr>
          <p:nvPr>
            <p:ph type="body" sz="quarter" idx="36" hasCustomPrompt="1"/>
          </p:nvPr>
        </p:nvSpPr>
        <p:spPr>
          <a:xfrm>
            <a:off x="6929164" y="3540697"/>
            <a:ext cx="1343682" cy="640713"/>
          </a:xfrm>
        </p:spPr>
        <p:txBody>
          <a:bodyPr/>
          <a:lstStyle>
            <a:lvl1pPr algn="ctr">
              <a:buNone/>
              <a:defRPr sz="1600" b="1"/>
            </a:lvl1pPr>
          </a:lstStyle>
          <a:p>
            <a:pPr lvl="0"/>
            <a:r>
              <a:rPr lang="en-US" dirty="0"/>
              <a:t>Sub Title5</a:t>
            </a:r>
          </a:p>
        </p:txBody>
      </p:sp>
      <p:sp>
        <p:nvSpPr>
          <p:cNvPr id="63" name="Text Placeholder 91">
            <a:extLst>
              <a:ext uri="{FF2B5EF4-FFF2-40B4-BE49-F238E27FC236}">
                <a16:creationId xmlns:a16="http://schemas.microsoft.com/office/drawing/2014/main" id="{20AD3AD0-1AFC-12AC-F678-A62D3E4FA587}"/>
              </a:ext>
            </a:extLst>
          </p:cNvPr>
          <p:cNvSpPr>
            <a:spLocks noGrp="1"/>
          </p:cNvSpPr>
          <p:nvPr>
            <p:ph type="body" sz="quarter" idx="37" hasCustomPrompt="1"/>
          </p:nvPr>
        </p:nvSpPr>
        <p:spPr>
          <a:xfrm>
            <a:off x="8443005" y="3540696"/>
            <a:ext cx="1343682" cy="640715"/>
          </a:xfrm>
        </p:spPr>
        <p:txBody>
          <a:bodyPr/>
          <a:lstStyle>
            <a:lvl1pPr algn="ctr">
              <a:buNone/>
              <a:defRPr sz="1600" b="1"/>
            </a:lvl1pPr>
          </a:lstStyle>
          <a:p>
            <a:pPr lvl="0"/>
            <a:r>
              <a:rPr lang="en-US" dirty="0"/>
              <a:t>Sub Title6</a:t>
            </a:r>
          </a:p>
        </p:txBody>
      </p:sp>
      <p:sp>
        <p:nvSpPr>
          <p:cNvPr id="64" name="Text Placeholder 91">
            <a:extLst>
              <a:ext uri="{FF2B5EF4-FFF2-40B4-BE49-F238E27FC236}">
                <a16:creationId xmlns:a16="http://schemas.microsoft.com/office/drawing/2014/main" id="{5533FAE2-ABF8-2400-FA1D-851BAC2E1965}"/>
              </a:ext>
            </a:extLst>
          </p:cNvPr>
          <p:cNvSpPr>
            <a:spLocks noGrp="1"/>
          </p:cNvSpPr>
          <p:nvPr>
            <p:ph type="body" sz="quarter" idx="38" hasCustomPrompt="1"/>
          </p:nvPr>
        </p:nvSpPr>
        <p:spPr>
          <a:xfrm>
            <a:off x="9983049" y="3540695"/>
            <a:ext cx="1343682" cy="640715"/>
          </a:xfrm>
        </p:spPr>
        <p:txBody>
          <a:bodyPr/>
          <a:lstStyle>
            <a:lvl1pPr algn="ctr">
              <a:buNone/>
              <a:defRPr sz="1600" b="1"/>
            </a:lvl1pPr>
          </a:lstStyle>
          <a:p>
            <a:pPr lvl="0"/>
            <a:r>
              <a:rPr lang="en-US" dirty="0"/>
              <a:t>Sub Title7</a:t>
            </a:r>
          </a:p>
        </p:txBody>
      </p:sp>
      <p:sp>
        <p:nvSpPr>
          <p:cNvPr id="65" name="Rounded Rectangle 64">
            <a:extLst>
              <a:ext uri="{FF2B5EF4-FFF2-40B4-BE49-F238E27FC236}">
                <a16:creationId xmlns:a16="http://schemas.microsoft.com/office/drawing/2014/main" id="{EAE93082-9ECA-9260-A763-6EF661613BD1}"/>
              </a:ext>
            </a:extLst>
          </p:cNvPr>
          <p:cNvSpPr/>
          <p:nvPr userDrawn="1"/>
        </p:nvSpPr>
        <p:spPr>
          <a:xfrm>
            <a:off x="451269" y="2160788"/>
            <a:ext cx="11286288" cy="2660469"/>
          </a:xfrm>
          <a:prstGeom prst="roundRect">
            <a:avLst/>
          </a:prstGeom>
          <a:noFill/>
          <a:ln w="25400">
            <a:gradFill flip="none" rotWithShape="1">
              <a:gsLst>
                <a:gs pos="0">
                  <a:schemeClr val="tx1"/>
                </a:gs>
                <a:gs pos="28000">
                  <a:schemeClr val="accent1"/>
                </a:gs>
                <a:gs pos="62000">
                  <a:schemeClr val="accent3"/>
                </a:gs>
                <a:gs pos="87000">
                  <a:schemeClr val="accent4"/>
                </a:gs>
              </a:gsLst>
              <a:path path="circle">
                <a:fillToRect l="100000" t="100000"/>
              </a:path>
              <a:tileRect r="-100000" b="-100000"/>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Tree>
    <p:extLst>
      <p:ext uri="{BB962C8B-B14F-4D97-AF65-F5344CB8AC3E}">
        <p14:creationId xmlns:p14="http://schemas.microsoft.com/office/powerpoint/2010/main" val="119984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5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6A330-3CB7-4348-8C58-795F368AA0AE}"/>
              </a:ext>
            </a:extLst>
          </p:cNvPr>
          <p:cNvSpPr>
            <a:spLocks noGrp="1"/>
          </p:cNvSpPr>
          <p:nvPr>
            <p:ph type="title" hasCustomPrompt="1"/>
          </p:nvPr>
        </p:nvSpPr>
        <p:spPr/>
        <p:txBody>
          <a:bodyPr/>
          <a:lstStyle/>
          <a:p>
            <a:r>
              <a:rPr lang="en-US" dirty="0"/>
              <a:t>Slide Title</a:t>
            </a:r>
          </a:p>
        </p:txBody>
      </p:sp>
      <p:sp>
        <p:nvSpPr>
          <p:cNvPr id="6" name="Picture Placeholder 5">
            <a:extLst>
              <a:ext uri="{FF2B5EF4-FFF2-40B4-BE49-F238E27FC236}">
                <a16:creationId xmlns:a16="http://schemas.microsoft.com/office/drawing/2014/main" id="{E58F2785-0CD5-0324-D64B-9F9C7787E556}"/>
              </a:ext>
            </a:extLst>
          </p:cNvPr>
          <p:cNvSpPr>
            <a:spLocks noGrp="1"/>
          </p:cNvSpPr>
          <p:nvPr>
            <p:ph type="pic" sz="quarter" idx="12"/>
          </p:nvPr>
        </p:nvSpPr>
        <p:spPr>
          <a:xfrm>
            <a:off x="323850" y="1044940"/>
            <a:ext cx="799556" cy="719046"/>
          </a:xfrm>
        </p:spPr>
        <p:txBody>
          <a:bodyPr/>
          <a:lstStyle/>
          <a:p>
            <a:endParaRPr lang="en-US"/>
          </a:p>
        </p:txBody>
      </p:sp>
      <p:sp>
        <p:nvSpPr>
          <p:cNvPr id="7" name="Picture Placeholder 5">
            <a:extLst>
              <a:ext uri="{FF2B5EF4-FFF2-40B4-BE49-F238E27FC236}">
                <a16:creationId xmlns:a16="http://schemas.microsoft.com/office/drawing/2014/main" id="{6CC04E24-2B15-3EE4-77B9-55BC9D4430B7}"/>
              </a:ext>
            </a:extLst>
          </p:cNvPr>
          <p:cNvSpPr>
            <a:spLocks noGrp="1"/>
          </p:cNvSpPr>
          <p:nvPr>
            <p:ph type="pic" sz="quarter" idx="13"/>
          </p:nvPr>
        </p:nvSpPr>
        <p:spPr>
          <a:xfrm>
            <a:off x="323850" y="2327278"/>
            <a:ext cx="799556" cy="719046"/>
          </a:xfrm>
        </p:spPr>
        <p:txBody>
          <a:bodyPr/>
          <a:lstStyle/>
          <a:p>
            <a:endParaRPr lang="en-US"/>
          </a:p>
        </p:txBody>
      </p:sp>
      <p:sp>
        <p:nvSpPr>
          <p:cNvPr id="8" name="Picture Placeholder 5">
            <a:extLst>
              <a:ext uri="{FF2B5EF4-FFF2-40B4-BE49-F238E27FC236}">
                <a16:creationId xmlns:a16="http://schemas.microsoft.com/office/drawing/2014/main" id="{0EC330B1-9ABC-DB42-B844-48F95BA8B9AE}"/>
              </a:ext>
            </a:extLst>
          </p:cNvPr>
          <p:cNvSpPr>
            <a:spLocks noGrp="1"/>
          </p:cNvSpPr>
          <p:nvPr>
            <p:ph type="pic" sz="quarter" idx="14"/>
          </p:nvPr>
        </p:nvSpPr>
        <p:spPr>
          <a:xfrm>
            <a:off x="323850" y="3641771"/>
            <a:ext cx="799556" cy="719046"/>
          </a:xfrm>
        </p:spPr>
        <p:txBody>
          <a:bodyPr/>
          <a:lstStyle/>
          <a:p>
            <a:endParaRPr lang="en-US"/>
          </a:p>
        </p:txBody>
      </p:sp>
      <p:sp>
        <p:nvSpPr>
          <p:cNvPr id="9" name="Picture Placeholder 5">
            <a:extLst>
              <a:ext uri="{FF2B5EF4-FFF2-40B4-BE49-F238E27FC236}">
                <a16:creationId xmlns:a16="http://schemas.microsoft.com/office/drawing/2014/main" id="{A7DE9E1C-4C8F-016E-5E06-C91CF62BFFF6}"/>
              </a:ext>
            </a:extLst>
          </p:cNvPr>
          <p:cNvSpPr>
            <a:spLocks noGrp="1"/>
          </p:cNvSpPr>
          <p:nvPr>
            <p:ph type="pic" sz="quarter" idx="15"/>
          </p:nvPr>
        </p:nvSpPr>
        <p:spPr>
          <a:xfrm>
            <a:off x="323850" y="4924109"/>
            <a:ext cx="799556" cy="719046"/>
          </a:xfrm>
        </p:spPr>
        <p:txBody>
          <a:bodyPr/>
          <a:lstStyle/>
          <a:p>
            <a:endParaRPr lang="en-US"/>
          </a:p>
        </p:txBody>
      </p:sp>
      <p:sp>
        <p:nvSpPr>
          <p:cNvPr id="10" name="Text Placeholder 10">
            <a:extLst>
              <a:ext uri="{FF2B5EF4-FFF2-40B4-BE49-F238E27FC236}">
                <a16:creationId xmlns:a16="http://schemas.microsoft.com/office/drawing/2014/main" id="{B2B595FE-7BE0-0D74-B9FD-71BE2D616AFE}"/>
              </a:ext>
            </a:extLst>
          </p:cNvPr>
          <p:cNvSpPr>
            <a:spLocks noGrp="1"/>
          </p:cNvSpPr>
          <p:nvPr>
            <p:ph type="body" sz="quarter" idx="16" hasCustomPrompt="1"/>
          </p:nvPr>
        </p:nvSpPr>
        <p:spPr>
          <a:xfrm>
            <a:off x="1219831" y="1025355"/>
            <a:ext cx="4356966" cy="379108"/>
          </a:xfrm>
        </p:spPr>
        <p:txBody>
          <a:bodyPr/>
          <a:lstStyle>
            <a:lvl1pPr>
              <a:buNone/>
              <a:defRPr sz="1600" b="1"/>
            </a:lvl1pPr>
          </a:lstStyle>
          <a:p>
            <a:pPr lvl="0"/>
            <a:r>
              <a:rPr lang="en-US" dirty="0"/>
              <a:t>Sub Title1</a:t>
            </a:r>
          </a:p>
        </p:txBody>
      </p:sp>
      <p:sp>
        <p:nvSpPr>
          <p:cNvPr id="11" name="Text Placeholder 10">
            <a:extLst>
              <a:ext uri="{FF2B5EF4-FFF2-40B4-BE49-F238E27FC236}">
                <a16:creationId xmlns:a16="http://schemas.microsoft.com/office/drawing/2014/main" id="{FABC9599-42B9-EDF3-CA59-85E1D01FF368}"/>
              </a:ext>
            </a:extLst>
          </p:cNvPr>
          <p:cNvSpPr>
            <a:spLocks noGrp="1"/>
          </p:cNvSpPr>
          <p:nvPr>
            <p:ph type="body" sz="quarter" idx="17" hasCustomPrompt="1"/>
          </p:nvPr>
        </p:nvSpPr>
        <p:spPr>
          <a:xfrm>
            <a:off x="1219831" y="2307693"/>
            <a:ext cx="4384135" cy="379108"/>
          </a:xfrm>
        </p:spPr>
        <p:txBody>
          <a:bodyPr/>
          <a:lstStyle>
            <a:lvl1pPr>
              <a:buNone/>
              <a:defRPr sz="1600" b="1"/>
            </a:lvl1pPr>
          </a:lstStyle>
          <a:p>
            <a:pPr lvl="0"/>
            <a:r>
              <a:rPr lang="en-US" dirty="0"/>
              <a:t>Sub Title2</a:t>
            </a:r>
          </a:p>
        </p:txBody>
      </p:sp>
      <p:sp>
        <p:nvSpPr>
          <p:cNvPr id="12" name="Text Placeholder 38">
            <a:extLst>
              <a:ext uri="{FF2B5EF4-FFF2-40B4-BE49-F238E27FC236}">
                <a16:creationId xmlns:a16="http://schemas.microsoft.com/office/drawing/2014/main" id="{69698014-070C-46FE-25F8-EA56558188F2}"/>
              </a:ext>
            </a:extLst>
          </p:cNvPr>
          <p:cNvSpPr>
            <a:spLocks noGrp="1"/>
          </p:cNvSpPr>
          <p:nvPr>
            <p:ph type="body" sz="quarter" idx="23" hasCustomPrompt="1"/>
          </p:nvPr>
        </p:nvSpPr>
        <p:spPr>
          <a:xfrm>
            <a:off x="1219831" y="1469535"/>
            <a:ext cx="4384135" cy="588901"/>
          </a:xfrm>
          <a:noFill/>
        </p:spPr>
        <p:txBody>
          <a:bodyPr/>
          <a:lstStyle>
            <a:lvl1pPr>
              <a:defRPr sz="1400"/>
            </a:lvl1pPr>
          </a:lstStyle>
          <a:p>
            <a:pPr lvl="0"/>
            <a:r>
              <a:rPr lang="en-US" dirty="0"/>
              <a:t>Text1</a:t>
            </a:r>
          </a:p>
        </p:txBody>
      </p:sp>
      <p:sp>
        <p:nvSpPr>
          <p:cNvPr id="13" name="Text Placeholder 38">
            <a:extLst>
              <a:ext uri="{FF2B5EF4-FFF2-40B4-BE49-F238E27FC236}">
                <a16:creationId xmlns:a16="http://schemas.microsoft.com/office/drawing/2014/main" id="{FC690353-DAC8-074F-B807-A93E0BC249CF}"/>
              </a:ext>
            </a:extLst>
          </p:cNvPr>
          <p:cNvSpPr>
            <a:spLocks noGrp="1"/>
          </p:cNvSpPr>
          <p:nvPr>
            <p:ph type="body" sz="quarter" idx="24" hasCustomPrompt="1"/>
          </p:nvPr>
        </p:nvSpPr>
        <p:spPr>
          <a:xfrm>
            <a:off x="1219831" y="2751873"/>
            <a:ext cx="4384135" cy="588901"/>
          </a:xfrm>
          <a:noFill/>
        </p:spPr>
        <p:txBody>
          <a:bodyPr/>
          <a:lstStyle>
            <a:lvl1pPr>
              <a:defRPr sz="1400"/>
            </a:lvl1pPr>
          </a:lstStyle>
          <a:p>
            <a:pPr lvl="0"/>
            <a:r>
              <a:rPr lang="en-US" dirty="0"/>
              <a:t>Text2</a:t>
            </a:r>
          </a:p>
        </p:txBody>
      </p:sp>
      <p:sp>
        <p:nvSpPr>
          <p:cNvPr id="14" name="Text Placeholder 38">
            <a:extLst>
              <a:ext uri="{FF2B5EF4-FFF2-40B4-BE49-F238E27FC236}">
                <a16:creationId xmlns:a16="http://schemas.microsoft.com/office/drawing/2014/main" id="{141C05AD-FBE3-F308-82F4-4E508D5E70EB}"/>
              </a:ext>
            </a:extLst>
          </p:cNvPr>
          <p:cNvSpPr>
            <a:spLocks noGrp="1"/>
          </p:cNvSpPr>
          <p:nvPr>
            <p:ph type="body" sz="quarter" idx="25" hasCustomPrompt="1"/>
          </p:nvPr>
        </p:nvSpPr>
        <p:spPr>
          <a:xfrm>
            <a:off x="1192662" y="4066366"/>
            <a:ext cx="4384135" cy="588901"/>
          </a:xfrm>
          <a:noFill/>
        </p:spPr>
        <p:txBody>
          <a:bodyPr/>
          <a:lstStyle>
            <a:lvl1pPr>
              <a:defRPr sz="1400"/>
            </a:lvl1pPr>
          </a:lstStyle>
          <a:p>
            <a:pPr lvl="0"/>
            <a:r>
              <a:rPr lang="en-US" dirty="0"/>
              <a:t>Text3</a:t>
            </a:r>
          </a:p>
        </p:txBody>
      </p:sp>
      <p:sp>
        <p:nvSpPr>
          <p:cNvPr id="15" name="Text Placeholder 38">
            <a:extLst>
              <a:ext uri="{FF2B5EF4-FFF2-40B4-BE49-F238E27FC236}">
                <a16:creationId xmlns:a16="http://schemas.microsoft.com/office/drawing/2014/main" id="{81548DC9-1611-8DC4-A42B-5B28940EF173}"/>
              </a:ext>
            </a:extLst>
          </p:cNvPr>
          <p:cNvSpPr>
            <a:spLocks noGrp="1"/>
          </p:cNvSpPr>
          <p:nvPr>
            <p:ph type="body" sz="quarter" idx="26" hasCustomPrompt="1"/>
          </p:nvPr>
        </p:nvSpPr>
        <p:spPr>
          <a:xfrm>
            <a:off x="1192662" y="5380859"/>
            <a:ext cx="4411304" cy="588901"/>
          </a:xfrm>
          <a:noFill/>
        </p:spPr>
        <p:txBody>
          <a:bodyPr/>
          <a:lstStyle>
            <a:lvl1pPr>
              <a:defRPr sz="1400"/>
            </a:lvl1pPr>
          </a:lstStyle>
          <a:p>
            <a:pPr lvl="0"/>
            <a:r>
              <a:rPr lang="en-US" dirty="0"/>
              <a:t>Text4</a:t>
            </a:r>
          </a:p>
        </p:txBody>
      </p:sp>
      <p:sp>
        <p:nvSpPr>
          <p:cNvPr id="16" name="Text Placeholder 10">
            <a:extLst>
              <a:ext uri="{FF2B5EF4-FFF2-40B4-BE49-F238E27FC236}">
                <a16:creationId xmlns:a16="http://schemas.microsoft.com/office/drawing/2014/main" id="{221F9DA5-95C7-860A-0FD8-D5BD3AC17922}"/>
              </a:ext>
            </a:extLst>
          </p:cNvPr>
          <p:cNvSpPr>
            <a:spLocks noGrp="1"/>
          </p:cNvSpPr>
          <p:nvPr>
            <p:ph type="body" sz="quarter" idx="27" hasCustomPrompt="1"/>
          </p:nvPr>
        </p:nvSpPr>
        <p:spPr>
          <a:xfrm>
            <a:off x="1192662" y="3640612"/>
            <a:ext cx="4384135" cy="379108"/>
          </a:xfrm>
        </p:spPr>
        <p:txBody>
          <a:bodyPr/>
          <a:lstStyle>
            <a:lvl1pPr>
              <a:buNone/>
              <a:defRPr sz="1600" b="1"/>
            </a:lvl1pPr>
          </a:lstStyle>
          <a:p>
            <a:pPr lvl="0"/>
            <a:r>
              <a:rPr lang="en-US" dirty="0"/>
              <a:t>Sub Title3</a:t>
            </a:r>
          </a:p>
        </p:txBody>
      </p:sp>
      <p:sp>
        <p:nvSpPr>
          <p:cNvPr id="17" name="Text Placeholder 10">
            <a:extLst>
              <a:ext uri="{FF2B5EF4-FFF2-40B4-BE49-F238E27FC236}">
                <a16:creationId xmlns:a16="http://schemas.microsoft.com/office/drawing/2014/main" id="{94782B31-D867-F79B-8735-A2E76EF2AC9C}"/>
              </a:ext>
            </a:extLst>
          </p:cNvPr>
          <p:cNvSpPr>
            <a:spLocks noGrp="1"/>
          </p:cNvSpPr>
          <p:nvPr>
            <p:ph type="body" sz="quarter" idx="28" hasCustomPrompt="1"/>
          </p:nvPr>
        </p:nvSpPr>
        <p:spPr>
          <a:xfrm>
            <a:off x="1192661" y="4922950"/>
            <a:ext cx="4384136" cy="379108"/>
          </a:xfrm>
        </p:spPr>
        <p:txBody>
          <a:bodyPr/>
          <a:lstStyle>
            <a:lvl1pPr>
              <a:buNone/>
              <a:defRPr sz="1600" b="1"/>
            </a:lvl1pPr>
          </a:lstStyle>
          <a:p>
            <a:pPr lvl="0"/>
            <a:r>
              <a:rPr lang="en-US" dirty="0"/>
              <a:t>Sub Title4</a:t>
            </a:r>
          </a:p>
        </p:txBody>
      </p:sp>
      <p:sp>
        <p:nvSpPr>
          <p:cNvPr id="27" name="Picture Placeholder 5">
            <a:extLst>
              <a:ext uri="{FF2B5EF4-FFF2-40B4-BE49-F238E27FC236}">
                <a16:creationId xmlns:a16="http://schemas.microsoft.com/office/drawing/2014/main" id="{5CB5995C-2E31-CDFC-F995-BF82C44518A9}"/>
              </a:ext>
            </a:extLst>
          </p:cNvPr>
          <p:cNvSpPr>
            <a:spLocks noGrp="1"/>
          </p:cNvSpPr>
          <p:nvPr>
            <p:ph type="pic" sz="quarter" idx="29"/>
          </p:nvPr>
        </p:nvSpPr>
        <p:spPr>
          <a:xfrm>
            <a:off x="6459039" y="1038328"/>
            <a:ext cx="799556" cy="719046"/>
          </a:xfrm>
        </p:spPr>
        <p:txBody>
          <a:bodyPr/>
          <a:lstStyle/>
          <a:p>
            <a:endParaRPr lang="en-US"/>
          </a:p>
        </p:txBody>
      </p:sp>
      <p:sp>
        <p:nvSpPr>
          <p:cNvPr id="28" name="Text Placeholder 10">
            <a:extLst>
              <a:ext uri="{FF2B5EF4-FFF2-40B4-BE49-F238E27FC236}">
                <a16:creationId xmlns:a16="http://schemas.microsoft.com/office/drawing/2014/main" id="{D1DF5DB3-3D25-D792-B2EE-ADABCF8F8295}"/>
              </a:ext>
            </a:extLst>
          </p:cNvPr>
          <p:cNvSpPr>
            <a:spLocks noGrp="1"/>
          </p:cNvSpPr>
          <p:nvPr>
            <p:ph type="body" sz="quarter" idx="30" hasCustomPrompt="1"/>
          </p:nvPr>
        </p:nvSpPr>
        <p:spPr>
          <a:xfrm>
            <a:off x="7355020" y="999212"/>
            <a:ext cx="4513130" cy="379108"/>
          </a:xfrm>
        </p:spPr>
        <p:txBody>
          <a:bodyPr/>
          <a:lstStyle>
            <a:lvl1pPr>
              <a:buNone/>
              <a:defRPr sz="1600" b="1"/>
            </a:lvl1pPr>
          </a:lstStyle>
          <a:p>
            <a:pPr lvl="0"/>
            <a:r>
              <a:rPr lang="en-US" dirty="0"/>
              <a:t>Sub Title5</a:t>
            </a:r>
          </a:p>
        </p:txBody>
      </p:sp>
      <p:sp>
        <p:nvSpPr>
          <p:cNvPr id="29" name="Text Placeholder 38">
            <a:extLst>
              <a:ext uri="{FF2B5EF4-FFF2-40B4-BE49-F238E27FC236}">
                <a16:creationId xmlns:a16="http://schemas.microsoft.com/office/drawing/2014/main" id="{70C4F6F9-C755-8082-14E0-22AFE42F5C50}"/>
              </a:ext>
            </a:extLst>
          </p:cNvPr>
          <p:cNvSpPr>
            <a:spLocks noGrp="1"/>
          </p:cNvSpPr>
          <p:nvPr>
            <p:ph type="body" sz="quarter" idx="31" hasCustomPrompt="1"/>
          </p:nvPr>
        </p:nvSpPr>
        <p:spPr>
          <a:xfrm>
            <a:off x="7340324" y="1411364"/>
            <a:ext cx="4527826" cy="588901"/>
          </a:xfrm>
          <a:noFill/>
        </p:spPr>
        <p:txBody>
          <a:bodyPr/>
          <a:lstStyle>
            <a:lvl1pPr>
              <a:defRPr sz="1400"/>
            </a:lvl1pPr>
          </a:lstStyle>
          <a:p>
            <a:pPr lvl="0"/>
            <a:r>
              <a:rPr lang="en-US" dirty="0"/>
              <a:t>Text5</a:t>
            </a:r>
          </a:p>
        </p:txBody>
      </p:sp>
      <p:sp>
        <p:nvSpPr>
          <p:cNvPr id="30" name="Picture Placeholder 5">
            <a:extLst>
              <a:ext uri="{FF2B5EF4-FFF2-40B4-BE49-F238E27FC236}">
                <a16:creationId xmlns:a16="http://schemas.microsoft.com/office/drawing/2014/main" id="{3CA01589-4187-0A0A-8856-F18F9196BACE}"/>
              </a:ext>
            </a:extLst>
          </p:cNvPr>
          <p:cNvSpPr>
            <a:spLocks noGrp="1"/>
          </p:cNvSpPr>
          <p:nvPr>
            <p:ph type="pic" sz="quarter" idx="32"/>
          </p:nvPr>
        </p:nvSpPr>
        <p:spPr>
          <a:xfrm>
            <a:off x="6459039" y="2327324"/>
            <a:ext cx="799556" cy="719046"/>
          </a:xfrm>
        </p:spPr>
        <p:txBody>
          <a:bodyPr/>
          <a:lstStyle/>
          <a:p>
            <a:endParaRPr lang="en-US"/>
          </a:p>
        </p:txBody>
      </p:sp>
      <p:sp>
        <p:nvSpPr>
          <p:cNvPr id="31" name="Picture Placeholder 5">
            <a:extLst>
              <a:ext uri="{FF2B5EF4-FFF2-40B4-BE49-F238E27FC236}">
                <a16:creationId xmlns:a16="http://schemas.microsoft.com/office/drawing/2014/main" id="{4D742896-B87C-D0AE-E856-F1897ADF310B}"/>
              </a:ext>
            </a:extLst>
          </p:cNvPr>
          <p:cNvSpPr>
            <a:spLocks noGrp="1"/>
          </p:cNvSpPr>
          <p:nvPr>
            <p:ph type="pic" sz="quarter" idx="33"/>
          </p:nvPr>
        </p:nvSpPr>
        <p:spPr>
          <a:xfrm>
            <a:off x="6459039" y="3640612"/>
            <a:ext cx="799556" cy="719046"/>
          </a:xfrm>
        </p:spPr>
        <p:txBody>
          <a:bodyPr/>
          <a:lstStyle/>
          <a:p>
            <a:endParaRPr lang="en-US"/>
          </a:p>
        </p:txBody>
      </p:sp>
      <p:sp>
        <p:nvSpPr>
          <p:cNvPr id="32" name="Picture Placeholder 5">
            <a:extLst>
              <a:ext uri="{FF2B5EF4-FFF2-40B4-BE49-F238E27FC236}">
                <a16:creationId xmlns:a16="http://schemas.microsoft.com/office/drawing/2014/main" id="{D111FE8E-2CA6-FD6D-3A26-AAE45DB79929}"/>
              </a:ext>
            </a:extLst>
          </p:cNvPr>
          <p:cNvSpPr>
            <a:spLocks noGrp="1"/>
          </p:cNvSpPr>
          <p:nvPr>
            <p:ph type="pic" sz="quarter" idx="34"/>
          </p:nvPr>
        </p:nvSpPr>
        <p:spPr>
          <a:xfrm>
            <a:off x="6459039" y="4937218"/>
            <a:ext cx="799556" cy="719046"/>
          </a:xfrm>
        </p:spPr>
        <p:txBody>
          <a:bodyPr/>
          <a:lstStyle/>
          <a:p>
            <a:endParaRPr lang="en-US"/>
          </a:p>
        </p:txBody>
      </p:sp>
      <p:sp>
        <p:nvSpPr>
          <p:cNvPr id="33" name="Text Placeholder 10">
            <a:extLst>
              <a:ext uri="{FF2B5EF4-FFF2-40B4-BE49-F238E27FC236}">
                <a16:creationId xmlns:a16="http://schemas.microsoft.com/office/drawing/2014/main" id="{C8C03FB4-1C5F-9F56-A267-961B3AD221AD}"/>
              </a:ext>
            </a:extLst>
          </p:cNvPr>
          <p:cNvSpPr>
            <a:spLocks noGrp="1"/>
          </p:cNvSpPr>
          <p:nvPr>
            <p:ph type="body" sz="quarter" idx="35" hasCustomPrompt="1"/>
          </p:nvPr>
        </p:nvSpPr>
        <p:spPr>
          <a:xfrm>
            <a:off x="7340324" y="2307693"/>
            <a:ext cx="4479657" cy="379108"/>
          </a:xfrm>
        </p:spPr>
        <p:txBody>
          <a:bodyPr/>
          <a:lstStyle>
            <a:lvl1pPr>
              <a:buNone/>
              <a:defRPr sz="1600" b="1"/>
            </a:lvl1pPr>
          </a:lstStyle>
          <a:p>
            <a:pPr lvl="0"/>
            <a:r>
              <a:rPr lang="en-US" dirty="0"/>
              <a:t>Sub Title6</a:t>
            </a:r>
          </a:p>
        </p:txBody>
      </p:sp>
      <p:sp>
        <p:nvSpPr>
          <p:cNvPr id="34" name="Text Placeholder 38">
            <a:extLst>
              <a:ext uri="{FF2B5EF4-FFF2-40B4-BE49-F238E27FC236}">
                <a16:creationId xmlns:a16="http://schemas.microsoft.com/office/drawing/2014/main" id="{EBD8623E-4A30-DEBC-8B89-275D5ABEFCB4}"/>
              </a:ext>
            </a:extLst>
          </p:cNvPr>
          <p:cNvSpPr>
            <a:spLocks noGrp="1"/>
          </p:cNvSpPr>
          <p:nvPr>
            <p:ph type="body" sz="quarter" idx="36" hasCustomPrompt="1"/>
          </p:nvPr>
        </p:nvSpPr>
        <p:spPr>
          <a:xfrm>
            <a:off x="7340324" y="2751873"/>
            <a:ext cx="4527826" cy="588901"/>
          </a:xfrm>
          <a:noFill/>
        </p:spPr>
        <p:txBody>
          <a:bodyPr/>
          <a:lstStyle>
            <a:lvl1pPr>
              <a:defRPr sz="1400"/>
            </a:lvl1pPr>
          </a:lstStyle>
          <a:p>
            <a:pPr lvl="0"/>
            <a:r>
              <a:rPr lang="en-US" dirty="0"/>
              <a:t>Text6</a:t>
            </a:r>
          </a:p>
        </p:txBody>
      </p:sp>
      <p:sp>
        <p:nvSpPr>
          <p:cNvPr id="35" name="Text Placeholder 38">
            <a:extLst>
              <a:ext uri="{FF2B5EF4-FFF2-40B4-BE49-F238E27FC236}">
                <a16:creationId xmlns:a16="http://schemas.microsoft.com/office/drawing/2014/main" id="{9F7F22D2-3B78-EC34-D57A-7D5E6EB5739F}"/>
              </a:ext>
            </a:extLst>
          </p:cNvPr>
          <p:cNvSpPr>
            <a:spLocks noGrp="1"/>
          </p:cNvSpPr>
          <p:nvPr>
            <p:ph type="body" sz="quarter" idx="37" hasCustomPrompt="1"/>
          </p:nvPr>
        </p:nvSpPr>
        <p:spPr>
          <a:xfrm>
            <a:off x="7340324" y="4069267"/>
            <a:ext cx="4527826" cy="588901"/>
          </a:xfrm>
          <a:noFill/>
        </p:spPr>
        <p:txBody>
          <a:bodyPr/>
          <a:lstStyle>
            <a:lvl1pPr>
              <a:defRPr sz="1400"/>
            </a:lvl1pPr>
          </a:lstStyle>
          <a:p>
            <a:pPr lvl="0"/>
            <a:r>
              <a:rPr lang="en-US" dirty="0"/>
              <a:t>Text7</a:t>
            </a:r>
          </a:p>
        </p:txBody>
      </p:sp>
      <p:sp>
        <p:nvSpPr>
          <p:cNvPr id="36" name="Text Placeholder 38">
            <a:extLst>
              <a:ext uri="{FF2B5EF4-FFF2-40B4-BE49-F238E27FC236}">
                <a16:creationId xmlns:a16="http://schemas.microsoft.com/office/drawing/2014/main" id="{3C77F3D4-EC21-04C9-95AE-32AE86661BFF}"/>
              </a:ext>
            </a:extLst>
          </p:cNvPr>
          <p:cNvSpPr>
            <a:spLocks noGrp="1"/>
          </p:cNvSpPr>
          <p:nvPr>
            <p:ph type="body" sz="quarter" idx="38" hasCustomPrompt="1"/>
          </p:nvPr>
        </p:nvSpPr>
        <p:spPr>
          <a:xfrm>
            <a:off x="7340324" y="5324471"/>
            <a:ext cx="4527826" cy="588901"/>
          </a:xfrm>
          <a:noFill/>
        </p:spPr>
        <p:txBody>
          <a:bodyPr/>
          <a:lstStyle>
            <a:lvl1pPr>
              <a:defRPr sz="1400"/>
            </a:lvl1pPr>
          </a:lstStyle>
          <a:p>
            <a:pPr lvl="0"/>
            <a:r>
              <a:rPr lang="en-US" dirty="0"/>
              <a:t>Text8</a:t>
            </a:r>
          </a:p>
        </p:txBody>
      </p:sp>
      <p:sp>
        <p:nvSpPr>
          <p:cNvPr id="37" name="Text Placeholder 10">
            <a:extLst>
              <a:ext uri="{FF2B5EF4-FFF2-40B4-BE49-F238E27FC236}">
                <a16:creationId xmlns:a16="http://schemas.microsoft.com/office/drawing/2014/main" id="{198FE897-B76E-6186-432E-7871E1876555}"/>
              </a:ext>
            </a:extLst>
          </p:cNvPr>
          <p:cNvSpPr>
            <a:spLocks noGrp="1"/>
          </p:cNvSpPr>
          <p:nvPr>
            <p:ph type="body" sz="quarter" idx="39" hasCustomPrompt="1"/>
          </p:nvPr>
        </p:nvSpPr>
        <p:spPr>
          <a:xfrm>
            <a:off x="7340323" y="3636855"/>
            <a:ext cx="4479658" cy="379108"/>
          </a:xfrm>
        </p:spPr>
        <p:txBody>
          <a:bodyPr/>
          <a:lstStyle>
            <a:lvl1pPr>
              <a:buNone/>
              <a:defRPr sz="1600" b="1"/>
            </a:lvl1pPr>
          </a:lstStyle>
          <a:p>
            <a:pPr lvl="0"/>
            <a:r>
              <a:rPr lang="en-US" dirty="0"/>
              <a:t>Sub Title7</a:t>
            </a:r>
          </a:p>
        </p:txBody>
      </p:sp>
      <p:sp>
        <p:nvSpPr>
          <p:cNvPr id="38" name="Text Placeholder 10">
            <a:extLst>
              <a:ext uri="{FF2B5EF4-FFF2-40B4-BE49-F238E27FC236}">
                <a16:creationId xmlns:a16="http://schemas.microsoft.com/office/drawing/2014/main" id="{7CA1BD9C-105B-DC57-C41B-981817AF46DF}"/>
              </a:ext>
            </a:extLst>
          </p:cNvPr>
          <p:cNvSpPr>
            <a:spLocks noGrp="1"/>
          </p:cNvSpPr>
          <p:nvPr>
            <p:ph type="body" sz="quarter" idx="40" hasCustomPrompt="1"/>
          </p:nvPr>
        </p:nvSpPr>
        <p:spPr>
          <a:xfrm>
            <a:off x="7310093" y="4927149"/>
            <a:ext cx="4558057" cy="379108"/>
          </a:xfrm>
        </p:spPr>
        <p:txBody>
          <a:bodyPr/>
          <a:lstStyle>
            <a:lvl1pPr>
              <a:buNone/>
              <a:defRPr sz="1600" b="1"/>
            </a:lvl1pPr>
          </a:lstStyle>
          <a:p>
            <a:pPr lvl="0"/>
            <a:r>
              <a:rPr lang="en-US" dirty="0"/>
              <a:t>Sub Title8</a:t>
            </a:r>
          </a:p>
        </p:txBody>
      </p:sp>
      <p:cxnSp>
        <p:nvCxnSpPr>
          <p:cNvPr id="43" name="Straight Connector 42">
            <a:extLst>
              <a:ext uri="{FF2B5EF4-FFF2-40B4-BE49-F238E27FC236}">
                <a16:creationId xmlns:a16="http://schemas.microsoft.com/office/drawing/2014/main" id="{678027AA-8653-8CA0-39B2-5B5426E1C027}"/>
              </a:ext>
            </a:extLst>
          </p:cNvPr>
          <p:cNvCxnSpPr>
            <a:cxnSpLocks/>
          </p:cNvCxnSpPr>
          <p:nvPr userDrawn="1"/>
        </p:nvCxnSpPr>
        <p:spPr>
          <a:xfrm flipV="1">
            <a:off x="323850" y="2160832"/>
            <a:ext cx="5409112" cy="10895"/>
          </a:xfrm>
          <a:prstGeom prst="line">
            <a:avLst/>
          </a:prstGeom>
          <a:ln w="22225">
            <a:gradFill flip="none" rotWithShape="1">
              <a:gsLst>
                <a:gs pos="0">
                  <a:schemeClr val="tx1"/>
                </a:gs>
                <a:gs pos="41000">
                  <a:schemeClr val="accent1"/>
                </a:gs>
                <a:gs pos="83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63C27DC-9612-88CC-9BC9-2B7112F559F8}"/>
              </a:ext>
            </a:extLst>
          </p:cNvPr>
          <p:cNvCxnSpPr>
            <a:cxnSpLocks/>
          </p:cNvCxnSpPr>
          <p:nvPr userDrawn="1"/>
        </p:nvCxnSpPr>
        <p:spPr>
          <a:xfrm flipV="1">
            <a:off x="323850" y="3476422"/>
            <a:ext cx="5409112" cy="10895"/>
          </a:xfrm>
          <a:prstGeom prst="line">
            <a:avLst/>
          </a:prstGeom>
          <a:ln w="22225">
            <a:gradFill flip="none" rotWithShape="1">
              <a:gsLst>
                <a:gs pos="0">
                  <a:schemeClr val="tx1"/>
                </a:gs>
                <a:gs pos="41000">
                  <a:schemeClr val="accent1"/>
                </a:gs>
                <a:gs pos="83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9B20E8C-C6E0-F138-88EE-92911141B24C}"/>
              </a:ext>
            </a:extLst>
          </p:cNvPr>
          <p:cNvCxnSpPr>
            <a:cxnSpLocks/>
          </p:cNvCxnSpPr>
          <p:nvPr userDrawn="1"/>
        </p:nvCxnSpPr>
        <p:spPr>
          <a:xfrm flipV="1">
            <a:off x="323850" y="4768595"/>
            <a:ext cx="5409112" cy="10895"/>
          </a:xfrm>
          <a:prstGeom prst="line">
            <a:avLst/>
          </a:prstGeom>
          <a:ln w="22225">
            <a:gradFill flip="none" rotWithShape="1">
              <a:gsLst>
                <a:gs pos="0">
                  <a:schemeClr val="tx1"/>
                </a:gs>
                <a:gs pos="41000">
                  <a:schemeClr val="accent1"/>
                </a:gs>
                <a:gs pos="83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15950C1-768F-2EAB-718F-55D090E4C448}"/>
              </a:ext>
            </a:extLst>
          </p:cNvPr>
          <p:cNvCxnSpPr>
            <a:cxnSpLocks/>
          </p:cNvCxnSpPr>
          <p:nvPr userDrawn="1"/>
        </p:nvCxnSpPr>
        <p:spPr>
          <a:xfrm flipV="1">
            <a:off x="6410869" y="2156860"/>
            <a:ext cx="5409112" cy="10895"/>
          </a:xfrm>
          <a:prstGeom prst="line">
            <a:avLst/>
          </a:prstGeom>
          <a:ln w="22225">
            <a:gradFill flip="none" rotWithShape="1">
              <a:gsLst>
                <a:gs pos="0">
                  <a:schemeClr val="tx1"/>
                </a:gs>
                <a:gs pos="41000">
                  <a:schemeClr val="accent1"/>
                </a:gs>
                <a:gs pos="83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2D98F54-13BA-1477-600C-1A86B1986E9C}"/>
              </a:ext>
            </a:extLst>
          </p:cNvPr>
          <p:cNvCxnSpPr>
            <a:cxnSpLocks/>
          </p:cNvCxnSpPr>
          <p:nvPr userDrawn="1"/>
        </p:nvCxnSpPr>
        <p:spPr>
          <a:xfrm flipV="1">
            <a:off x="6459039" y="3447039"/>
            <a:ext cx="5409112" cy="10895"/>
          </a:xfrm>
          <a:prstGeom prst="line">
            <a:avLst/>
          </a:prstGeom>
          <a:ln w="22225">
            <a:gradFill flip="none" rotWithShape="1">
              <a:gsLst>
                <a:gs pos="0">
                  <a:schemeClr val="tx1"/>
                </a:gs>
                <a:gs pos="41000">
                  <a:schemeClr val="accent1"/>
                </a:gs>
                <a:gs pos="83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BA0A1A4-7123-0764-1A9A-9DF99B5DE791}"/>
              </a:ext>
            </a:extLst>
          </p:cNvPr>
          <p:cNvCxnSpPr>
            <a:cxnSpLocks/>
          </p:cNvCxnSpPr>
          <p:nvPr userDrawn="1"/>
        </p:nvCxnSpPr>
        <p:spPr>
          <a:xfrm flipV="1">
            <a:off x="6410869" y="4781763"/>
            <a:ext cx="5409112" cy="10895"/>
          </a:xfrm>
          <a:prstGeom prst="line">
            <a:avLst/>
          </a:prstGeom>
          <a:ln w="22225">
            <a:gradFill flip="none" rotWithShape="1">
              <a:gsLst>
                <a:gs pos="0">
                  <a:schemeClr val="tx1"/>
                </a:gs>
                <a:gs pos="41000">
                  <a:schemeClr val="accent1"/>
                </a:gs>
                <a:gs pos="83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5730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48_Custom Layou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E383C62-A8FC-265C-084D-8F9D9E65DC6C}"/>
              </a:ext>
              <a:ext uri="{C183D7F6-B498-43B3-948B-1728B52AA6E4}">
                <adec:decorative xmlns:adec="http://schemas.microsoft.com/office/drawing/2017/decorative" val="1"/>
              </a:ext>
            </a:extLst>
          </p:cNvPr>
          <p:cNvGrpSpPr/>
          <p:nvPr userDrawn="1"/>
        </p:nvGrpSpPr>
        <p:grpSpPr>
          <a:xfrm>
            <a:off x="570568" y="1231543"/>
            <a:ext cx="10981168" cy="4802971"/>
            <a:chOff x="570568" y="1231543"/>
            <a:chExt cx="10981168" cy="4802971"/>
          </a:xfrm>
          <a:solidFill>
            <a:schemeClr val="tx1"/>
          </a:solidFill>
        </p:grpSpPr>
        <p:sp>
          <p:nvSpPr>
            <p:cNvPr id="6" name="Rounded Rectangle 5">
              <a:extLst>
                <a:ext uri="{FF2B5EF4-FFF2-40B4-BE49-F238E27FC236}">
                  <a16:creationId xmlns:a16="http://schemas.microsoft.com/office/drawing/2014/main" id="{2A5F236B-244B-6E39-C74B-FE79C9B51555}"/>
                </a:ext>
              </a:extLst>
            </p:cNvPr>
            <p:cNvSpPr/>
            <p:nvPr/>
          </p:nvSpPr>
          <p:spPr>
            <a:xfrm>
              <a:off x="570568" y="2488791"/>
              <a:ext cx="7309286" cy="1031226"/>
            </a:xfrm>
            <a:prstGeom prst="roundRect">
              <a:avLst>
                <a:gd name="adj" fmla="val 50000"/>
              </a:avLst>
            </a:prstGeom>
            <a:grpFill/>
            <a:ln w="19050">
              <a:gradFill flip="none" rotWithShape="1">
                <a:gsLst>
                  <a:gs pos="43000">
                    <a:schemeClr val="bg2">
                      <a:lumMod val="95000"/>
                    </a:schemeClr>
                  </a:gs>
                  <a:gs pos="80000">
                    <a:schemeClr val="bg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640080" tIns="45720" rIns="2468880" bIns="45720" rtlCol="0" anchor="ctr"/>
            <a:lstStyle/>
            <a:p>
              <a:pPr marL="234950" indent="0" fontAlgn="b">
                <a:tabLst/>
                <a:defRPr/>
              </a:pPr>
              <a:endParaRPr lang="en-US" sz="2000">
                <a:solidFill>
                  <a:schemeClr val="bg2"/>
                </a:solidFill>
                <a:latin typeface="CiscoSansTT Light"/>
              </a:endParaRPr>
            </a:p>
          </p:txBody>
        </p:sp>
        <p:sp>
          <p:nvSpPr>
            <p:cNvPr id="7" name="Rounded Rectangle 6">
              <a:extLst>
                <a:ext uri="{FF2B5EF4-FFF2-40B4-BE49-F238E27FC236}">
                  <a16:creationId xmlns:a16="http://schemas.microsoft.com/office/drawing/2014/main" id="{C04B295E-B6E0-0379-523C-11AD84A66348}"/>
                </a:ext>
              </a:extLst>
            </p:cNvPr>
            <p:cNvSpPr/>
            <p:nvPr/>
          </p:nvSpPr>
          <p:spPr>
            <a:xfrm>
              <a:off x="5395935" y="2488791"/>
              <a:ext cx="6155801" cy="1031226"/>
            </a:xfrm>
            <a:prstGeom prst="roundRect">
              <a:avLst>
                <a:gd name="adj" fmla="val 50000"/>
              </a:avLst>
            </a:prstGeom>
            <a:grpFill/>
            <a:ln w="19050">
              <a:gradFill>
                <a:gsLst>
                  <a:gs pos="7000">
                    <a:schemeClr val="accent4"/>
                  </a:gs>
                  <a:gs pos="29000">
                    <a:schemeClr val="accent1"/>
                  </a:gs>
                  <a:gs pos="96000">
                    <a:schemeClr val="tx1"/>
                  </a:gs>
                  <a:gs pos="82000">
                    <a:schemeClr val="accent3"/>
                  </a:gs>
                </a:gsLst>
                <a:lin ang="0" scaled="0"/>
              </a:gradFill>
            </a:ln>
            <a:effectLst>
              <a:outerShdw blurRad="76200" dist="25400" dir="10800000" algn="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22960" tIns="45720" rIns="45720" bIns="45720" rtlCol="0" anchor="ctr"/>
            <a:lstStyle/>
            <a:p>
              <a:pPr marL="182563" fontAlgn="b">
                <a:defRPr/>
              </a:pPr>
              <a:endParaRPr lang="en-US" sz="2000" dirty="0">
                <a:solidFill>
                  <a:schemeClr val="bg2"/>
                </a:solidFill>
                <a:latin typeface="CiscoSansTT Light"/>
              </a:endParaRPr>
            </a:p>
          </p:txBody>
        </p:sp>
        <p:sp>
          <p:nvSpPr>
            <p:cNvPr id="8" name="Rounded Rectangle 7">
              <a:extLst>
                <a:ext uri="{FF2B5EF4-FFF2-40B4-BE49-F238E27FC236}">
                  <a16:creationId xmlns:a16="http://schemas.microsoft.com/office/drawing/2014/main" id="{23B0B6F1-3527-F584-8F46-903FA098E288}"/>
                </a:ext>
              </a:extLst>
            </p:cNvPr>
            <p:cNvSpPr/>
            <p:nvPr/>
          </p:nvSpPr>
          <p:spPr>
            <a:xfrm>
              <a:off x="570568" y="5003288"/>
              <a:ext cx="7309286" cy="1031226"/>
            </a:xfrm>
            <a:prstGeom prst="roundRect">
              <a:avLst>
                <a:gd name="adj" fmla="val 50000"/>
              </a:avLst>
            </a:prstGeom>
            <a:grpFill/>
            <a:ln w="19050">
              <a:gradFill flip="none" rotWithShape="1">
                <a:gsLst>
                  <a:gs pos="43000">
                    <a:schemeClr val="bg2">
                      <a:lumMod val="95000"/>
                    </a:schemeClr>
                  </a:gs>
                  <a:gs pos="80000">
                    <a:schemeClr val="bg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640080" tIns="45720" rIns="2468880" bIns="45720" rtlCol="0" anchor="ctr"/>
            <a:lstStyle/>
            <a:p>
              <a:pPr marL="234950" indent="0" fontAlgn="b">
                <a:tabLst/>
                <a:defRPr/>
              </a:pPr>
              <a:endParaRPr lang="en-US" sz="2000" dirty="0">
                <a:solidFill>
                  <a:schemeClr val="bg2"/>
                </a:solidFill>
                <a:latin typeface="CiscoSansTT Light"/>
              </a:endParaRPr>
            </a:p>
          </p:txBody>
        </p:sp>
        <p:sp>
          <p:nvSpPr>
            <p:cNvPr id="9" name="Rounded Rectangle 8">
              <a:extLst>
                <a:ext uri="{FF2B5EF4-FFF2-40B4-BE49-F238E27FC236}">
                  <a16:creationId xmlns:a16="http://schemas.microsoft.com/office/drawing/2014/main" id="{088943FE-5553-3E21-B8BF-44B00CE23678}"/>
                </a:ext>
              </a:extLst>
            </p:cNvPr>
            <p:cNvSpPr/>
            <p:nvPr/>
          </p:nvSpPr>
          <p:spPr>
            <a:xfrm>
              <a:off x="5395935" y="5003288"/>
              <a:ext cx="6155801" cy="1031226"/>
            </a:xfrm>
            <a:prstGeom prst="roundRect">
              <a:avLst>
                <a:gd name="adj" fmla="val 50000"/>
              </a:avLst>
            </a:prstGeom>
            <a:grpFill/>
            <a:ln w="19050">
              <a:gradFill>
                <a:gsLst>
                  <a:gs pos="7000">
                    <a:schemeClr val="accent4"/>
                  </a:gs>
                  <a:gs pos="29000">
                    <a:schemeClr val="accent1"/>
                  </a:gs>
                  <a:gs pos="96000">
                    <a:schemeClr val="tx1"/>
                  </a:gs>
                  <a:gs pos="82000">
                    <a:schemeClr val="accent3"/>
                  </a:gs>
                </a:gsLst>
                <a:lin ang="0" scaled="0"/>
              </a:gradFill>
            </a:ln>
            <a:effectLst>
              <a:outerShdw blurRad="76200" dist="25400" dir="10800000" algn="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22960" tIns="45720" rIns="45720" bIns="45720" rtlCol="0" anchor="ctr"/>
            <a:lstStyle/>
            <a:p>
              <a:pPr marL="182563" indent="0" fontAlgn="b">
                <a:tabLst/>
                <a:defRPr/>
              </a:pPr>
              <a:endParaRPr lang="en-US" sz="2000">
                <a:solidFill>
                  <a:schemeClr val="bg2"/>
                </a:solidFill>
                <a:latin typeface="CiscoSansTT Light"/>
              </a:endParaRPr>
            </a:p>
          </p:txBody>
        </p:sp>
        <p:sp>
          <p:nvSpPr>
            <p:cNvPr id="10" name="Rounded Rectangle 9">
              <a:extLst>
                <a:ext uri="{FF2B5EF4-FFF2-40B4-BE49-F238E27FC236}">
                  <a16:creationId xmlns:a16="http://schemas.microsoft.com/office/drawing/2014/main" id="{AFD754AA-F648-5BC8-69B1-25C8DBE07A2A}"/>
                </a:ext>
              </a:extLst>
            </p:cNvPr>
            <p:cNvSpPr/>
            <p:nvPr/>
          </p:nvSpPr>
          <p:spPr>
            <a:xfrm>
              <a:off x="570568" y="3746039"/>
              <a:ext cx="7309286" cy="1031226"/>
            </a:xfrm>
            <a:prstGeom prst="roundRect">
              <a:avLst>
                <a:gd name="adj" fmla="val 50000"/>
              </a:avLst>
            </a:prstGeom>
            <a:grpFill/>
            <a:ln w="19050">
              <a:gradFill flip="none" rotWithShape="1">
                <a:gsLst>
                  <a:gs pos="43000">
                    <a:schemeClr val="bg2">
                      <a:lumMod val="95000"/>
                    </a:schemeClr>
                  </a:gs>
                  <a:gs pos="80000">
                    <a:schemeClr val="bg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640080" tIns="45720" rIns="2468880" bIns="45720" rtlCol="0" anchor="ctr"/>
            <a:lstStyle/>
            <a:p>
              <a:pPr marL="234950" indent="0" fontAlgn="b">
                <a:tabLst/>
                <a:defRPr/>
              </a:pPr>
              <a:endParaRPr lang="en-US" sz="2000">
                <a:solidFill>
                  <a:schemeClr val="bg2"/>
                </a:solidFill>
                <a:latin typeface="CiscoSansTT Light"/>
              </a:endParaRPr>
            </a:p>
          </p:txBody>
        </p:sp>
        <p:sp>
          <p:nvSpPr>
            <p:cNvPr id="11" name="Rounded Rectangle 10">
              <a:extLst>
                <a:ext uri="{FF2B5EF4-FFF2-40B4-BE49-F238E27FC236}">
                  <a16:creationId xmlns:a16="http://schemas.microsoft.com/office/drawing/2014/main" id="{74250CD2-B935-E8B7-D8EE-8F33A1F078FB}"/>
                </a:ext>
              </a:extLst>
            </p:cNvPr>
            <p:cNvSpPr/>
            <p:nvPr/>
          </p:nvSpPr>
          <p:spPr>
            <a:xfrm>
              <a:off x="5395935" y="3746039"/>
              <a:ext cx="6155801" cy="1031226"/>
            </a:xfrm>
            <a:prstGeom prst="roundRect">
              <a:avLst>
                <a:gd name="adj" fmla="val 50000"/>
              </a:avLst>
            </a:prstGeom>
            <a:grpFill/>
            <a:ln w="19050">
              <a:gradFill>
                <a:gsLst>
                  <a:gs pos="7000">
                    <a:schemeClr val="accent4"/>
                  </a:gs>
                  <a:gs pos="29000">
                    <a:schemeClr val="accent1"/>
                  </a:gs>
                  <a:gs pos="96000">
                    <a:schemeClr val="tx1"/>
                  </a:gs>
                  <a:gs pos="82000">
                    <a:schemeClr val="accent3"/>
                  </a:gs>
                </a:gsLst>
                <a:lin ang="0" scaled="0"/>
              </a:gradFill>
            </a:ln>
            <a:effectLst>
              <a:outerShdw blurRad="76200" dist="25400" dir="10800000" algn="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22960" tIns="45720" rIns="45720" bIns="45720" rtlCol="0" anchor="ctr"/>
            <a:lstStyle/>
            <a:p>
              <a:pPr marL="182563" fontAlgn="b">
                <a:defRPr/>
              </a:pPr>
              <a:endParaRPr lang="en-US" sz="2000">
                <a:solidFill>
                  <a:schemeClr val="bg2"/>
                </a:solidFill>
                <a:latin typeface="CiscoSansTT Light"/>
              </a:endParaRPr>
            </a:p>
          </p:txBody>
        </p:sp>
        <p:sp>
          <p:nvSpPr>
            <p:cNvPr id="12" name="Rounded Rectangle 11">
              <a:extLst>
                <a:ext uri="{FF2B5EF4-FFF2-40B4-BE49-F238E27FC236}">
                  <a16:creationId xmlns:a16="http://schemas.microsoft.com/office/drawing/2014/main" id="{A721C5B2-1568-EB79-4EC7-207B19FAA319}"/>
                </a:ext>
              </a:extLst>
            </p:cNvPr>
            <p:cNvSpPr/>
            <p:nvPr/>
          </p:nvSpPr>
          <p:spPr>
            <a:xfrm>
              <a:off x="570568" y="1231543"/>
              <a:ext cx="7309286" cy="1031226"/>
            </a:xfrm>
            <a:prstGeom prst="roundRect">
              <a:avLst>
                <a:gd name="adj" fmla="val 50000"/>
              </a:avLst>
            </a:prstGeom>
            <a:grpFill/>
            <a:ln w="19050">
              <a:gradFill flip="none" rotWithShape="1">
                <a:gsLst>
                  <a:gs pos="43000">
                    <a:schemeClr val="bg2">
                      <a:lumMod val="95000"/>
                    </a:schemeClr>
                  </a:gs>
                  <a:gs pos="80000">
                    <a:schemeClr val="bg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640080" tIns="45720" rIns="2468880" bIns="45720" rtlCol="0" anchor="ctr"/>
            <a:lstStyle/>
            <a:p>
              <a:pPr marL="234950" marR="0" lvl="0" algn="l" defTabSz="914400" rtl="0" eaLnBrk="1" fontAlgn="b" latinLnBrk="0" hangingPunct="1">
                <a:lnSpc>
                  <a:spcPct val="100000"/>
                </a:lnSpc>
                <a:spcBef>
                  <a:spcPts val="0"/>
                </a:spcBef>
                <a:spcAft>
                  <a:spcPts val="0"/>
                </a:spcAft>
                <a:buClrTx/>
                <a:buSzTx/>
                <a:buFontTx/>
                <a:buNone/>
                <a:defRPr/>
              </a:pPr>
              <a:endParaRPr kumimoji="0" lang="en-US" sz="2000" b="0" i="0" u="none" strike="noStrike" kern="1200" cap="none" spc="0" normalizeH="0" baseline="0" noProof="0" dirty="0">
                <a:ln>
                  <a:noFill/>
                </a:ln>
                <a:solidFill>
                  <a:schemeClr val="bg2"/>
                </a:solidFill>
                <a:effectLst/>
                <a:uLnTx/>
                <a:uFillTx/>
                <a:latin typeface="CiscoSansTT Light"/>
              </a:endParaRPr>
            </a:p>
          </p:txBody>
        </p:sp>
        <p:sp>
          <p:nvSpPr>
            <p:cNvPr id="13" name="Rounded Rectangle 12">
              <a:extLst>
                <a:ext uri="{FF2B5EF4-FFF2-40B4-BE49-F238E27FC236}">
                  <a16:creationId xmlns:a16="http://schemas.microsoft.com/office/drawing/2014/main" id="{C5E01A29-7936-68EB-FD94-2F2225D9DE02}"/>
                </a:ext>
              </a:extLst>
            </p:cNvPr>
            <p:cNvSpPr/>
            <p:nvPr userDrawn="1"/>
          </p:nvSpPr>
          <p:spPr>
            <a:xfrm>
              <a:off x="5395935" y="1231543"/>
              <a:ext cx="6155801" cy="1031226"/>
            </a:xfrm>
            <a:prstGeom prst="roundRect">
              <a:avLst>
                <a:gd name="adj" fmla="val 50000"/>
              </a:avLst>
            </a:prstGeom>
            <a:grpFill/>
            <a:ln w="19050">
              <a:gradFill>
                <a:gsLst>
                  <a:gs pos="7000">
                    <a:schemeClr val="accent4"/>
                  </a:gs>
                  <a:gs pos="38000">
                    <a:schemeClr val="accent1"/>
                  </a:gs>
                  <a:gs pos="96000">
                    <a:schemeClr val="tx1"/>
                  </a:gs>
                  <a:gs pos="81000">
                    <a:schemeClr val="accent3"/>
                  </a:gs>
                </a:gsLst>
                <a:lin ang="0" scaled="0"/>
              </a:gradFill>
            </a:ln>
            <a:effectLst>
              <a:outerShdw blurRad="76200" dist="25400" dir="10800000" algn="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22960" tIns="45720" rIns="45720" bIns="45720" rtlCol="0" anchor="ctr"/>
            <a:lstStyle/>
            <a:p>
              <a:pPr marL="182563" marR="0" lvl="0" algn="l" defTabSz="914400" rtl="0" eaLnBrk="1" fontAlgn="b" latinLnBrk="0" hangingPunct="1">
                <a:lnSpc>
                  <a:spcPct val="100000"/>
                </a:lnSpc>
                <a:spcBef>
                  <a:spcPts val="0"/>
                </a:spcBef>
                <a:spcAft>
                  <a:spcPts val="0"/>
                </a:spcAft>
                <a:buClrTx/>
                <a:buSzTx/>
                <a:buFontTx/>
                <a:buNone/>
                <a:defRPr/>
              </a:pPr>
              <a:endParaRPr lang="en-US" sz="2000" b="1" i="0" u="none" strike="noStrike" kern="1200" cap="none" spc="0" normalizeH="0" baseline="0" noProof="0" dirty="0">
                <a:ln>
                  <a:noFill/>
                </a:ln>
                <a:solidFill>
                  <a:schemeClr val="bg2"/>
                </a:solidFill>
                <a:effectLst/>
                <a:uLnTx/>
                <a:uFillTx/>
                <a:latin typeface="CiscoSansTT Light"/>
              </a:endParaRPr>
            </a:p>
          </p:txBody>
        </p:sp>
      </p:grpSp>
      <p:sp>
        <p:nvSpPr>
          <p:cNvPr id="62" name="Text Placeholder 61">
            <a:extLst>
              <a:ext uri="{FF2B5EF4-FFF2-40B4-BE49-F238E27FC236}">
                <a16:creationId xmlns:a16="http://schemas.microsoft.com/office/drawing/2014/main" id="{BEB63D86-B3A4-E530-EBBB-D33A14B55946}"/>
              </a:ext>
            </a:extLst>
          </p:cNvPr>
          <p:cNvSpPr>
            <a:spLocks noGrp="1"/>
          </p:cNvSpPr>
          <p:nvPr>
            <p:ph type="body" sz="quarter" idx="10" hasCustomPrompt="1"/>
          </p:nvPr>
        </p:nvSpPr>
        <p:spPr>
          <a:xfrm>
            <a:off x="1894886" y="1400987"/>
            <a:ext cx="3186566" cy="773975"/>
          </a:xfrm>
        </p:spPr>
        <p:txBody>
          <a:bodyPr/>
          <a:lstStyle>
            <a:lvl1pPr>
              <a:buNone/>
              <a:defRPr sz="1600" b="1"/>
            </a:lvl1pPr>
          </a:lstStyle>
          <a:p>
            <a:pPr lvl="0"/>
            <a:r>
              <a:rPr lang="en-US" dirty="0"/>
              <a:t>Sub Title1</a:t>
            </a:r>
          </a:p>
        </p:txBody>
      </p:sp>
      <p:sp>
        <p:nvSpPr>
          <p:cNvPr id="3072" name="Picture Placeholder 3071">
            <a:extLst>
              <a:ext uri="{FF2B5EF4-FFF2-40B4-BE49-F238E27FC236}">
                <a16:creationId xmlns:a16="http://schemas.microsoft.com/office/drawing/2014/main" id="{39791FDA-77CB-6E86-914C-E0A45FF34AF1}"/>
              </a:ext>
            </a:extLst>
          </p:cNvPr>
          <p:cNvSpPr>
            <a:spLocks noGrp="1"/>
          </p:cNvSpPr>
          <p:nvPr>
            <p:ph type="pic" sz="quarter" idx="11"/>
          </p:nvPr>
        </p:nvSpPr>
        <p:spPr>
          <a:xfrm>
            <a:off x="913430" y="1360168"/>
            <a:ext cx="810623" cy="773975"/>
          </a:xfrm>
        </p:spPr>
        <p:txBody>
          <a:bodyPr/>
          <a:lstStyle/>
          <a:p>
            <a:endParaRPr lang="en-US"/>
          </a:p>
        </p:txBody>
      </p:sp>
      <p:sp>
        <p:nvSpPr>
          <p:cNvPr id="3073" name="Picture Placeholder 3071">
            <a:extLst>
              <a:ext uri="{FF2B5EF4-FFF2-40B4-BE49-F238E27FC236}">
                <a16:creationId xmlns:a16="http://schemas.microsoft.com/office/drawing/2014/main" id="{3A820558-9472-39D1-11CC-68DE0E190902}"/>
              </a:ext>
            </a:extLst>
          </p:cNvPr>
          <p:cNvSpPr>
            <a:spLocks noGrp="1"/>
          </p:cNvSpPr>
          <p:nvPr>
            <p:ph type="pic" sz="quarter" idx="12"/>
          </p:nvPr>
        </p:nvSpPr>
        <p:spPr>
          <a:xfrm>
            <a:off x="913430" y="2617416"/>
            <a:ext cx="810623" cy="773975"/>
          </a:xfrm>
        </p:spPr>
        <p:txBody>
          <a:bodyPr/>
          <a:lstStyle/>
          <a:p>
            <a:endParaRPr lang="en-US"/>
          </a:p>
        </p:txBody>
      </p:sp>
      <p:sp>
        <p:nvSpPr>
          <p:cNvPr id="3075" name="Picture Placeholder 3071">
            <a:extLst>
              <a:ext uri="{FF2B5EF4-FFF2-40B4-BE49-F238E27FC236}">
                <a16:creationId xmlns:a16="http://schemas.microsoft.com/office/drawing/2014/main" id="{B23F600B-E1A9-AAB5-8966-95B3DD42F237}"/>
              </a:ext>
            </a:extLst>
          </p:cNvPr>
          <p:cNvSpPr>
            <a:spLocks noGrp="1"/>
          </p:cNvSpPr>
          <p:nvPr>
            <p:ph type="pic" sz="quarter" idx="13"/>
          </p:nvPr>
        </p:nvSpPr>
        <p:spPr>
          <a:xfrm>
            <a:off x="913429" y="3874664"/>
            <a:ext cx="810623" cy="773975"/>
          </a:xfrm>
        </p:spPr>
        <p:txBody>
          <a:bodyPr/>
          <a:lstStyle/>
          <a:p>
            <a:endParaRPr lang="en-US"/>
          </a:p>
        </p:txBody>
      </p:sp>
      <p:sp>
        <p:nvSpPr>
          <p:cNvPr id="3076" name="Picture Placeholder 3071">
            <a:extLst>
              <a:ext uri="{FF2B5EF4-FFF2-40B4-BE49-F238E27FC236}">
                <a16:creationId xmlns:a16="http://schemas.microsoft.com/office/drawing/2014/main" id="{4A5AD9A3-FBF8-2609-9B38-C38673D7CEDE}"/>
              </a:ext>
            </a:extLst>
          </p:cNvPr>
          <p:cNvSpPr>
            <a:spLocks noGrp="1"/>
          </p:cNvSpPr>
          <p:nvPr>
            <p:ph type="pic" sz="quarter" idx="14"/>
          </p:nvPr>
        </p:nvSpPr>
        <p:spPr>
          <a:xfrm>
            <a:off x="939310" y="5131913"/>
            <a:ext cx="810623" cy="773975"/>
          </a:xfrm>
        </p:spPr>
        <p:txBody>
          <a:bodyPr/>
          <a:lstStyle/>
          <a:p>
            <a:endParaRPr lang="en-US"/>
          </a:p>
        </p:txBody>
      </p:sp>
      <p:sp>
        <p:nvSpPr>
          <p:cNvPr id="3077" name="Picture Placeholder 3071">
            <a:extLst>
              <a:ext uri="{FF2B5EF4-FFF2-40B4-BE49-F238E27FC236}">
                <a16:creationId xmlns:a16="http://schemas.microsoft.com/office/drawing/2014/main" id="{D3489E00-F837-403F-F4CC-62CFF1C8A377}"/>
              </a:ext>
            </a:extLst>
          </p:cNvPr>
          <p:cNvSpPr>
            <a:spLocks noGrp="1"/>
          </p:cNvSpPr>
          <p:nvPr>
            <p:ph type="pic" sz="quarter" idx="15"/>
          </p:nvPr>
        </p:nvSpPr>
        <p:spPr>
          <a:xfrm>
            <a:off x="5751370" y="1360167"/>
            <a:ext cx="810623" cy="773975"/>
          </a:xfrm>
        </p:spPr>
        <p:txBody>
          <a:bodyPr/>
          <a:lstStyle/>
          <a:p>
            <a:endParaRPr lang="en-US"/>
          </a:p>
        </p:txBody>
      </p:sp>
      <p:sp>
        <p:nvSpPr>
          <p:cNvPr id="3078" name="Picture Placeholder 3071">
            <a:extLst>
              <a:ext uri="{FF2B5EF4-FFF2-40B4-BE49-F238E27FC236}">
                <a16:creationId xmlns:a16="http://schemas.microsoft.com/office/drawing/2014/main" id="{B814B5AF-07D7-396F-60DD-7C835E98C654}"/>
              </a:ext>
            </a:extLst>
          </p:cNvPr>
          <p:cNvSpPr>
            <a:spLocks noGrp="1"/>
          </p:cNvSpPr>
          <p:nvPr>
            <p:ph type="pic" sz="quarter" idx="16"/>
          </p:nvPr>
        </p:nvSpPr>
        <p:spPr>
          <a:xfrm>
            <a:off x="5751370" y="2617415"/>
            <a:ext cx="810623" cy="773975"/>
          </a:xfrm>
        </p:spPr>
        <p:txBody>
          <a:bodyPr/>
          <a:lstStyle/>
          <a:p>
            <a:endParaRPr lang="en-US"/>
          </a:p>
        </p:txBody>
      </p:sp>
      <p:sp>
        <p:nvSpPr>
          <p:cNvPr id="3079" name="Picture Placeholder 3071">
            <a:extLst>
              <a:ext uri="{FF2B5EF4-FFF2-40B4-BE49-F238E27FC236}">
                <a16:creationId xmlns:a16="http://schemas.microsoft.com/office/drawing/2014/main" id="{76CC1737-02DC-3BAA-748C-4ED5C591F3D0}"/>
              </a:ext>
            </a:extLst>
          </p:cNvPr>
          <p:cNvSpPr>
            <a:spLocks noGrp="1"/>
          </p:cNvSpPr>
          <p:nvPr>
            <p:ph type="pic" sz="quarter" idx="17"/>
          </p:nvPr>
        </p:nvSpPr>
        <p:spPr>
          <a:xfrm>
            <a:off x="5751370" y="3874664"/>
            <a:ext cx="810623" cy="773975"/>
          </a:xfrm>
        </p:spPr>
        <p:txBody>
          <a:bodyPr/>
          <a:lstStyle/>
          <a:p>
            <a:endParaRPr lang="en-US"/>
          </a:p>
        </p:txBody>
      </p:sp>
      <p:sp>
        <p:nvSpPr>
          <p:cNvPr id="3080" name="Picture Placeholder 3071">
            <a:extLst>
              <a:ext uri="{FF2B5EF4-FFF2-40B4-BE49-F238E27FC236}">
                <a16:creationId xmlns:a16="http://schemas.microsoft.com/office/drawing/2014/main" id="{AE70A7F1-E134-88AE-9705-76924C820739}"/>
              </a:ext>
            </a:extLst>
          </p:cNvPr>
          <p:cNvSpPr>
            <a:spLocks noGrp="1"/>
          </p:cNvSpPr>
          <p:nvPr>
            <p:ph type="pic" sz="quarter" idx="18"/>
          </p:nvPr>
        </p:nvSpPr>
        <p:spPr>
          <a:xfrm>
            <a:off x="5751369" y="5131913"/>
            <a:ext cx="810623" cy="773975"/>
          </a:xfrm>
        </p:spPr>
        <p:txBody>
          <a:bodyPr/>
          <a:lstStyle/>
          <a:p>
            <a:endParaRPr lang="en-US"/>
          </a:p>
        </p:txBody>
      </p:sp>
      <p:sp>
        <p:nvSpPr>
          <p:cNvPr id="3081" name="Text Placeholder 61">
            <a:extLst>
              <a:ext uri="{FF2B5EF4-FFF2-40B4-BE49-F238E27FC236}">
                <a16:creationId xmlns:a16="http://schemas.microsoft.com/office/drawing/2014/main" id="{6CAEA55A-C043-3B5A-7657-A0F73D516CCA}"/>
              </a:ext>
            </a:extLst>
          </p:cNvPr>
          <p:cNvSpPr>
            <a:spLocks noGrp="1"/>
          </p:cNvSpPr>
          <p:nvPr>
            <p:ph type="body" sz="quarter" idx="19" hasCustomPrompt="1"/>
          </p:nvPr>
        </p:nvSpPr>
        <p:spPr>
          <a:xfrm>
            <a:off x="6804538" y="1360167"/>
            <a:ext cx="3186566" cy="773975"/>
          </a:xfrm>
        </p:spPr>
        <p:txBody>
          <a:bodyPr/>
          <a:lstStyle>
            <a:lvl1pPr>
              <a:buNone/>
              <a:defRPr sz="1600" b="1"/>
            </a:lvl1pPr>
          </a:lstStyle>
          <a:p>
            <a:pPr lvl="0"/>
            <a:r>
              <a:rPr lang="en-US" dirty="0"/>
              <a:t>Sub Title1</a:t>
            </a:r>
          </a:p>
        </p:txBody>
      </p:sp>
      <p:sp>
        <p:nvSpPr>
          <p:cNvPr id="3082" name="Text Placeholder 61">
            <a:extLst>
              <a:ext uri="{FF2B5EF4-FFF2-40B4-BE49-F238E27FC236}">
                <a16:creationId xmlns:a16="http://schemas.microsoft.com/office/drawing/2014/main" id="{9E2CBBC1-2B35-5292-340C-6F0882E24FD3}"/>
              </a:ext>
            </a:extLst>
          </p:cNvPr>
          <p:cNvSpPr>
            <a:spLocks noGrp="1"/>
          </p:cNvSpPr>
          <p:nvPr>
            <p:ph type="body" sz="quarter" idx="20" hasCustomPrompt="1"/>
          </p:nvPr>
        </p:nvSpPr>
        <p:spPr>
          <a:xfrm>
            <a:off x="6804538" y="2617415"/>
            <a:ext cx="3186566" cy="773975"/>
          </a:xfrm>
        </p:spPr>
        <p:txBody>
          <a:bodyPr/>
          <a:lstStyle>
            <a:lvl1pPr>
              <a:buNone/>
              <a:defRPr sz="1600" b="1"/>
            </a:lvl1pPr>
          </a:lstStyle>
          <a:p>
            <a:pPr lvl="0"/>
            <a:r>
              <a:rPr lang="en-US" dirty="0"/>
              <a:t>Sub Title1</a:t>
            </a:r>
          </a:p>
        </p:txBody>
      </p:sp>
      <p:sp>
        <p:nvSpPr>
          <p:cNvPr id="3083" name="Text Placeholder 61">
            <a:extLst>
              <a:ext uri="{FF2B5EF4-FFF2-40B4-BE49-F238E27FC236}">
                <a16:creationId xmlns:a16="http://schemas.microsoft.com/office/drawing/2014/main" id="{8705FEB8-D8EE-9961-6A58-A827A6A00B6F}"/>
              </a:ext>
            </a:extLst>
          </p:cNvPr>
          <p:cNvSpPr>
            <a:spLocks noGrp="1"/>
          </p:cNvSpPr>
          <p:nvPr>
            <p:ph type="body" sz="quarter" idx="21" hasCustomPrompt="1"/>
          </p:nvPr>
        </p:nvSpPr>
        <p:spPr>
          <a:xfrm>
            <a:off x="6804538" y="3874664"/>
            <a:ext cx="3186566" cy="773975"/>
          </a:xfrm>
        </p:spPr>
        <p:txBody>
          <a:bodyPr/>
          <a:lstStyle>
            <a:lvl1pPr>
              <a:buNone/>
              <a:defRPr sz="1600" b="1"/>
            </a:lvl1pPr>
          </a:lstStyle>
          <a:p>
            <a:pPr lvl="0"/>
            <a:r>
              <a:rPr lang="en-US" dirty="0"/>
              <a:t>Sub Title1</a:t>
            </a:r>
          </a:p>
        </p:txBody>
      </p:sp>
      <p:sp>
        <p:nvSpPr>
          <p:cNvPr id="3084" name="Text Placeholder 61">
            <a:extLst>
              <a:ext uri="{FF2B5EF4-FFF2-40B4-BE49-F238E27FC236}">
                <a16:creationId xmlns:a16="http://schemas.microsoft.com/office/drawing/2014/main" id="{AB8C666A-A590-7A24-9E0A-A54FFE5C128D}"/>
              </a:ext>
            </a:extLst>
          </p:cNvPr>
          <p:cNvSpPr>
            <a:spLocks noGrp="1"/>
          </p:cNvSpPr>
          <p:nvPr>
            <p:ph type="body" sz="quarter" idx="22" hasCustomPrompt="1"/>
          </p:nvPr>
        </p:nvSpPr>
        <p:spPr>
          <a:xfrm>
            <a:off x="6804538" y="5131913"/>
            <a:ext cx="3186566" cy="773975"/>
          </a:xfrm>
        </p:spPr>
        <p:txBody>
          <a:bodyPr/>
          <a:lstStyle>
            <a:lvl1pPr>
              <a:buNone/>
              <a:defRPr sz="1600" b="1"/>
            </a:lvl1pPr>
          </a:lstStyle>
          <a:p>
            <a:pPr lvl="0"/>
            <a:r>
              <a:rPr lang="en-US" dirty="0"/>
              <a:t>Sub Title1</a:t>
            </a:r>
          </a:p>
        </p:txBody>
      </p:sp>
      <p:sp>
        <p:nvSpPr>
          <p:cNvPr id="3085" name="Text Placeholder 61">
            <a:extLst>
              <a:ext uri="{FF2B5EF4-FFF2-40B4-BE49-F238E27FC236}">
                <a16:creationId xmlns:a16="http://schemas.microsoft.com/office/drawing/2014/main" id="{150F9E55-45EC-2B73-2D4A-D6AAC6F057CB}"/>
              </a:ext>
            </a:extLst>
          </p:cNvPr>
          <p:cNvSpPr>
            <a:spLocks noGrp="1"/>
          </p:cNvSpPr>
          <p:nvPr>
            <p:ph type="body" sz="quarter" idx="23" hasCustomPrompt="1"/>
          </p:nvPr>
        </p:nvSpPr>
        <p:spPr>
          <a:xfrm>
            <a:off x="1894886" y="2655025"/>
            <a:ext cx="3186566" cy="773975"/>
          </a:xfrm>
        </p:spPr>
        <p:txBody>
          <a:bodyPr/>
          <a:lstStyle>
            <a:lvl1pPr>
              <a:buNone/>
              <a:defRPr sz="1600" b="1"/>
            </a:lvl1pPr>
          </a:lstStyle>
          <a:p>
            <a:pPr lvl="0"/>
            <a:r>
              <a:rPr lang="en-US" dirty="0"/>
              <a:t>Sub Title1</a:t>
            </a:r>
          </a:p>
        </p:txBody>
      </p:sp>
      <p:sp>
        <p:nvSpPr>
          <p:cNvPr id="3086" name="Text Placeholder 61">
            <a:extLst>
              <a:ext uri="{FF2B5EF4-FFF2-40B4-BE49-F238E27FC236}">
                <a16:creationId xmlns:a16="http://schemas.microsoft.com/office/drawing/2014/main" id="{602EB57D-3CE1-7206-6F5C-8112AD3222FE}"/>
              </a:ext>
            </a:extLst>
          </p:cNvPr>
          <p:cNvSpPr>
            <a:spLocks noGrp="1"/>
          </p:cNvSpPr>
          <p:nvPr>
            <p:ph type="body" sz="quarter" idx="24" hasCustomPrompt="1"/>
          </p:nvPr>
        </p:nvSpPr>
        <p:spPr>
          <a:xfrm>
            <a:off x="1894886" y="3874664"/>
            <a:ext cx="3186566" cy="773975"/>
          </a:xfrm>
        </p:spPr>
        <p:txBody>
          <a:bodyPr/>
          <a:lstStyle>
            <a:lvl1pPr>
              <a:buNone/>
              <a:defRPr sz="1600" b="1"/>
            </a:lvl1pPr>
          </a:lstStyle>
          <a:p>
            <a:pPr lvl="0"/>
            <a:r>
              <a:rPr lang="en-US" dirty="0"/>
              <a:t>Sub Title1</a:t>
            </a:r>
          </a:p>
        </p:txBody>
      </p:sp>
      <p:sp>
        <p:nvSpPr>
          <p:cNvPr id="3087" name="Text Placeholder 61">
            <a:extLst>
              <a:ext uri="{FF2B5EF4-FFF2-40B4-BE49-F238E27FC236}">
                <a16:creationId xmlns:a16="http://schemas.microsoft.com/office/drawing/2014/main" id="{36C8818B-D860-D017-5002-91A06F619D1B}"/>
              </a:ext>
            </a:extLst>
          </p:cNvPr>
          <p:cNvSpPr>
            <a:spLocks noGrp="1"/>
          </p:cNvSpPr>
          <p:nvPr>
            <p:ph type="body" sz="quarter" idx="25" hasCustomPrompt="1"/>
          </p:nvPr>
        </p:nvSpPr>
        <p:spPr>
          <a:xfrm>
            <a:off x="1894886" y="5131913"/>
            <a:ext cx="3186566" cy="773975"/>
          </a:xfrm>
        </p:spPr>
        <p:txBody>
          <a:bodyPr/>
          <a:lstStyle>
            <a:lvl1pPr>
              <a:buNone/>
              <a:defRPr sz="1600" b="1"/>
            </a:lvl1pPr>
          </a:lstStyle>
          <a:p>
            <a:pPr lvl="0"/>
            <a:r>
              <a:rPr lang="en-US" dirty="0"/>
              <a:t>Sub Title1</a:t>
            </a:r>
          </a:p>
        </p:txBody>
      </p:sp>
      <p:sp>
        <p:nvSpPr>
          <p:cNvPr id="3088" name="Title 1">
            <a:extLst>
              <a:ext uri="{FF2B5EF4-FFF2-40B4-BE49-F238E27FC236}">
                <a16:creationId xmlns:a16="http://schemas.microsoft.com/office/drawing/2014/main" id="{D812FE0E-636C-87BF-C8CC-C284F73EEE9B}"/>
              </a:ext>
            </a:extLst>
          </p:cNvPr>
          <p:cNvSpPr>
            <a:spLocks noGrp="1"/>
          </p:cNvSpPr>
          <p:nvPr>
            <p:ph type="title" hasCustomPrompt="1"/>
          </p:nvPr>
        </p:nvSpPr>
        <p:spPr>
          <a:xfrm>
            <a:off x="323849" y="298146"/>
            <a:ext cx="11544299" cy="653966"/>
          </a:xfrm>
        </p:spPr>
        <p:txBody>
          <a:bodyPr/>
          <a:lstStyle/>
          <a:p>
            <a:pPr algn="l"/>
            <a:r>
              <a:rPr lang="en-US" dirty="0"/>
              <a:t>Slide Title</a:t>
            </a:r>
          </a:p>
        </p:txBody>
      </p:sp>
    </p:spTree>
    <p:extLst>
      <p:ext uri="{BB962C8B-B14F-4D97-AF65-F5344CB8AC3E}">
        <p14:creationId xmlns:p14="http://schemas.microsoft.com/office/powerpoint/2010/main" val="4231784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5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7157F-7CA2-1E9F-804C-8F25671642E4}"/>
              </a:ext>
            </a:extLst>
          </p:cNvPr>
          <p:cNvSpPr>
            <a:spLocks noGrp="1"/>
          </p:cNvSpPr>
          <p:nvPr>
            <p:ph type="title" hasCustomPrompt="1"/>
          </p:nvPr>
        </p:nvSpPr>
        <p:spPr/>
        <p:txBody>
          <a:bodyPr/>
          <a:lstStyle/>
          <a:p>
            <a:r>
              <a:rPr lang="en-US" dirty="0"/>
              <a:t>Slide Title</a:t>
            </a:r>
          </a:p>
        </p:txBody>
      </p:sp>
      <p:sp>
        <p:nvSpPr>
          <p:cNvPr id="9" name="Rectangle 8">
            <a:extLst>
              <a:ext uri="{FF2B5EF4-FFF2-40B4-BE49-F238E27FC236}">
                <a16:creationId xmlns:a16="http://schemas.microsoft.com/office/drawing/2014/main" id="{3369305F-5FA7-03D7-150D-4EFB29D60FBF}"/>
              </a:ext>
            </a:extLst>
          </p:cNvPr>
          <p:cNvSpPr/>
          <p:nvPr userDrawn="1"/>
        </p:nvSpPr>
        <p:spPr>
          <a:xfrm>
            <a:off x="1162592" y="1325880"/>
            <a:ext cx="2442755" cy="1691642"/>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0" name="Rectangle 9">
            <a:extLst>
              <a:ext uri="{FF2B5EF4-FFF2-40B4-BE49-F238E27FC236}">
                <a16:creationId xmlns:a16="http://schemas.microsoft.com/office/drawing/2014/main" id="{343E5A29-2B06-1A5B-4F71-23A506453786}"/>
              </a:ext>
            </a:extLst>
          </p:cNvPr>
          <p:cNvSpPr/>
          <p:nvPr userDrawn="1"/>
        </p:nvSpPr>
        <p:spPr>
          <a:xfrm>
            <a:off x="4661261" y="1325880"/>
            <a:ext cx="2442755" cy="1691642"/>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1" name="Rectangle 10">
            <a:extLst>
              <a:ext uri="{FF2B5EF4-FFF2-40B4-BE49-F238E27FC236}">
                <a16:creationId xmlns:a16="http://schemas.microsoft.com/office/drawing/2014/main" id="{B3C69EE3-05F5-0233-B71A-6B85D72C2D2D}"/>
              </a:ext>
            </a:extLst>
          </p:cNvPr>
          <p:cNvSpPr/>
          <p:nvPr userDrawn="1"/>
        </p:nvSpPr>
        <p:spPr>
          <a:xfrm>
            <a:off x="8159930" y="1325880"/>
            <a:ext cx="2442755" cy="1691642"/>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12" name="Rectangle 11">
            <a:extLst>
              <a:ext uri="{FF2B5EF4-FFF2-40B4-BE49-F238E27FC236}">
                <a16:creationId xmlns:a16="http://schemas.microsoft.com/office/drawing/2014/main" id="{E72AE47C-F8D3-0A80-35D2-56E504ACFDB4}"/>
              </a:ext>
            </a:extLst>
          </p:cNvPr>
          <p:cNvSpPr/>
          <p:nvPr userDrawn="1"/>
        </p:nvSpPr>
        <p:spPr>
          <a:xfrm>
            <a:off x="323850" y="3161211"/>
            <a:ext cx="11544300" cy="2782392"/>
          </a:xfrm>
          <a:prstGeom prst="rect">
            <a:avLst/>
          </a:prstGeom>
          <a:noFill/>
          <a:ln w="22225">
            <a:gradFill>
              <a:gsLst>
                <a:gs pos="0">
                  <a:schemeClr val="accent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cxnSp>
        <p:nvCxnSpPr>
          <p:cNvPr id="14" name="Straight Connector 13">
            <a:extLst>
              <a:ext uri="{FF2B5EF4-FFF2-40B4-BE49-F238E27FC236}">
                <a16:creationId xmlns:a16="http://schemas.microsoft.com/office/drawing/2014/main" id="{1534A279-88DA-66A8-94AD-46316F34AC2D}"/>
              </a:ext>
            </a:extLst>
          </p:cNvPr>
          <p:cNvCxnSpPr>
            <a:cxnSpLocks/>
          </p:cNvCxnSpPr>
          <p:nvPr userDrawn="1"/>
        </p:nvCxnSpPr>
        <p:spPr>
          <a:xfrm flipV="1">
            <a:off x="323850" y="1045029"/>
            <a:ext cx="11544300" cy="13062"/>
          </a:xfrm>
          <a:prstGeom prst="line">
            <a:avLst/>
          </a:prstGeom>
          <a:ln w="25400">
            <a:gradFill flip="none" rotWithShape="1">
              <a:gsLst>
                <a:gs pos="0">
                  <a:schemeClr val="tx1"/>
                </a:gs>
                <a:gs pos="36000">
                  <a:schemeClr val="accent1"/>
                </a:gs>
                <a:gs pos="72000">
                  <a:schemeClr val="accent3"/>
                </a:gs>
                <a:gs pos="100000">
                  <a:schemeClr val="accent4"/>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17" name="Picture Placeholder 16">
            <a:extLst>
              <a:ext uri="{FF2B5EF4-FFF2-40B4-BE49-F238E27FC236}">
                <a16:creationId xmlns:a16="http://schemas.microsoft.com/office/drawing/2014/main" id="{4BF8B44F-33F2-8D93-4BFA-8B0AD20EA9B3}"/>
              </a:ext>
            </a:extLst>
          </p:cNvPr>
          <p:cNvSpPr>
            <a:spLocks noGrp="1"/>
          </p:cNvSpPr>
          <p:nvPr>
            <p:ph type="pic" sz="quarter" idx="12"/>
          </p:nvPr>
        </p:nvSpPr>
        <p:spPr>
          <a:xfrm>
            <a:off x="1926769" y="1412925"/>
            <a:ext cx="914400" cy="696726"/>
          </a:xfrm>
        </p:spPr>
        <p:txBody>
          <a:bodyPr/>
          <a:lstStyle/>
          <a:p>
            <a:endParaRPr lang="en-US"/>
          </a:p>
        </p:txBody>
      </p:sp>
      <p:sp>
        <p:nvSpPr>
          <p:cNvPr id="18" name="Picture Placeholder 16">
            <a:extLst>
              <a:ext uri="{FF2B5EF4-FFF2-40B4-BE49-F238E27FC236}">
                <a16:creationId xmlns:a16="http://schemas.microsoft.com/office/drawing/2014/main" id="{0295BA66-06E5-C05A-69A7-BDBB20B72CA5}"/>
              </a:ext>
            </a:extLst>
          </p:cNvPr>
          <p:cNvSpPr>
            <a:spLocks noGrp="1"/>
          </p:cNvSpPr>
          <p:nvPr>
            <p:ph type="pic" sz="quarter" idx="13"/>
          </p:nvPr>
        </p:nvSpPr>
        <p:spPr>
          <a:xfrm>
            <a:off x="5425438" y="1406394"/>
            <a:ext cx="914400" cy="696726"/>
          </a:xfrm>
        </p:spPr>
        <p:txBody>
          <a:bodyPr/>
          <a:lstStyle/>
          <a:p>
            <a:endParaRPr lang="en-US"/>
          </a:p>
        </p:txBody>
      </p:sp>
      <p:sp>
        <p:nvSpPr>
          <p:cNvPr id="19" name="Picture Placeholder 16">
            <a:extLst>
              <a:ext uri="{FF2B5EF4-FFF2-40B4-BE49-F238E27FC236}">
                <a16:creationId xmlns:a16="http://schemas.microsoft.com/office/drawing/2014/main" id="{B4082F3B-F62A-99BE-CE1A-B1309E95DB75}"/>
              </a:ext>
            </a:extLst>
          </p:cNvPr>
          <p:cNvSpPr>
            <a:spLocks noGrp="1"/>
          </p:cNvSpPr>
          <p:nvPr>
            <p:ph type="pic" sz="quarter" idx="14"/>
          </p:nvPr>
        </p:nvSpPr>
        <p:spPr>
          <a:xfrm>
            <a:off x="8924107" y="1406394"/>
            <a:ext cx="914400" cy="696726"/>
          </a:xfrm>
        </p:spPr>
        <p:txBody>
          <a:bodyPr/>
          <a:lstStyle/>
          <a:p>
            <a:endParaRPr lang="en-US"/>
          </a:p>
        </p:txBody>
      </p:sp>
      <p:sp>
        <p:nvSpPr>
          <p:cNvPr id="21" name="Text Placeholder 20">
            <a:extLst>
              <a:ext uri="{FF2B5EF4-FFF2-40B4-BE49-F238E27FC236}">
                <a16:creationId xmlns:a16="http://schemas.microsoft.com/office/drawing/2014/main" id="{E2530D9C-428E-A612-E1E4-5C79898D1FC4}"/>
              </a:ext>
            </a:extLst>
          </p:cNvPr>
          <p:cNvSpPr>
            <a:spLocks noGrp="1"/>
          </p:cNvSpPr>
          <p:nvPr>
            <p:ph type="body" sz="quarter" idx="15" hasCustomPrompt="1"/>
          </p:nvPr>
        </p:nvSpPr>
        <p:spPr>
          <a:xfrm>
            <a:off x="1254034" y="2272769"/>
            <a:ext cx="2246812" cy="620939"/>
          </a:xfrm>
        </p:spPr>
        <p:txBody>
          <a:bodyPr/>
          <a:lstStyle>
            <a:lvl1pPr algn="ctr">
              <a:buNone/>
              <a:defRPr sz="1600" b="1"/>
            </a:lvl1pPr>
          </a:lstStyle>
          <a:p>
            <a:pPr lvl="0"/>
            <a:r>
              <a:rPr lang="en-US" dirty="0"/>
              <a:t>Sub Title1</a:t>
            </a:r>
          </a:p>
        </p:txBody>
      </p:sp>
      <p:sp>
        <p:nvSpPr>
          <p:cNvPr id="22" name="Text Placeholder 20">
            <a:extLst>
              <a:ext uri="{FF2B5EF4-FFF2-40B4-BE49-F238E27FC236}">
                <a16:creationId xmlns:a16="http://schemas.microsoft.com/office/drawing/2014/main" id="{007ACCEA-12DC-96FF-13B5-24B009B2BBBB}"/>
              </a:ext>
            </a:extLst>
          </p:cNvPr>
          <p:cNvSpPr>
            <a:spLocks noGrp="1"/>
          </p:cNvSpPr>
          <p:nvPr>
            <p:ph type="body" sz="quarter" idx="16" hasCustomPrompt="1"/>
          </p:nvPr>
        </p:nvSpPr>
        <p:spPr>
          <a:xfrm>
            <a:off x="4759232" y="2219597"/>
            <a:ext cx="2246812" cy="620939"/>
          </a:xfrm>
        </p:spPr>
        <p:txBody>
          <a:bodyPr/>
          <a:lstStyle>
            <a:lvl1pPr algn="ctr">
              <a:buNone/>
              <a:defRPr sz="1600" b="1"/>
            </a:lvl1pPr>
          </a:lstStyle>
          <a:p>
            <a:pPr lvl="0"/>
            <a:r>
              <a:rPr lang="en-US" dirty="0"/>
              <a:t>Sub Title2</a:t>
            </a:r>
          </a:p>
        </p:txBody>
      </p:sp>
      <p:sp>
        <p:nvSpPr>
          <p:cNvPr id="23" name="Text Placeholder 20">
            <a:extLst>
              <a:ext uri="{FF2B5EF4-FFF2-40B4-BE49-F238E27FC236}">
                <a16:creationId xmlns:a16="http://schemas.microsoft.com/office/drawing/2014/main" id="{86D98003-982C-081F-609D-28C8B09FC9D2}"/>
              </a:ext>
            </a:extLst>
          </p:cNvPr>
          <p:cNvSpPr>
            <a:spLocks noGrp="1"/>
          </p:cNvSpPr>
          <p:nvPr>
            <p:ph type="body" sz="quarter" idx="17" hasCustomPrompt="1"/>
          </p:nvPr>
        </p:nvSpPr>
        <p:spPr>
          <a:xfrm>
            <a:off x="8257901" y="2272769"/>
            <a:ext cx="2246812" cy="620939"/>
          </a:xfrm>
        </p:spPr>
        <p:txBody>
          <a:bodyPr/>
          <a:lstStyle>
            <a:lvl1pPr algn="ctr">
              <a:buNone/>
              <a:defRPr sz="1600" b="1"/>
            </a:lvl1pPr>
          </a:lstStyle>
          <a:p>
            <a:pPr lvl="0"/>
            <a:r>
              <a:rPr lang="en-US" dirty="0"/>
              <a:t>Sub Title3</a:t>
            </a:r>
          </a:p>
        </p:txBody>
      </p:sp>
      <p:sp>
        <p:nvSpPr>
          <p:cNvPr id="24" name="Rectangle 23">
            <a:extLst>
              <a:ext uri="{FF2B5EF4-FFF2-40B4-BE49-F238E27FC236}">
                <a16:creationId xmlns:a16="http://schemas.microsoft.com/office/drawing/2014/main" id="{7AA23EF9-6C90-3AEB-0E56-0F89E672F84C}"/>
              </a:ext>
            </a:extLst>
          </p:cNvPr>
          <p:cNvSpPr/>
          <p:nvPr userDrawn="1"/>
        </p:nvSpPr>
        <p:spPr>
          <a:xfrm>
            <a:off x="493638" y="3248542"/>
            <a:ext cx="2096592" cy="2584026"/>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25" name="Rectangle 24">
            <a:extLst>
              <a:ext uri="{FF2B5EF4-FFF2-40B4-BE49-F238E27FC236}">
                <a16:creationId xmlns:a16="http://schemas.microsoft.com/office/drawing/2014/main" id="{03E946E3-9467-37F4-1A3F-E7AA0FF2984E}"/>
              </a:ext>
            </a:extLst>
          </p:cNvPr>
          <p:cNvSpPr/>
          <p:nvPr userDrawn="1"/>
        </p:nvSpPr>
        <p:spPr>
          <a:xfrm>
            <a:off x="2757863" y="3264024"/>
            <a:ext cx="2096592" cy="2584026"/>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26" name="Rectangle 25">
            <a:extLst>
              <a:ext uri="{FF2B5EF4-FFF2-40B4-BE49-F238E27FC236}">
                <a16:creationId xmlns:a16="http://schemas.microsoft.com/office/drawing/2014/main" id="{9EF4E3AA-15E7-D575-C53F-16E4CA12FCFB}"/>
              </a:ext>
            </a:extLst>
          </p:cNvPr>
          <p:cNvSpPr/>
          <p:nvPr userDrawn="1"/>
        </p:nvSpPr>
        <p:spPr>
          <a:xfrm>
            <a:off x="5048781" y="3264024"/>
            <a:ext cx="2096592" cy="2584026"/>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27" name="Rectangle 26">
            <a:extLst>
              <a:ext uri="{FF2B5EF4-FFF2-40B4-BE49-F238E27FC236}">
                <a16:creationId xmlns:a16="http://schemas.microsoft.com/office/drawing/2014/main" id="{74C8D3E7-8E4F-A43A-BC5C-D291171DF145}"/>
              </a:ext>
            </a:extLst>
          </p:cNvPr>
          <p:cNvSpPr/>
          <p:nvPr userDrawn="1"/>
        </p:nvSpPr>
        <p:spPr>
          <a:xfrm>
            <a:off x="7337547" y="3264024"/>
            <a:ext cx="2096592" cy="2584026"/>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28" name="Rectangle 27">
            <a:extLst>
              <a:ext uri="{FF2B5EF4-FFF2-40B4-BE49-F238E27FC236}">
                <a16:creationId xmlns:a16="http://schemas.microsoft.com/office/drawing/2014/main" id="{A9F78934-6EBC-37DE-6EC7-922D1A1F1875}"/>
              </a:ext>
            </a:extLst>
          </p:cNvPr>
          <p:cNvSpPr/>
          <p:nvPr userDrawn="1"/>
        </p:nvSpPr>
        <p:spPr>
          <a:xfrm>
            <a:off x="9601770" y="3248542"/>
            <a:ext cx="2096592" cy="2584026"/>
          </a:xfrm>
          <a:prstGeom prst="rect">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29" name="Picture Placeholder 16">
            <a:extLst>
              <a:ext uri="{FF2B5EF4-FFF2-40B4-BE49-F238E27FC236}">
                <a16:creationId xmlns:a16="http://schemas.microsoft.com/office/drawing/2014/main" id="{E6535AB6-433F-B12D-557D-E1556590228A}"/>
              </a:ext>
            </a:extLst>
          </p:cNvPr>
          <p:cNvSpPr>
            <a:spLocks noGrp="1"/>
          </p:cNvSpPr>
          <p:nvPr>
            <p:ph type="pic" sz="quarter" idx="18"/>
          </p:nvPr>
        </p:nvSpPr>
        <p:spPr>
          <a:xfrm>
            <a:off x="1012369" y="3429000"/>
            <a:ext cx="914400" cy="696726"/>
          </a:xfrm>
        </p:spPr>
        <p:txBody>
          <a:bodyPr/>
          <a:lstStyle/>
          <a:p>
            <a:endParaRPr lang="en-US"/>
          </a:p>
        </p:txBody>
      </p:sp>
      <p:sp>
        <p:nvSpPr>
          <p:cNvPr id="30" name="Picture Placeholder 16">
            <a:extLst>
              <a:ext uri="{FF2B5EF4-FFF2-40B4-BE49-F238E27FC236}">
                <a16:creationId xmlns:a16="http://schemas.microsoft.com/office/drawing/2014/main" id="{8374CF27-C185-905D-FD84-FB35D579C363}"/>
              </a:ext>
            </a:extLst>
          </p:cNvPr>
          <p:cNvSpPr>
            <a:spLocks noGrp="1"/>
          </p:cNvSpPr>
          <p:nvPr>
            <p:ph type="pic" sz="quarter" idx="19"/>
          </p:nvPr>
        </p:nvSpPr>
        <p:spPr>
          <a:xfrm>
            <a:off x="3316288" y="3395990"/>
            <a:ext cx="914400" cy="696726"/>
          </a:xfrm>
        </p:spPr>
        <p:txBody>
          <a:bodyPr/>
          <a:lstStyle/>
          <a:p>
            <a:endParaRPr lang="en-US"/>
          </a:p>
        </p:txBody>
      </p:sp>
      <p:sp>
        <p:nvSpPr>
          <p:cNvPr id="31" name="Picture Placeholder 16">
            <a:extLst>
              <a:ext uri="{FF2B5EF4-FFF2-40B4-BE49-F238E27FC236}">
                <a16:creationId xmlns:a16="http://schemas.microsoft.com/office/drawing/2014/main" id="{F72A4371-A417-9A7B-1562-83ADEF1B651D}"/>
              </a:ext>
            </a:extLst>
          </p:cNvPr>
          <p:cNvSpPr>
            <a:spLocks noGrp="1"/>
          </p:cNvSpPr>
          <p:nvPr>
            <p:ph type="pic" sz="quarter" idx="20"/>
          </p:nvPr>
        </p:nvSpPr>
        <p:spPr>
          <a:xfrm>
            <a:off x="5614260" y="3385890"/>
            <a:ext cx="914400" cy="696726"/>
          </a:xfrm>
        </p:spPr>
        <p:txBody>
          <a:bodyPr/>
          <a:lstStyle/>
          <a:p>
            <a:endParaRPr lang="en-US"/>
          </a:p>
        </p:txBody>
      </p:sp>
      <p:sp>
        <p:nvSpPr>
          <p:cNvPr id="32" name="Picture Placeholder 16">
            <a:extLst>
              <a:ext uri="{FF2B5EF4-FFF2-40B4-BE49-F238E27FC236}">
                <a16:creationId xmlns:a16="http://schemas.microsoft.com/office/drawing/2014/main" id="{00FE0A18-8624-47BA-0FDE-FCFC1EF16852}"/>
              </a:ext>
            </a:extLst>
          </p:cNvPr>
          <p:cNvSpPr>
            <a:spLocks noGrp="1"/>
          </p:cNvSpPr>
          <p:nvPr>
            <p:ph type="pic" sz="quarter" idx="21"/>
          </p:nvPr>
        </p:nvSpPr>
        <p:spPr>
          <a:xfrm>
            <a:off x="7905178" y="3385890"/>
            <a:ext cx="914400" cy="696726"/>
          </a:xfrm>
        </p:spPr>
        <p:txBody>
          <a:bodyPr/>
          <a:lstStyle/>
          <a:p>
            <a:endParaRPr lang="en-US"/>
          </a:p>
        </p:txBody>
      </p:sp>
      <p:sp>
        <p:nvSpPr>
          <p:cNvPr id="33" name="Picture Placeholder 16">
            <a:extLst>
              <a:ext uri="{FF2B5EF4-FFF2-40B4-BE49-F238E27FC236}">
                <a16:creationId xmlns:a16="http://schemas.microsoft.com/office/drawing/2014/main" id="{C32FCFD3-403F-838C-B02D-206B9085ECE0}"/>
              </a:ext>
            </a:extLst>
          </p:cNvPr>
          <p:cNvSpPr>
            <a:spLocks noGrp="1"/>
          </p:cNvSpPr>
          <p:nvPr>
            <p:ph type="pic" sz="quarter" idx="22"/>
          </p:nvPr>
        </p:nvSpPr>
        <p:spPr>
          <a:xfrm>
            <a:off x="10193944" y="3385890"/>
            <a:ext cx="914400" cy="696726"/>
          </a:xfrm>
        </p:spPr>
        <p:txBody>
          <a:bodyPr/>
          <a:lstStyle/>
          <a:p>
            <a:endParaRPr lang="en-US"/>
          </a:p>
        </p:txBody>
      </p:sp>
      <p:sp>
        <p:nvSpPr>
          <p:cNvPr id="34" name="Text Placeholder 20">
            <a:extLst>
              <a:ext uri="{FF2B5EF4-FFF2-40B4-BE49-F238E27FC236}">
                <a16:creationId xmlns:a16="http://schemas.microsoft.com/office/drawing/2014/main" id="{027526E8-8765-3B8A-8A2F-D827013E3918}"/>
              </a:ext>
            </a:extLst>
          </p:cNvPr>
          <p:cNvSpPr>
            <a:spLocks noGrp="1"/>
          </p:cNvSpPr>
          <p:nvPr>
            <p:ph type="body" sz="quarter" idx="23" hasCustomPrompt="1"/>
          </p:nvPr>
        </p:nvSpPr>
        <p:spPr>
          <a:xfrm>
            <a:off x="718457" y="4375889"/>
            <a:ext cx="1698172" cy="1156231"/>
          </a:xfrm>
        </p:spPr>
        <p:txBody>
          <a:bodyPr/>
          <a:lstStyle>
            <a:lvl1pPr algn="ctr">
              <a:buNone/>
              <a:defRPr sz="1600" b="1"/>
            </a:lvl1pPr>
          </a:lstStyle>
          <a:p>
            <a:pPr lvl="0"/>
            <a:r>
              <a:rPr lang="en-US" dirty="0"/>
              <a:t>Sub Title4</a:t>
            </a:r>
          </a:p>
        </p:txBody>
      </p:sp>
      <p:sp>
        <p:nvSpPr>
          <p:cNvPr id="35" name="Text Placeholder 20">
            <a:extLst>
              <a:ext uri="{FF2B5EF4-FFF2-40B4-BE49-F238E27FC236}">
                <a16:creationId xmlns:a16="http://schemas.microsoft.com/office/drawing/2014/main" id="{6F39B980-2263-BC18-AC18-0B7F667AEE3F}"/>
              </a:ext>
            </a:extLst>
          </p:cNvPr>
          <p:cNvSpPr>
            <a:spLocks noGrp="1"/>
          </p:cNvSpPr>
          <p:nvPr>
            <p:ph type="body" sz="quarter" idx="24" hasCustomPrompt="1"/>
          </p:nvPr>
        </p:nvSpPr>
        <p:spPr>
          <a:xfrm>
            <a:off x="2963089" y="4392267"/>
            <a:ext cx="1698172" cy="1156231"/>
          </a:xfrm>
        </p:spPr>
        <p:txBody>
          <a:bodyPr/>
          <a:lstStyle>
            <a:lvl1pPr algn="ctr">
              <a:buNone/>
              <a:defRPr sz="1600" b="1"/>
            </a:lvl1pPr>
          </a:lstStyle>
          <a:p>
            <a:pPr lvl="0"/>
            <a:r>
              <a:rPr lang="en-US" dirty="0"/>
              <a:t>Sub Title5</a:t>
            </a:r>
          </a:p>
        </p:txBody>
      </p:sp>
      <p:sp>
        <p:nvSpPr>
          <p:cNvPr id="36" name="Text Placeholder 20">
            <a:extLst>
              <a:ext uri="{FF2B5EF4-FFF2-40B4-BE49-F238E27FC236}">
                <a16:creationId xmlns:a16="http://schemas.microsoft.com/office/drawing/2014/main" id="{A457BB0B-E116-5E1B-2158-601F1933D428}"/>
              </a:ext>
            </a:extLst>
          </p:cNvPr>
          <p:cNvSpPr>
            <a:spLocks noGrp="1"/>
          </p:cNvSpPr>
          <p:nvPr>
            <p:ph type="body" sz="quarter" idx="25" hasCustomPrompt="1"/>
          </p:nvPr>
        </p:nvSpPr>
        <p:spPr>
          <a:xfrm>
            <a:off x="5246914" y="4375888"/>
            <a:ext cx="1698172" cy="1156231"/>
          </a:xfrm>
        </p:spPr>
        <p:txBody>
          <a:bodyPr/>
          <a:lstStyle>
            <a:lvl1pPr algn="ctr">
              <a:buNone/>
              <a:defRPr sz="1600" b="1"/>
            </a:lvl1pPr>
          </a:lstStyle>
          <a:p>
            <a:pPr lvl="0"/>
            <a:r>
              <a:rPr lang="en-US" dirty="0"/>
              <a:t>Sub Title6</a:t>
            </a:r>
          </a:p>
        </p:txBody>
      </p:sp>
      <p:sp>
        <p:nvSpPr>
          <p:cNvPr id="37" name="Text Placeholder 20">
            <a:extLst>
              <a:ext uri="{FF2B5EF4-FFF2-40B4-BE49-F238E27FC236}">
                <a16:creationId xmlns:a16="http://schemas.microsoft.com/office/drawing/2014/main" id="{FFC1FE82-1FE8-39DE-C15C-1E23231CAB66}"/>
              </a:ext>
            </a:extLst>
          </p:cNvPr>
          <p:cNvSpPr>
            <a:spLocks noGrp="1"/>
          </p:cNvSpPr>
          <p:nvPr>
            <p:ph type="body" sz="quarter" idx="26" hasCustomPrompt="1"/>
          </p:nvPr>
        </p:nvSpPr>
        <p:spPr>
          <a:xfrm>
            <a:off x="7530739" y="4342307"/>
            <a:ext cx="1698172" cy="1156231"/>
          </a:xfrm>
        </p:spPr>
        <p:txBody>
          <a:bodyPr/>
          <a:lstStyle>
            <a:lvl1pPr algn="ctr">
              <a:buNone/>
              <a:defRPr sz="1600" b="1"/>
            </a:lvl1pPr>
          </a:lstStyle>
          <a:p>
            <a:pPr lvl="0"/>
            <a:r>
              <a:rPr lang="en-US" dirty="0"/>
              <a:t>Sub Title7</a:t>
            </a:r>
          </a:p>
        </p:txBody>
      </p:sp>
      <p:sp>
        <p:nvSpPr>
          <p:cNvPr id="38" name="Text Placeholder 20">
            <a:extLst>
              <a:ext uri="{FF2B5EF4-FFF2-40B4-BE49-F238E27FC236}">
                <a16:creationId xmlns:a16="http://schemas.microsoft.com/office/drawing/2014/main" id="{A56E2F1F-D173-0CD0-4512-856A572A7F45}"/>
              </a:ext>
            </a:extLst>
          </p:cNvPr>
          <p:cNvSpPr>
            <a:spLocks noGrp="1"/>
          </p:cNvSpPr>
          <p:nvPr>
            <p:ph type="body" sz="quarter" idx="27" hasCustomPrompt="1"/>
          </p:nvPr>
        </p:nvSpPr>
        <p:spPr>
          <a:xfrm>
            <a:off x="9800980" y="4329244"/>
            <a:ext cx="1698172" cy="1156231"/>
          </a:xfrm>
        </p:spPr>
        <p:txBody>
          <a:bodyPr/>
          <a:lstStyle>
            <a:lvl1pPr algn="ctr">
              <a:buNone/>
              <a:defRPr sz="1600" b="1"/>
            </a:lvl1pPr>
          </a:lstStyle>
          <a:p>
            <a:pPr lvl="0"/>
            <a:r>
              <a:rPr lang="en-US" dirty="0"/>
              <a:t>Sub Title8</a:t>
            </a:r>
          </a:p>
        </p:txBody>
      </p:sp>
    </p:spTree>
    <p:extLst>
      <p:ext uri="{BB962C8B-B14F-4D97-AF65-F5344CB8AC3E}">
        <p14:creationId xmlns:p14="http://schemas.microsoft.com/office/powerpoint/2010/main" val="3047963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theme" Target="../theme/theme1.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14" Type="http://schemas.openxmlformats.org/officeDocument/2006/relationships/image" Target="../media/image1.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image" Target="../media/image2.svg"/><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EF470789-1F06-92BB-3664-4D618A07CC27}"/>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10" name="Text Placeholder 2">
            <a:extLst>
              <a:ext uri="{FF2B5EF4-FFF2-40B4-BE49-F238E27FC236}">
                <a16:creationId xmlns:a16="http://schemas.microsoft.com/office/drawing/2014/main" id="{7F142873-32AF-44E6-69CC-FE1C274F0B73}"/>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A83FD93B-1B4B-5D3C-1610-6B73869C7784}"/>
              </a:ext>
            </a:extLst>
          </p:cNvPr>
          <p:cNvSpPr>
            <a:spLocks/>
          </p:cNvSpPr>
          <p:nvPr userDrawn="1"/>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ＭＳ Ｐゴシック" charset="0"/>
                <a:cs typeface="CiscoSansTT" panose="020B0503020201020303"/>
              </a:rPr>
              <a:t>© 2026 </a:t>
            </a:r>
            <a:r>
              <a:rPr kumimoji="0" lang="en-US" sz="700" b="0" i="0" u="none" strike="noStrike" kern="1200" cap="none" spc="0" normalizeH="0" baseline="0" noProof="0" dirty="0">
                <a:ln>
                  <a:noFill/>
                </a:ln>
                <a:solidFill>
                  <a:schemeClr val="bg1"/>
                </a:solidFill>
                <a:effectLst/>
                <a:uLnTx/>
                <a:uFillTx/>
                <a:latin typeface="+mn-lt"/>
                <a:ea typeface="ＭＳ Ｐゴシック" charset="0"/>
                <a:cs typeface="CiscoSansTT" panose="020B0503020201020303"/>
              </a:rPr>
              <a:t>Cisco and/or its affiliates. All rights reserved.</a:t>
            </a:r>
          </a:p>
        </p:txBody>
      </p:sp>
      <p:sp>
        <p:nvSpPr>
          <p:cNvPr id="12" name="Footer Placeholder 5">
            <a:extLst>
              <a:ext uri="{FF2B5EF4-FFF2-40B4-BE49-F238E27FC236}">
                <a16:creationId xmlns:a16="http://schemas.microsoft.com/office/drawing/2014/main" id="{DF3D85AE-D1BE-D5DF-C4FC-3A4CA934B81D}"/>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pPr defTabSz="814318">
              <a:defRPr/>
            </a:pPr>
            <a:r>
              <a:rPr lang="en-US" dirty="0"/>
              <a:t>Session ID: BRKSEC-XXXX</a:t>
            </a:r>
          </a:p>
        </p:txBody>
      </p:sp>
      <p:sp>
        <p:nvSpPr>
          <p:cNvPr id="13" name="Slide Number Placeholder 1">
            <a:extLst>
              <a:ext uri="{FF2B5EF4-FFF2-40B4-BE49-F238E27FC236}">
                <a16:creationId xmlns:a16="http://schemas.microsoft.com/office/drawing/2014/main" id="{B575C38B-898C-8167-C7D0-B6F5E7BE99E4}"/>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fld id="{C3C42FAE-7A31-41D3-A712-51D9B15D0B10}" type="slidenum">
              <a:rPr lang="en-US" smtClean="0"/>
              <a:pPr/>
              <a:t>‹#›</a:t>
            </a:fld>
            <a:endParaRPr lang="en-US" dirty="0"/>
          </a:p>
        </p:txBody>
      </p:sp>
      <p:pic>
        <p:nvPicPr>
          <p:cNvPr id="14" name="Picture 7" descr="Cisco Logo">
            <a:extLst>
              <a:ext uri="{FF2B5EF4-FFF2-40B4-BE49-F238E27FC236}">
                <a16:creationId xmlns:a16="http://schemas.microsoft.com/office/drawing/2014/main" id="{F8C90EEF-EFFF-4719-D730-C85453565D3A}"/>
              </a:ext>
            </a:extLst>
          </p:cNvPr>
          <p:cNvPicPr>
            <a:picLocks noChangeAspect="1"/>
          </p:cNvPicPr>
          <p:nvPr userDrawn="1"/>
        </p:nvPicPr>
        <p:blipFill>
          <a:blip r:embed="rId114" cstate="screen">
            <a:extLst>
              <a:ext uri="{28A0092B-C50C-407E-A947-70E740481C1C}">
                <a14:useLocalDpi xmlns:a14="http://schemas.microsoft.com/office/drawing/2010/main"/>
              </a:ext>
              <a:ext uri="{96DAC541-7B7A-43D3-8B79-37D633B846F1}">
                <asvg:svgBlip xmlns:asvg="http://schemas.microsoft.com/office/drawing/2016/SVG/main" r:embed="rId115"/>
              </a:ext>
            </a:extLst>
          </a:blip>
          <a:srcRect/>
          <a:stretch/>
        </p:blipFill>
        <p:spPr>
          <a:xfrm>
            <a:off x="11520088" y="6354445"/>
            <a:ext cx="348061" cy="182880"/>
          </a:xfrm>
          <a:prstGeom prst="rect">
            <a:avLst/>
          </a:prstGeom>
        </p:spPr>
      </p:pic>
      <p:sp>
        <p:nvSpPr>
          <p:cNvPr id="15" name="TextBox 14">
            <a:extLst>
              <a:ext uri="{FF2B5EF4-FFF2-40B4-BE49-F238E27FC236}">
                <a16:creationId xmlns:a16="http://schemas.microsoft.com/office/drawing/2014/main" id="{8A17DE44-7F5E-72A3-3814-89C7FD429FC4}"/>
              </a:ext>
            </a:extLst>
          </p:cNvPr>
          <p:cNvSpPr txBox="1"/>
          <p:nvPr userDrawn="1">
            <p:extLst>
              <p:ext uri="{1162E1C5-73C7-4A58-AE30-91384D911F3F}">
                <p184:classification xmlns:p184="http://schemas.microsoft.com/office/powerpoint/2018/4/main" val="ftr"/>
              </p:ext>
            </p:extLst>
          </p:nvPr>
        </p:nvSpPr>
        <p:spPr>
          <a:xfrm>
            <a:off x="11385550" y="6672580"/>
            <a:ext cx="765175" cy="107722"/>
          </a:xfrm>
          <a:prstGeom prst="rect">
            <a:avLst/>
          </a:prstGeom>
        </p:spPr>
        <p:txBody>
          <a:bodyPr horzOverflow="overflow" lIns="0" tIns="0" rIns="0" bIns="0">
            <a:spAutoFit/>
          </a:bodyPr>
          <a:lstStyle/>
          <a:p>
            <a:pPr algn="l"/>
            <a:r>
              <a:rPr lang="en-US" sz="700" dirty="0">
                <a:solidFill>
                  <a:schemeClr val="bg2"/>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981059797"/>
      </p:ext>
    </p:extLst>
  </p:cSld>
  <p:clrMap bg1="dk1" tx1="lt1" bg2="dk2" tx2="lt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67" r:id="rId10"/>
    <p:sldLayoutId id="2147483822"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68" r:id="rId20"/>
    <p:sldLayoutId id="2147483869" r:id="rId21"/>
    <p:sldLayoutId id="2147483832" r:id="rId22"/>
    <p:sldLayoutId id="2147483833" r:id="rId23"/>
    <p:sldLayoutId id="2147483834" r:id="rId24"/>
    <p:sldLayoutId id="2147483835" r:id="rId25"/>
    <p:sldLayoutId id="2147483836" r:id="rId26"/>
    <p:sldLayoutId id="2147483837" r:id="rId27"/>
    <p:sldLayoutId id="2147483838" r:id="rId28"/>
    <p:sldLayoutId id="2147483839" r:id="rId29"/>
    <p:sldLayoutId id="2147483840" r:id="rId30"/>
    <p:sldLayoutId id="2147483841" r:id="rId31"/>
    <p:sldLayoutId id="2147483842" r:id="rId32"/>
    <p:sldLayoutId id="2147483843" r:id="rId33"/>
    <p:sldLayoutId id="2147483844" r:id="rId34"/>
    <p:sldLayoutId id="2147483845" r:id="rId35"/>
    <p:sldLayoutId id="2147483846" r:id="rId36"/>
    <p:sldLayoutId id="2147483847" r:id="rId37"/>
    <p:sldLayoutId id="2147483870" r:id="rId38"/>
    <p:sldLayoutId id="2147483871" r:id="rId39"/>
    <p:sldLayoutId id="2147483872" r:id="rId40"/>
    <p:sldLayoutId id="2147483848" r:id="rId41"/>
    <p:sldLayoutId id="2147483849" r:id="rId42"/>
    <p:sldLayoutId id="2147483850" r:id="rId43"/>
    <p:sldLayoutId id="2147483851" r:id="rId44"/>
    <p:sldLayoutId id="2147483852" r:id="rId45"/>
    <p:sldLayoutId id="2147483853" r:id="rId46"/>
    <p:sldLayoutId id="2147483854" r:id="rId47"/>
    <p:sldLayoutId id="2147483855" r:id="rId48"/>
    <p:sldLayoutId id="2147483856" r:id="rId49"/>
    <p:sldLayoutId id="2147483857" r:id="rId50"/>
    <p:sldLayoutId id="2147483858" r:id="rId51"/>
    <p:sldLayoutId id="2147483859" r:id="rId52"/>
    <p:sldLayoutId id="2147483860" r:id="rId53"/>
    <p:sldLayoutId id="2147483861" r:id="rId54"/>
    <p:sldLayoutId id="2147483862" r:id="rId55"/>
    <p:sldLayoutId id="2147483863" r:id="rId56"/>
    <p:sldLayoutId id="2147483864" r:id="rId57"/>
    <p:sldLayoutId id="2147483865" r:id="rId58"/>
    <p:sldLayoutId id="2147483866" r:id="rId59"/>
    <p:sldLayoutId id="2147483873" r:id="rId60"/>
    <p:sldLayoutId id="2147483874" r:id="rId61"/>
    <p:sldLayoutId id="2147483875" r:id="rId62"/>
    <p:sldLayoutId id="2147483876" r:id="rId63"/>
    <p:sldLayoutId id="2147483884" r:id="rId64"/>
    <p:sldLayoutId id="2147483877" r:id="rId65"/>
    <p:sldLayoutId id="2147483885" r:id="rId66"/>
    <p:sldLayoutId id="2147483878" r:id="rId67"/>
    <p:sldLayoutId id="2147483879" r:id="rId68"/>
    <p:sldLayoutId id="2147483880" r:id="rId69"/>
    <p:sldLayoutId id="2147483881" r:id="rId70"/>
    <p:sldLayoutId id="2147483882" r:id="rId71"/>
    <p:sldLayoutId id="2147483883" r:id="rId72"/>
    <p:sldLayoutId id="2147483886" r:id="rId73"/>
    <p:sldLayoutId id="2147483887" r:id="rId74"/>
    <p:sldLayoutId id="2147483889" r:id="rId75"/>
    <p:sldLayoutId id="2147483890" r:id="rId76"/>
    <p:sldLayoutId id="2147483891" r:id="rId77"/>
    <p:sldLayoutId id="2147483892" r:id="rId78"/>
    <p:sldLayoutId id="2147483893" r:id="rId79"/>
    <p:sldLayoutId id="2147483894" r:id="rId80"/>
    <p:sldLayoutId id="2147483897" r:id="rId81"/>
    <p:sldLayoutId id="2147483898" r:id="rId82"/>
    <p:sldLayoutId id="2147483895" r:id="rId83"/>
    <p:sldLayoutId id="2147483896" r:id="rId84"/>
    <p:sldLayoutId id="2147483901" r:id="rId85"/>
    <p:sldLayoutId id="2147483914" r:id="rId86"/>
    <p:sldLayoutId id="2147483924" r:id="rId87"/>
    <p:sldLayoutId id="2147483905" r:id="rId88"/>
    <p:sldLayoutId id="2147483900" r:id="rId89"/>
    <p:sldLayoutId id="2147483913" r:id="rId90"/>
    <p:sldLayoutId id="2147483899" r:id="rId91"/>
    <p:sldLayoutId id="2147483911" r:id="rId92"/>
    <p:sldLayoutId id="2147483925" r:id="rId93"/>
    <p:sldLayoutId id="2147483915" r:id="rId94"/>
    <p:sldLayoutId id="2147483910" r:id="rId95"/>
    <p:sldLayoutId id="2147483927" r:id="rId96"/>
    <p:sldLayoutId id="2147483928" r:id="rId97"/>
    <p:sldLayoutId id="2147483909" r:id="rId98"/>
    <p:sldLayoutId id="2147483907" r:id="rId99"/>
    <p:sldLayoutId id="2147483912" r:id="rId100"/>
    <p:sldLayoutId id="2147483926" r:id="rId101"/>
    <p:sldLayoutId id="2147483908" r:id="rId102"/>
    <p:sldLayoutId id="2147483906" r:id="rId103"/>
    <p:sldLayoutId id="2147483902" r:id="rId104"/>
    <p:sldLayoutId id="2147483923" r:id="rId105"/>
    <p:sldLayoutId id="2147483904" r:id="rId106"/>
    <p:sldLayoutId id="2147483916" r:id="rId107"/>
    <p:sldLayoutId id="2147483918" r:id="rId108"/>
    <p:sldLayoutId id="2147483920" r:id="rId109"/>
    <p:sldLayoutId id="2147483919" r:id="rId110"/>
    <p:sldLayoutId id="2147483917" r:id="rId111"/>
    <p:sldLayoutId id="2147483921" r:id="rId1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userDrawn="1">
          <p15:clr>
            <a:srgbClr val="F26B43"/>
          </p15:clr>
        </p15:guide>
        <p15:guide id="3" pos="7476" userDrawn="1">
          <p15:clr>
            <a:srgbClr val="F26B43"/>
          </p15:clr>
        </p15:guide>
        <p15:guide id="6" pos="3840" userDrawn="1">
          <p15:clr>
            <a:srgbClr val="F26B43"/>
          </p15:clr>
        </p15:guide>
        <p15:guide id="9" orient="horz" pos="3827" userDrawn="1">
          <p15:clr>
            <a:srgbClr val="9FCC3B"/>
          </p15:clr>
        </p15:guide>
        <p15:guide id="10" orient="horz" pos="202" userDrawn="1">
          <p15:clr>
            <a:srgbClr val="F26B43"/>
          </p15:clr>
        </p15:guide>
        <p15:guide id="11" orient="horz" pos="2160">
          <p15:clr>
            <a:srgbClr val="F26B43"/>
          </p15:clr>
        </p15:guide>
        <p15:guide id="12" orient="horz" pos="392" userDrawn="1">
          <p15:clr>
            <a:srgbClr val="A4A3A4"/>
          </p15:clr>
        </p15:guide>
        <p15:guide id="13" orient="horz" pos="2552" userDrawn="1">
          <p15:clr>
            <a:srgbClr val="A4A3A4"/>
          </p15:clr>
        </p15:guide>
        <p15:guide id="14" orient="horz" pos="600" userDrawn="1">
          <p15:clr>
            <a:srgbClr val="A4A3A4"/>
          </p15:clr>
        </p15:guide>
        <p15:guide id="15" orient="horz" pos="1766" userDrawn="1">
          <p15:clr>
            <a:srgbClr val="A4A3A4"/>
          </p15:clr>
        </p15:guide>
        <p15:guide id="16" orient="horz" pos="2355" userDrawn="1">
          <p15:clr>
            <a:srgbClr val="A4A3A4"/>
          </p15:clr>
        </p15:guide>
        <p15:guide id="18" orient="horz" pos="4118" userDrawn="1">
          <p15:clr>
            <a:srgbClr val="F26B43"/>
          </p15:clr>
        </p15:guide>
        <p15:guide id="19" orient="horz" pos="1178" userDrawn="1">
          <p15:clr>
            <a:srgbClr val="A4A3A4"/>
          </p15:clr>
        </p15:guide>
        <p15:guide id="20" orient="horz" pos="1374" userDrawn="1">
          <p15:clr>
            <a:srgbClr val="A4A3A4"/>
          </p15:clr>
        </p15:guide>
        <p15:guide id="21" orient="horz" pos="1570" userDrawn="1">
          <p15:clr>
            <a:srgbClr val="A4A3A4"/>
          </p15:clr>
        </p15:guide>
        <p15:guide id="22" pos="703" userDrawn="1">
          <p15:clr>
            <a:srgbClr val="A4A3A4"/>
          </p15:clr>
        </p15:guide>
        <p15:guide id="23" pos="820" userDrawn="1">
          <p15:clr>
            <a:srgbClr val="A4A3A4"/>
          </p15:clr>
        </p15:guide>
        <p15:guide id="24" pos="1321" userDrawn="1">
          <p15:clr>
            <a:srgbClr val="A4A3A4"/>
          </p15:clr>
        </p15:guide>
        <p15:guide id="25" pos="1435" userDrawn="1">
          <p15:clr>
            <a:srgbClr val="A4A3A4"/>
          </p15:clr>
        </p15:guide>
        <p15:guide id="26" pos="1936" userDrawn="1">
          <p15:clr>
            <a:srgbClr val="A4A3A4"/>
          </p15:clr>
        </p15:guide>
        <p15:guide id="27" pos="2051" userDrawn="1">
          <p15:clr>
            <a:srgbClr val="A4A3A4"/>
          </p15:clr>
        </p15:guide>
        <p15:guide id="28" pos="2551" userDrawn="1">
          <p15:clr>
            <a:srgbClr val="A4A3A4"/>
          </p15:clr>
        </p15:guide>
        <p15:guide id="29" pos="2665" userDrawn="1">
          <p15:clr>
            <a:srgbClr val="A4A3A4"/>
          </p15:clr>
        </p15:guide>
        <p15:guide id="30" pos="3167" userDrawn="1">
          <p15:clr>
            <a:srgbClr val="A4A3A4"/>
          </p15:clr>
        </p15:guide>
        <p15:guide id="31" pos="3281" userDrawn="1">
          <p15:clr>
            <a:srgbClr val="A4A3A4"/>
          </p15:clr>
        </p15:guide>
        <p15:guide id="32" pos="3783" userDrawn="1">
          <p15:clr>
            <a:srgbClr val="A4A3A4"/>
          </p15:clr>
        </p15:guide>
        <p15:guide id="33" pos="3896" userDrawn="1">
          <p15:clr>
            <a:srgbClr val="A4A3A4"/>
          </p15:clr>
        </p15:guide>
        <p15:guide id="34" pos="4397" userDrawn="1">
          <p15:clr>
            <a:srgbClr val="A4A3A4"/>
          </p15:clr>
        </p15:guide>
        <p15:guide id="35" pos="4512" userDrawn="1">
          <p15:clr>
            <a:srgbClr val="A4A3A4"/>
          </p15:clr>
        </p15:guide>
        <p15:guide id="36" pos="5013" userDrawn="1">
          <p15:clr>
            <a:srgbClr val="A4A3A4"/>
          </p15:clr>
        </p15:guide>
        <p15:guide id="37" pos="5128" userDrawn="1">
          <p15:clr>
            <a:srgbClr val="A4A3A4"/>
          </p15:clr>
        </p15:guide>
        <p15:guide id="38" pos="5629" userDrawn="1">
          <p15:clr>
            <a:srgbClr val="A4A3A4"/>
          </p15:clr>
        </p15:guide>
        <p15:guide id="39" pos="5742" userDrawn="1">
          <p15:clr>
            <a:srgbClr val="A4A3A4"/>
          </p15:clr>
        </p15:guide>
        <p15:guide id="40" pos="6244" userDrawn="1">
          <p15:clr>
            <a:srgbClr val="A4A3A4"/>
          </p15:clr>
        </p15:guide>
        <p15:guide id="41" pos="6359" userDrawn="1">
          <p15:clr>
            <a:srgbClr val="A4A3A4"/>
          </p15:clr>
        </p15:guide>
        <p15:guide id="42" pos="6859" userDrawn="1">
          <p15:clr>
            <a:srgbClr val="A4A3A4"/>
          </p15:clr>
        </p15:guide>
        <p15:guide id="43" pos="6975" userDrawn="1">
          <p15:clr>
            <a:srgbClr val="A4A3A4"/>
          </p15:clr>
        </p15:guide>
        <p15:guide id="44" orient="horz" pos="784" userDrawn="1">
          <p15:clr>
            <a:srgbClr val="A4A3A4"/>
          </p15:clr>
        </p15:guide>
        <p15:guide id="45" orient="horz" pos="980" userDrawn="1">
          <p15:clr>
            <a:srgbClr val="A4A3A4"/>
          </p15:clr>
        </p15:guide>
        <p15:guide id="46" orient="horz" pos="1962" userDrawn="1">
          <p15:clr>
            <a:srgbClr val="A4A3A4"/>
          </p15:clr>
        </p15:guide>
        <p15:guide id="47" orient="horz" pos="2747" userDrawn="1">
          <p15:clr>
            <a:srgbClr val="A4A3A4"/>
          </p15:clr>
        </p15:guide>
        <p15:guide id="48" orient="horz" pos="2945" userDrawn="1">
          <p15:clr>
            <a:srgbClr val="A4A3A4"/>
          </p15:clr>
        </p15:guide>
        <p15:guide id="49" orient="horz" pos="3141" userDrawn="1">
          <p15:clr>
            <a:srgbClr val="A4A3A4"/>
          </p15:clr>
        </p15:guide>
        <p15:guide id="50" orient="horz" pos="3337" userDrawn="1">
          <p15:clr>
            <a:srgbClr val="A4A3A4"/>
          </p15:clr>
        </p15:guide>
        <p15:guide id="51" orient="horz" pos="3535" userDrawn="1">
          <p15:clr>
            <a:srgbClr val="A4A3A4"/>
          </p15:clr>
        </p15:guide>
        <p15:guide id="52" orient="horz" pos="3730" userDrawn="1">
          <p15:clr>
            <a:srgbClr val="A4A3A4"/>
          </p15:clr>
        </p15:guide>
        <p15:guide id="53" orient="horz" pos="3936" userDrawn="1">
          <p15:clr>
            <a:srgbClr val="A4A3A4"/>
          </p15:clr>
        </p15:guide>
        <p15:guide id="54" orient="horz" pos="187" userDrawn="1">
          <p15:clr>
            <a:srgbClr val="9FCC3B"/>
          </p15:clr>
        </p15:guide>
        <p15:guide id="55" pos="455" userDrawn="1">
          <p15:clr>
            <a:srgbClr val="9FCC3B"/>
          </p15:clr>
        </p15:guide>
        <p15:guide id="56" pos="1069" userDrawn="1">
          <p15:clr>
            <a:srgbClr val="9FCC3B"/>
          </p15:clr>
        </p15:guide>
        <p15:guide id="57" pos="1685" userDrawn="1">
          <p15:clr>
            <a:srgbClr val="9FCC3B"/>
          </p15:clr>
        </p15:guide>
        <p15:guide id="58" pos="2301" userDrawn="1">
          <p15:clr>
            <a:srgbClr val="9FCC3B"/>
          </p15:clr>
        </p15:guide>
        <p15:guide id="59" pos="2915" userDrawn="1">
          <p15:clr>
            <a:srgbClr val="9FCC3B"/>
          </p15:clr>
        </p15:guide>
        <p15:guide id="60" pos="3531" userDrawn="1">
          <p15:clr>
            <a:srgbClr val="9FCC3B"/>
          </p15:clr>
        </p15:guide>
        <p15:guide id="61" pos="4146" userDrawn="1">
          <p15:clr>
            <a:srgbClr val="9FCC3B"/>
          </p15:clr>
        </p15:guide>
        <p15:guide id="62" pos="4762" userDrawn="1">
          <p15:clr>
            <a:srgbClr val="9FCC3B"/>
          </p15:clr>
        </p15:guide>
        <p15:guide id="63" pos="5378" userDrawn="1">
          <p15:clr>
            <a:srgbClr val="9FCC3B"/>
          </p15:clr>
        </p15:guide>
        <p15:guide id="64" pos="5992" userDrawn="1">
          <p15:clr>
            <a:srgbClr val="9FCC3B"/>
          </p15:clr>
        </p15:guide>
        <p15:guide id="65" pos="6609" userDrawn="1">
          <p15:clr>
            <a:srgbClr val="9FCC3B"/>
          </p15:clr>
        </p15:guide>
        <p15:guide id="66" pos="7225"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8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7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7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3">
            <a:extLst>
              <a:ext uri="{FF2B5EF4-FFF2-40B4-BE49-F238E27FC236}">
                <a16:creationId xmlns:a16="http://schemas.microsoft.com/office/drawing/2014/main" id="{7CBDC004-C42D-1CF7-F671-E195067E53FD}"/>
              </a:ext>
            </a:extLst>
          </p:cNvPr>
          <p:cNvSpPr txBox="1">
            <a:spLocks/>
          </p:cNvSpPr>
          <p:nvPr/>
        </p:nvSpPr>
        <p:spPr>
          <a:xfrm>
            <a:off x="323850" y="4205945"/>
            <a:ext cx="6016660" cy="457200"/>
          </a:xfrm>
          <a:prstGeom prst="rect">
            <a:avLst/>
          </a:prstGeom>
          <a:noFill/>
        </p:spPr>
        <p:txBody>
          <a:bodyPr vert="horz" lIns="0" tIns="0" rIns="0" bIns="0" rtlCol="0">
            <a:noAutofit/>
          </a:bodyPr>
          <a:lstStyle>
            <a:lvl1pPr mar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defRPr lang="en-US" sz="1400" kern="120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Rich Pace, Customer Delivery Architect</a:t>
            </a:r>
          </a:p>
          <a:p>
            <a:endParaRPr lang="en-US" dirty="0"/>
          </a:p>
        </p:txBody>
      </p:sp>
      <p:sp>
        <p:nvSpPr>
          <p:cNvPr id="8" name="Text Placeholder 14">
            <a:extLst>
              <a:ext uri="{FF2B5EF4-FFF2-40B4-BE49-F238E27FC236}">
                <a16:creationId xmlns:a16="http://schemas.microsoft.com/office/drawing/2014/main" id="{C9CB7C03-4B26-2C22-0B29-6D17AF36C745}"/>
              </a:ext>
            </a:extLst>
          </p:cNvPr>
          <p:cNvSpPr txBox="1">
            <a:spLocks/>
          </p:cNvSpPr>
          <p:nvPr/>
        </p:nvSpPr>
        <p:spPr>
          <a:xfrm>
            <a:off x="323850" y="6364224"/>
            <a:ext cx="3906838" cy="493776"/>
          </a:xfrm>
          <a:prstGeom prst="rect">
            <a:avLst/>
          </a:prstGeom>
          <a:noFill/>
        </p:spPr>
        <p:txBody>
          <a:bodyPr vert="horz" lIns="0" tIns="0" rIns="0" bIns="0" rtlCol="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lang="en-US" sz="1400" kern="1200">
                <a:solidFill>
                  <a:schemeClr val="bg2"/>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2026-03-31</a:t>
            </a:r>
            <a:endParaRPr lang="en-US" dirty="0"/>
          </a:p>
        </p:txBody>
      </p:sp>
      <p:sp>
        <p:nvSpPr>
          <p:cNvPr id="9" name="Text Placeholder 15">
            <a:extLst>
              <a:ext uri="{FF2B5EF4-FFF2-40B4-BE49-F238E27FC236}">
                <a16:creationId xmlns:a16="http://schemas.microsoft.com/office/drawing/2014/main" id="{CBBFCA49-21E8-1747-C056-D2D606BD2A2C}"/>
              </a:ext>
            </a:extLst>
          </p:cNvPr>
          <p:cNvSpPr>
            <a:spLocks noGrp="1"/>
          </p:cNvSpPr>
          <p:nvPr>
            <p:ph type="body" sz="quarter" idx="13"/>
          </p:nvPr>
        </p:nvSpPr>
        <p:spPr>
          <a:xfrm>
            <a:off x="323850" y="3288494"/>
            <a:ext cx="6892496" cy="457200"/>
          </a:xfrm>
        </p:spPr>
        <p:txBody>
          <a:bodyPr/>
          <a:lstStyle/>
          <a:p>
            <a:r>
              <a:rPr lang="en-US" dirty="0"/>
              <a:t>Foundational Concepts &amp; The "As-Code" Philosophy</a:t>
            </a:r>
          </a:p>
        </p:txBody>
      </p:sp>
      <p:sp>
        <p:nvSpPr>
          <p:cNvPr id="10" name="TextBox 9">
            <a:extLst>
              <a:ext uri="{FF2B5EF4-FFF2-40B4-BE49-F238E27FC236}">
                <a16:creationId xmlns:a16="http://schemas.microsoft.com/office/drawing/2014/main" id="{B5641A25-575C-374C-FEC0-FA44CE8C5F0E}"/>
              </a:ext>
            </a:extLst>
          </p:cNvPr>
          <p:cNvSpPr txBox="1"/>
          <p:nvPr/>
        </p:nvSpPr>
        <p:spPr>
          <a:xfrm>
            <a:off x="323850" y="2224216"/>
            <a:ext cx="8852807" cy="629971"/>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2400" b="1" dirty="0">
                <a:solidFill>
                  <a:schemeClr val="bg1"/>
                </a:solidFill>
                <a:ea typeface="ＭＳ Ｐゴシック" charset="0"/>
              </a:rPr>
              <a:t>SDWAN-as-Code Enablement Program</a:t>
            </a:r>
            <a:endParaRPr lang="en-US" sz="2400" b="1" kern="1200" dirty="0">
              <a:solidFill>
                <a:schemeClr val="bg1"/>
              </a:solidFill>
              <a:latin typeface="+mn-lt"/>
              <a:ea typeface="ＭＳ Ｐゴシック" charset="0"/>
            </a:endParaRPr>
          </a:p>
        </p:txBody>
      </p:sp>
    </p:spTree>
    <p:extLst>
      <p:ext uri="{BB962C8B-B14F-4D97-AF65-F5344CB8AC3E}">
        <p14:creationId xmlns:p14="http://schemas.microsoft.com/office/powerpoint/2010/main" val="1178545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82D"/>
        </a:solidFill>
        <a:effectLst/>
      </p:bgPr>
    </p:bg>
    <p:spTree>
      <p:nvGrpSpPr>
        <p:cNvPr id="1" name=""/>
        <p:cNvGrpSpPr/>
        <p:nvPr/>
      </p:nvGrpSpPr>
      <p:grpSpPr>
        <a:xfrm>
          <a:off x="0" y="0"/>
          <a:ext cx="0" cy="0"/>
          <a:chOff x="0" y="0"/>
          <a:chExt cx="0" cy="0"/>
        </a:xfrm>
      </p:grpSpPr>
      <p:sp>
        <p:nvSpPr>
          <p:cNvPr id="2" name="Text 0"/>
          <p:cNvSpPr/>
          <p:nvPr/>
        </p:nvSpPr>
        <p:spPr>
          <a:xfrm>
            <a:off x="457200" y="274320"/>
            <a:ext cx="10972800" cy="640080"/>
          </a:xfrm>
          <a:prstGeom prst="rect">
            <a:avLst/>
          </a:prstGeom>
          <a:noFill/>
          <a:ln/>
        </p:spPr>
        <p:txBody>
          <a:bodyPr wrap="square" rtlCol="0" anchor="ctr">
            <a:normAutofit/>
          </a:bodyPr>
          <a:lstStyle/>
          <a:p>
            <a:pPr marL="0" indent="0">
              <a:lnSpc>
                <a:spcPct val="100000"/>
              </a:lnSpc>
              <a:buNone/>
            </a:pPr>
            <a:r>
              <a:rPr lang="en-US" sz="3600" b="1" dirty="0">
                <a:solidFill>
                  <a:srgbClr val="FFFFFF"/>
                </a:solidFill>
                <a:latin typeface="CiscoSansTT" pitchFamily="34" charset="0"/>
                <a:ea typeface="CiscoSansTT" pitchFamily="34" charset="-122"/>
                <a:cs typeface="CiscoSansTT" pitchFamily="34" charset="-120"/>
              </a:rPr>
              <a:t>Today's Agenda</a:t>
            </a:r>
            <a:endParaRPr lang="en-US" sz="3600" dirty="0"/>
          </a:p>
        </p:txBody>
      </p:sp>
      <p:sp>
        <p:nvSpPr>
          <p:cNvPr id="3" name="Shape 1"/>
          <p:cNvSpPr/>
          <p:nvPr/>
        </p:nvSpPr>
        <p:spPr>
          <a:xfrm>
            <a:off x="457200" y="1298448"/>
            <a:ext cx="594360" cy="594360"/>
          </a:xfrm>
          <a:prstGeom prst="ellipse">
            <a:avLst/>
          </a:prstGeom>
          <a:noFill/>
          <a:ln w="12700">
            <a:solidFill>
              <a:srgbClr val="02C8FF"/>
            </a:solidFill>
            <a:prstDash val="solid"/>
          </a:ln>
        </p:spPr>
        <p:txBody>
          <a:bodyPr/>
          <a:lstStyle/>
          <a:p>
            <a:pPr>
              <a:lnSpc>
                <a:spcPct val="100000"/>
              </a:lnSpc>
              <a:spcBef>
                <a:spcPts val="0"/>
              </a:spcBef>
              <a:spcAft>
                <a:spcPts val="0"/>
              </a:spcAft>
            </a:pPr>
            <a:endParaRPr/>
          </a:p>
        </p:txBody>
      </p:sp>
      <p:sp>
        <p:nvSpPr>
          <p:cNvPr id="4" name="Text 2"/>
          <p:cNvSpPr/>
          <p:nvPr/>
        </p:nvSpPr>
        <p:spPr>
          <a:xfrm>
            <a:off x="457200" y="1298448"/>
            <a:ext cx="365760" cy="365760"/>
          </a:xfrm>
          <a:prstGeom prst="rect">
            <a:avLst/>
          </a:prstGeom>
          <a:noFill/>
          <a:ln/>
        </p:spPr>
        <p:txBody>
          <a:bodyPr wrap="square" lIns="18288" tIns="18288" rIns="18288" bIns="18288" rtlCol="0" anchor="ctr" anchorCtr="1">
            <a:normAutofit/>
          </a:bodyPr>
          <a:lstStyle/>
          <a:p>
            <a:pPr marL="0" indent="0" algn="ctr">
              <a:lnSpc>
                <a:spcPct val="100000"/>
              </a:lnSpc>
              <a:buNone/>
            </a:pPr>
            <a:r>
              <a:rPr lang="en-US" sz="1400" dirty="0">
                <a:solidFill>
                  <a:srgbClr val="02C8FF"/>
                </a:solidFill>
                <a:latin typeface="CiscoSansTT" pitchFamily="34" charset="0"/>
                <a:ea typeface="CiscoSansTT" pitchFamily="34" charset="-122"/>
                <a:cs typeface="CiscoSansTT" pitchFamily="34" charset="-120"/>
              </a:rPr>
              <a:t>1</a:t>
            </a:r>
            <a:endParaRPr lang="en-US" sz="1400" dirty="0"/>
          </a:p>
        </p:txBody>
      </p:sp>
      <p:sp>
        <p:nvSpPr>
          <p:cNvPr id="5" name="Text 3"/>
          <p:cNvSpPr/>
          <p:nvPr/>
        </p:nvSpPr>
        <p:spPr>
          <a:xfrm>
            <a:off x="1005840" y="1188720"/>
            <a:ext cx="5943600" cy="594360"/>
          </a:xfrm>
          <a:prstGeom prst="rect">
            <a:avLst/>
          </a:prstGeom>
          <a:noFill/>
          <a:ln/>
        </p:spPr>
        <p:txBody>
          <a:bodyPr wrap="square" rtlCol="0" anchor="ctr">
            <a:normAutofit/>
          </a:bodyPr>
          <a:lstStyle/>
          <a:p>
            <a:pPr marL="0" indent="0">
              <a:lnSpc>
                <a:spcPct val="100000"/>
              </a:lnSpc>
              <a:buNone/>
            </a:pPr>
            <a:r>
              <a:rPr lang="en-US" sz="1800" dirty="0">
                <a:solidFill>
                  <a:srgbClr val="FFFFFF"/>
                </a:solidFill>
                <a:latin typeface="CiscoSansTT" pitchFamily="34" charset="0"/>
                <a:ea typeface="CiscoSansTT" pitchFamily="34" charset="-122"/>
                <a:cs typeface="CiscoSansTT" pitchFamily="34" charset="-120"/>
              </a:rPr>
              <a:t>The Reality Check &amp; Our Readiness</a:t>
            </a:r>
            <a:endParaRPr lang="en-US" sz="1800" dirty="0"/>
          </a:p>
        </p:txBody>
      </p:sp>
      <p:sp>
        <p:nvSpPr>
          <p:cNvPr id="6" name="Shape 4"/>
          <p:cNvSpPr/>
          <p:nvPr/>
        </p:nvSpPr>
        <p:spPr>
          <a:xfrm>
            <a:off x="457200" y="1851660"/>
            <a:ext cx="6492240" cy="0"/>
          </a:xfrm>
          <a:prstGeom prst="line">
            <a:avLst/>
          </a:prstGeom>
          <a:noFill/>
          <a:ln w="12700">
            <a:solidFill>
              <a:srgbClr val="525E6C"/>
            </a:solidFill>
            <a:prstDash val="solid"/>
          </a:ln>
        </p:spPr>
        <p:txBody>
          <a:bodyPr/>
          <a:lstStyle/>
          <a:p>
            <a:pPr>
              <a:lnSpc>
                <a:spcPct val="100000"/>
              </a:lnSpc>
              <a:spcBef>
                <a:spcPts val="0"/>
              </a:spcBef>
              <a:spcAft>
                <a:spcPts val="0"/>
              </a:spcAft>
            </a:pPr>
            <a:endParaRPr/>
          </a:p>
        </p:txBody>
      </p:sp>
      <p:sp>
        <p:nvSpPr>
          <p:cNvPr id="7" name="Shape 5"/>
          <p:cNvSpPr/>
          <p:nvPr/>
        </p:nvSpPr>
        <p:spPr>
          <a:xfrm>
            <a:off x="457200" y="2029968"/>
            <a:ext cx="594360" cy="594360"/>
          </a:xfrm>
          <a:prstGeom prst="ellipse">
            <a:avLst/>
          </a:prstGeom>
          <a:noFill/>
          <a:ln w="12700">
            <a:solidFill>
              <a:srgbClr val="02C8FF"/>
            </a:solidFill>
            <a:prstDash val="solid"/>
          </a:ln>
        </p:spPr>
        <p:txBody>
          <a:bodyPr/>
          <a:lstStyle/>
          <a:p>
            <a:pPr>
              <a:lnSpc>
                <a:spcPct val="100000"/>
              </a:lnSpc>
              <a:spcBef>
                <a:spcPts val="0"/>
              </a:spcBef>
              <a:spcAft>
                <a:spcPts val="0"/>
              </a:spcAft>
            </a:pPr>
            <a:endParaRPr/>
          </a:p>
        </p:txBody>
      </p:sp>
      <p:sp>
        <p:nvSpPr>
          <p:cNvPr id="8" name="Text 6"/>
          <p:cNvSpPr/>
          <p:nvPr/>
        </p:nvSpPr>
        <p:spPr>
          <a:xfrm>
            <a:off x="457200" y="2029968"/>
            <a:ext cx="365760" cy="365760"/>
          </a:xfrm>
          <a:prstGeom prst="rect">
            <a:avLst/>
          </a:prstGeom>
          <a:noFill/>
          <a:ln/>
        </p:spPr>
        <p:txBody>
          <a:bodyPr wrap="square" lIns="18288" tIns="18288" rIns="18288" bIns="18288" rtlCol="0" anchor="ctr" anchorCtr="1">
            <a:normAutofit/>
          </a:bodyPr>
          <a:lstStyle/>
          <a:p>
            <a:pPr marL="0" indent="0" algn="ctr">
              <a:lnSpc>
                <a:spcPct val="100000"/>
              </a:lnSpc>
              <a:buNone/>
            </a:pPr>
            <a:r>
              <a:rPr lang="en-US" sz="1400" dirty="0">
                <a:solidFill>
                  <a:srgbClr val="02C8FF"/>
                </a:solidFill>
                <a:latin typeface="CiscoSansTT" pitchFamily="34" charset="0"/>
                <a:ea typeface="CiscoSansTT" pitchFamily="34" charset="-122"/>
                <a:cs typeface="CiscoSansTT" pitchFamily="34" charset="-120"/>
              </a:rPr>
              <a:t>2</a:t>
            </a:r>
            <a:endParaRPr lang="en-US" sz="1400" dirty="0"/>
          </a:p>
        </p:txBody>
      </p:sp>
      <p:sp>
        <p:nvSpPr>
          <p:cNvPr id="9" name="Text 7"/>
          <p:cNvSpPr/>
          <p:nvPr/>
        </p:nvSpPr>
        <p:spPr>
          <a:xfrm>
            <a:off x="1005840" y="1920240"/>
            <a:ext cx="5943600" cy="594360"/>
          </a:xfrm>
          <a:prstGeom prst="rect">
            <a:avLst/>
          </a:prstGeom>
          <a:noFill/>
          <a:ln/>
        </p:spPr>
        <p:txBody>
          <a:bodyPr wrap="square" rtlCol="0" anchor="ctr">
            <a:normAutofit/>
          </a:bodyPr>
          <a:lstStyle/>
          <a:p>
            <a:pPr marL="0" indent="0">
              <a:lnSpc>
                <a:spcPct val="100000"/>
              </a:lnSpc>
              <a:buNone/>
            </a:pPr>
            <a:r>
              <a:rPr lang="en-US" sz="1800" dirty="0">
                <a:solidFill>
                  <a:srgbClr val="FFFFFF"/>
                </a:solidFill>
                <a:latin typeface="CiscoSansTT" pitchFamily="34" charset="0"/>
                <a:ea typeface="CiscoSansTT" pitchFamily="34" charset="-122"/>
                <a:cs typeface="CiscoSansTT" pitchFamily="34" charset="-120"/>
              </a:rPr>
              <a:t>Directives vs. Ground-Up Understanding</a:t>
            </a:r>
            <a:endParaRPr lang="en-US" sz="1800" dirty="0"/>
          </a:p>
        </p:txBody>
      </p:sp>
      <p:sp>
        <p:nvSpPr>
          <p:cNvPr id="10" name="Shape 8"/>
          <p:cNvSpPr/>
          <p:nvPr/>
        </p:nvSpPr>
        <p:spPr>
          <a:xfrm>
            <a:off x="457200" y="2583180"/>
            <a:ext cx="6492240" cy="0"/>
          </a:xfrm>
          <a:prstGeom prst="line">
            <a:avLst/>
          </a:prstGeom>
          <a:noFill/>
          <a:ln w="12700">
            <a:solidFill>
              <a:srgbClr val="525E6C"/>
            </a:solidFill>
            <a:prstDash val="solid"/>
          </a:ln>
        </p:spPr>
        <p:txBody>
          <a:bodyPr/>
          <a:lstStyle/>
          <a:p>
            <a:pPr>
              <a:lnSpc>
                <a:spcPct val="100000"/>
              </a:lnSpc>
              <a:spcBef>
                <a:spcPts val="0"/>
              </a:spcBef>
              <a:spcAft>
                <a:spcPts val="0"/>
              </a:spcAft>
            </a:pPr>
            <a:endParaRPr/>
          </a:p>
        </p:txBody>
      </p:sp>
      <p:sp>
        <p:nvSpPr>
          <p:cNvPr id="11" name="Shape 9"/>
          <p:cNvSpPr/>
          <p:nvPr/>
        </p:nvSpPr>
        <p:spPr>
          <a:xfrm>
            <a:off x="457200" y="2761488"/>
            <a:ext cx="594360" cy="594360"/>
          </a:xfrm>
          <a:prstGeom prst="ellipse">
            <a:avLst/>
          </a:prstGeom>
          <a:noFill/>
          <a:ln w="12700">
            <a:solidFill>
              <a:srgbClr val="02C8FF"/>
            </a:solidFill>
            <a:prstDash val="solid"/>
          </a:ln>
        </p:spPr>
        <p:txBody>
          <a:bodyPr/>
          <a:lstStyle/>
          <a:p>
            <a:pPr>
              <a:lnSpc>
                <a:spcPct val="100000"/>
              </a:lnSpc>
              <a:spcBef>
                <a:spcPts val="0"/>
              </a:spcBef>
              <a:spcAft>
                <a:spcPts val="0"/>
              </a:spcAft>
            </a:pPr>
            <a:endParaRPr/>
          </a:p>
        </p:txBody>
      </p:sp>
      <p:sp>
        <p:nvSpPr>
          <p:cNvPr id="12" name="Text 10"/>
          <p:cNvSpPr/>
          <p:nvPr/>
        </p:nvSpPr>
        <p:spPr>
          <a:xfrm>
            <a:off x="457200" y="2761488"/>
            <a:ext cx="365760" cy="365760"/>
          </a:xfrm>
          <a:prstGeom prst="rect">
            <a:avLst/>
          </a:prstGeom>
          <a:noFill/>
          <a:ln/>
        </p:spPr>
        <p:txBody>
          <a:bodyPr wrap="square" lIns="18288" tIns="18288" rIns="18288" bIns="18288" rtlCol="0" anchor="ctr" anchorCtr="1">
            <a:normAutofit/>
          </a:bodyPr>
          <a:lstStyle/>
          <a:p>
            <a:pPr marL="0" indent="0" algn="ctr">
              <a:lnSpc>
                <a:spcPct val="100000"/>
              </a:lnSpc>
              <a:buNone/>
            </a:pPr>
            <a:r>
              <a:rPr lang="en-US" sz="1400" dirty="0">
                <a:solidFill>
                  <a:srgbClr val="02C8FF"/>
                </a:solidFill>
                <a:latin typeface="CiscoSansTT" pitchFamily="34" charset="0"/>
                <a:ea typeface="CiscoSansTT" pitchFamily="34" charset="-122"/>
                <a:cs typeface="CiscoSansTT" pitchFamily="34" charset="-120"/>
              </a:rPr>
              <a:t>3</a:t>
            </a:r>
            <a:endParaRPr lang="en-US" sz="1400" dirty="0"/>
          </a:p>
        </p:txBody>
      </p:sp>
      <p:sp>
        <p:nvSpPr>
          <p:cNvPr id="13" name="Text 11"/>
          <p:cNvSpPr/>
          <p:nvPr/>
        </p:nvSpPr>
        <p:spPr>
          <a:xfrm>
            <a:off x="1005840" y="2651760"/>
            <a:ext cx="5943600" cy="594360"/>
          </a:xfrm>
          <a:prstGeom prst="rect">
            <a:avLst/>
          </a:prstGeom>
          <a:noFill/>
          <a:ln/>
        </p:spPr>
        <p:txBody>
          <a:bodyPr wrap="square" rtlCol="0" anchor="ctr">
            <a:normAutofit/>
          </a:bodyPr>
          <a:lstStyle/>
          <a:p>
            <a:pPr marL="0" indent="0">
              <a:lnSpc>
                <a:spcPct val="100000"/>
              </a:lnSpc>
              <a:buNone/>
            </a:pPr>
            <a:r>
              <a:rPr lang="en-US" sz="1800" dirty="0">
                <a:solidFill>
                  <a:srgbClr val="FFFFFF"/>
                </a:solidFill>
                <a:latin typeface="CiscoSansTT" pitchFamily="34" charset="0"/>
                <a:ea typeface="CiscoSansTT" pitchFamily="34" charset="-122"/>
                <a:cs typeface="CiscoSansTT" pitchFamily="34" charset="-120"/>
              </a:rPr>
              <a:t>The EEE Framework</a:t>
            </a:r>
            <a:endParaRPr lang="en-US" sz="1800" dirty="0"/>
          </a:p>
        </p:txBody>
      </p:sp>
      <p:sp>
        <p:nvSpPr>
          <p:cNvPr id="14" name="Shape 12"/>
          <p:cNvSpPr/>
          <p:nvPr/>
        </p:nvSpPr>
        <p:spPr>
          <a:xfrm>
            <a:off x="457200" y="3314700"/>
            <a:ext cx="6492240" cy="0"/>
          </a:xfrm>
          <a:prstGeom prst="line">
            <a:avLst/>
          </a:prstGeom>
          <a:noFill/>
          <a:ln w="12700">
            <a:solidFill>
              <a:srgbClr val="525E6C"/>
            </a:solidFill>
            <a:prstDash val="solid"/>
          </a:ln>
        </p:spPr>
        <p:txBody>
          <a:bodyPr/>
          <a:lstStyle/>
          <a:p>
            <a:pPr>
              <a:lnSpc>
                <a:spcPct val="100000"/>
              </a:lnSpc>
              <a:spcBef>
                <a:spcPts val="0"/>
              </a:spcBef>
              <a:spcAft>
                <a:spcPts val="0"/>
              </a:spcAft>
            </a:pPr>
            <a:endParaRPr/>
          </a:p>
        </p:txBody>
      </p:sp>
      <p:sp>
        <p:nvSpPr>
          <p:cNvPr id="15" name="Shape 13"/>
          <p:cNvSpPr/>
          <p:nvPr/>
        </p:nvSpPr>
        <p:spPr>
          <a:xfrm>
            <a:off x="457200" y="3493008"/>
            <a:ext cx="594360" cy="594360"/>
          </a:xfrm>
          <a:prstGeom prst="ellipse">
            <a:avLst/>
          </a:prstGeom>
          <a:noFill/>
          <a:ln w="12700">
            <a:solidFill>
              <a:srgbClr val="02C8FF"/>
            </a:solidFill>
            <a:prstDash val="solid"/>
          </a:ln>
        </p:spPr>
        <p:txBody>
          <a:bodyPr/>
          <a:lstStyle/>
          <a:p>
            <a:pPr>
              <a:lnSpc>
                <a:spcPct val="100000"/>
              </a:lnSpc>
              <a:spcBef>
                <a:spcPts val="0"/>
              </a:spcBef>
              <a:spcAft>
                <a:spcPts val="0"/>
              </a:spcAft>
            </a:pPr>
            <a:endParaRPr/>
          </a:p>
        </p:txBody>
      </p:sp>
      <p:sp>
        <p:nvSpPr>
          <p:cNvPr id="16" name="Text 14"/>
          <p:cNvSpPr/>
          <p:nvPr/>
        </p:nvSpPr>
        <p:spPr>
          <a:xfrm>
            <a:off x="457200" y="3493008"/>
            <a:ext cx="365760" cy="365760"/>
          </a:xfrm>
          <a:prstGeom prst="rect">
            <a:avLst/>
          </a:prstGeom>
          <a:noFill/>
          <a:ln/>
        </p:spPr>
        <p:txBody>
          <a:bodyPr wrap="square" lIns="18288" tIns="18288" rIns="18288" bIns="18288" rtlCol="0" anchor="ctr" anchorCtr="1">
            <a:normAutofit/>
          </a:bodyPr>
          <a:lstStyle/>
          <a:p>
            <a:pPr marL="0" indent="0" algn="ctr">
              <a:lnSpc>
                <a:spcPct val="100000"/>
              </a:lnSpc>
              <a:buNone/>
            </a:pPr>
            <a:r>
              <a:rPr lang="en-US" sz="1400" dirty="0">
                <a:solidFill>
                  <a:srgbClr val="02C8FF"/>
                </a:solidFill>
                <a:latin typeface="CiscoSansTT" pitchFamily="34" charset="0"/>
                <a:ea typeface="CiscoSansTT" pitchFamily="34" charset="-122"/>
                <a:cs typeface="CiscoSansTT" pitchFamily="34" charset="-120"/>
              </a:rPr>
              <a:t>4</a:t>
            </a:r>
            <a:endParaRPr lang="en-US" sz="1400" dirty="0"/>
          </a:p>
        </p:txBody>
      </p:sp>
      <p:sp>
        <p:nvSpPr>
          <p:cNvPr id="17" name="Text 15"/>
          <p:cNvSpPr/>
          <p:nvPr/>
        </p:nvSpPr>
        <p:spPr>
          <a:xfrm>
            <a:off x="1005840" y="3383280"/>
            <a:ext cx="5943600" cy="594360"/>
          </a:xfrm>
          <a:prstGeom prst="rect">
            <a:avLst/>
          </a:prstGeom>
          <a:noFill/>
          <a:ln/>
        </p:spPr>
        <p:txBody>
          <a:bodyPr wrap="square" rtlCol="0" anchor="ctr">
            <a:normAutofit/>
          </a:bodyPr>
          <a:lstStyle/>
          <a:p>
            <a:pPr marL="0" indent="0">
              <a:lnSpc>
                <a:spcPct val="100000"/>
              </a:lnSpc>
              <a:buNone/>
            </a:pPr>
            <a:r>
              <a:rPr lang="en-US" sz="1800" dirty="0">
                <a:solidFill>
                  <a:srgbClr val="FFFFFF"/>
                </a:solidFill>
                <a:latin typeface="CiscoSansTT" pitchFamily="34" charset="0"/>
                <a:ea typeface="CiscoSansTT" pitchFamily="34" charset="-122"/>
                <a:cs typeface="CiscoSansTT" pitchFamily="34" charset="-120"/>
              </a:rPr>
              <a:t>The Origins &amp; The Wedge</a:t>
            </a:r>
            <a:endParaRPr lang="en-US" sz="1800" dirty="0"/>
          </a:p>
        </p:txBody>
      </p:sp>
      <p:sp>
        <p:nvSpPr>
          <p:cNvPr id="18" name="Shape 16"/>
          <p:cNvSpPr/>
          <p:nvPr/>
        </p:nvSpPr>
        <p:spPr>
          <a:xfrm>
            <a:off x="457200" y="4046220"/>
            <a:ext cx="6492240" cy="0"/>
          </a:xfrm>
          <a:prstGeom prst="line">
            <a:avLst/>
          </a:prstGeom>
          <a:noFill/>
          <a:ln w="12700">
            <a:solidFill>
              <a:srgbClr val="525E6C"/>
            </a:solidFill>
            <a:prstDash val="solid"/>
          </a:ln>
        </p:spPr>
        <p:txBody>
          <a:bodyPr/>
          <a:lstStyle/>
          <a:p>
            <a:pPr>
              <a:lnSpc>
                <a:spcPct val="100000"/>
              </a:lnSpc>
              <a:spcBef>
                <a:spcPts val="0"/>
              </a:spcBef>
              <a:spcAft>
                <a:spcPts val="0"/>
              </a:spcAft>
            </a:pPr>
            <a:endParaRPr/>
          </a:p>
        </p:txBody>
      </p:sp>
      <p:sp>
        <p:nvSpPr>
          <p:cNvPr id="19" name="Shape 17"/>
          <p:cNvSpPr/>
          <p:nvPr/>
        </p:nvSpPr>
        <p:spPr>
          <a:xfrm>
            <a:off x="457200" y="4224528"/>
            <a:ext cx="594360" cy="594360"/>
          </a:xfrm>
          <a:prstGeom prst="ellipse">
            <a:avLst/>
          </a:prstGeom>
          <a:noFill/>
          <a:ln w="12700">
            <a:solidFill>
              <a:srgbClr val="02C8FF"/>
            </a:solidFill>
            <a:prstDash val="solid"/>
          </a:ln>
        </p:spPr>
        <p:txBody>
          <a:bodyPr/>
          <a:lstStyle/>
          <a:p>
            <a:pPr>
              <a:lnSpc>
                <a:spcPct val="100000"/>
              </a:lnSpc>
              <a:spcBef>
                <a:spcPts val="0"/>
              </a:spcBef>
              <a:spcAft>
                <a:spcPts val="0"/>
              </a:spcAft>
            </a:pPr>
            <a:endParaRPr/>
          </a:p>
        </p:txBody>
      </p:sp>
      <p:sp>
        <p:nvSpPr>
          <p:cNvPr id="20" name="Text 18"/>
          <p:cNvSpPr/>
          <p:nvPr/>
        </p:nvSpPr>
        <p:spPr>
          <a:xfrm>
            <a:off x="457200" y="4224528"/>
            <a:ext cx="365760" cy="365760"/>
          </a:xfrm>
          <a:prstGeom prst="rect">
            <a:avLst/>
          </a:prstGeom>
          <a:noFill/>
          <a:ln/>
        </p:spPr>
        <p:txBody>
          <a:bodyPr wrap="square" lIns="18288" tIns="18288" rIns="18288" bIns="18288" rtlCol="0" anchor="ctr" anchorCtr="1">
            <a:normAutofit/>
          </a:bodyPr>
          <a:lstStyle/>
          <a:p>
            <a:pPr marL="0" indent="0" algn="ctr">
              <a:lnSpc>
                <a:spcPct val="100000"/>
              </a:lnSpc>
              <a:buNone/>
            </a:pPr>
            <a:r>
              <a:rPr lang="en-US" sz="1400" dirty="0">
                <a:solidFill>
                  <a:srgbClr val="02C8FF"/>
                </a:solidFill>
                <a:latin typeface="CiscoSansTT" pitchFamily="34" charset="0"/>
                <a:ea typeface="CiscoSansTT" pitchFamily="34" charset="-122"/>
                <a:cs typeface="CiscoSansTT" pitchFamily="34" charset="-120"/>
              </a:rPr>
              <a:t>5</a:t>
            </a:r>
            <a:endParaRPr lang="en-US" sz="1400" dirty="0"/>
          </a:p>
        </p:txBody>
      </p:sp>
      <p:sp>
        <p:nvSpPr>
          <p:cNvPr id="21" name="Text 19"/>
          <p:cNvSpPr/>
          <p:nvPr/>
        </p:nvSpPr>
        <p:spPr>
          <a:xfrm>
            <a:off x="1005840" y="4114800"/>
            <a:ext cx="5943600" cy="594360"/>
          </a:xfrm>
          <a:prstGeom prst="rect">
            <a:avLst/>
          </a:prstGeom>
          <a:noFill/>
          <a:ln/>
        </p:spPr>
        <p:txBody>
          <a:bodyPr wrap="square" rtlCol="0" anchor="ctr">
            <a:normAutofit/>
          </a:bodyPr>
          <a:lstStyle/>
          <a:p>
            <a:pPr marL="0" indent="0">
              <a:lnSpc>
                <a:spcPct val="100000"/>
              </a:lnSpc>
              <a:buNone/>
            </a:pPr>
            <a:r>
              <a:rPr lang="en-US" sz="1800" dirty="0">
                <a:solidFill>
                  <a:srgbClr val="FFFFFF"/>
                </a:solidFill>
                <a:latin typeface="CiscoSansTT" pitchFamily="34" charset="0"/>
                <a:ea typeface="CiscoSansTT" pitchFamily="34" charset="-122"/>
                <a:cs typeface="CiscoSansTT" pitchFamily="34" charset="-120"/>
              </a:rPr>
              <a:t>Imperative vs. Declarative</a:t>
            </a:r>
            <a:endParaRPr lang="en-US" sz="1800" dirty="0"/>
          </a:p>
        </p:txBody>
      </p:sp>
      <p:sp>
        <p:nvSpPr>
          <p:cNvPr id="22" name="Shape 20"/>
          <p:cNvSpPr/>
          <p:nvPr/>
        </p:nvSpPr>
        <p:spPr>
          <a:xfrm>
            <a:off x="457200" y="4777740"/>
            <a:ext cx="6492240" cy="0"/>
          </a:xfrm>
          <a:prstGeom prst="line">
            <a:avLst/>
          </a:prstGeom>
          <a:noFill/>
          <a:ln w="12700">
            <a:solidFill>
              <a:srgbClr val="525E6C"/>
            </a:solidFill>
            <a:prstDash val="solid"/>
          </a:ln>
        </p:spPr>
        <p:txBody>
          <a:bodyPr/>
          <a:lstStyle/>
          <a:p>
            <a:pPr>
              <a:lnSpc>
                <a:spcPct val="100000"/>
              </a:lnSpc>
              <a:spcBef>
                <a:spcPts val="0"/>
              </a:spcBef>
              <a:spcAft>
                <a:spcPts val="0"/>
              </a:spcAft>
            </a:pPr>
            <a:endParaRPr/>
          </a:p>
        </p:txBody>
      </p:sp>
      <p:sp>
        <p:nvSpPr>
          <p:cNvPr id="23" name="Shape 21"/>
          <p:cNvSpPr/>
          <p:nvPr/>
        </p:nvSpPr>
        <p:spPr>
          <a:xfrm>
            <a:off x="457200" y="4956048"/>
            <a:ext cx="594360" cy="594360"/>
          </a:xfrm>
          <a:prstGeom prst="ellipse">
            <a:avLst/>
          </a:prstGeom>
          <a:noFill/>
          <a:ln w="12700">
            <a:solidFill>
              <a:srgbClr val="02C8FF"/>
            </a:solidFill>
            <a:prstDash val="solid"/>
          </a:ln>
        </p:spPr>
        <p:txBody>
          <a:bodyPr/>
          <a:lstStyle/>
          <a:p>
            <a:pPr>
              <a:lnSpc>
                <a:spcPct val="100000"/>
              </a:lnSpc>
              <a:spcBef>
                <a:spcPts val="0"/>
              </a:spcBef>
              <a:spcAft>
                <a:spcPts val="0"/>
              </a:spcAft>
            </a:pPr>
            <a:endParaRPr/>
          </a:p>
        </p:txBody>
      </p:sp>
      <p:sp>
        <p:nvSpPr>
          <p:cNvPr id="24" name="Text 22"/>
          <p:cNvSpPr/>
          <p:nvPr/>
        </p:nvSpPr>
        <p:spPr>
          <a:xfrm>
            <a:off x="457200" y="4956048"/>
            <a:ext cx="365760" cy="365760"/>
          </a:xfrm>
          <a:prstGeom prst="rect">
            <a:avLst/>
          </a:prstGeom>
          <a:noFill/>
          <a:ln/>
        </p:spPr>
        <p:txBody>
          <a:bodyPr wrap="square" lIns="18288" tIns="18288" rIns="18288" bIns="18288" rtlCol="0" anchor="ctr" anchorCtr="1">
            <a:normAutofit/>
          </a:bodyPr>
          <a:lstStyle/>
          <a:p>
            <a:pPr marL="0" indent="0" algn="ctr">
              <a:lnSpc>
                <a:spcPct val="100000"/>
              </a:lnSpc>
              <a:buNone/>
            </a:pPr>
            <a:r>
              <a:rPr lang="en-US" sz="1400" dirty="0">
                <a:solidFill>
                  <a:srgbClr val="02C8FF"/>
                </a:solidFill>
                <a:latin typeface="CiscoSansTT" pitchFamily="34" charset="0"/>
                <a:ea typeface="CiscoSansTT" pitchFamily="34" charset="-122"/>
                <a:cs typeface="CiscoSansTT" pitchFamily="34" charset="-120"/>
              </a:rPr>
              <a:t>6</a:t>
            </a:r>
            <a:endParaRPr lang="en-US" sz="1400" dirty="0"/>
          </a:p>
        </p:txBody>
      </p:sp>
      <p:sp>
        <p:nvSpPr>
          <p:cNvPr id="25" name="Text 23"/>
          <p:cNvSpPr/>
          <p:nvPr/>
        </p:nvSpPr>
        <p:spPr>
          <a:xfrm>
            <a:off x="1005840" y="4846320"/>
            <a:ext cx="5943600" cy="594360"/>
          </a:xfrm>
          <a:prstGeom prst="rect">
            <a:avLst/>
          </a:prstGeom>
          <a:noFill/>
          <a:ln/>
        </p:spPr>
        <p:txBody>
          <a:bodyPr wrap="square" rtlCol="0" anchor="ctr">
            <a:normAutofit/>
          </a:bodyPr>
          <a:lstStyle/>
          <a:p>
            <a:pPr marL="0" indent="0">
              <a:lnSpc>
                <a:spcPct val="100000"/>
              </a:lnSpc>
              <a:buNone/>
            </a:pPr>
            <a:r>
              <a:rPr lang="en-US" sz="1800" dirty="0">
                <a:solidFill>
                  <a:srgbClr val="FFFFFF"/>
                </a:solidFill>
                <a:latin typeface="CiscoSansTT" pitchFamily="34" charset="0"/>
                <a:ea typeface="CiscoSansTT" pitchFamily="34" charset="-122"/>
                <a:cs typeface="CiscoSansTT" pitchFamily="34" charset="-120"/>
              </a:rPr>
              <a:t>The Modern Workspace &amp; Operational Payoff</a:t>
            </a:r>
            <a:endParaRPr lang="en-US" sz="1800" dirty="0"/>
          </a:p>
        </p:txBody>
      </p:sp>
      <p:sp>
        <p:nvSpPr>
          <p:cNvPr id="26" name="Shape 24"/>
          <p:cNvSpPr/>
          <p:nvPr/>
        </p:nvSpPr>
        <p:spPr>
          <a:xfrm>
            <a:off x="457200" y="5509260"/>
            <a:ext cx="6492240" cy="0"/>
          </a:xfrm>
          <a:prstGeom prst="line">
            <a:avLst/>
          </a:prstGeom>
          <a:noFill/>
          <a:ln w="12700">
            <a:solidFill>
              <a:srgbClr val="525E6C"/>
            </a:solidFill>
            <a:prstDash val="solid"/>
          </a:ln>
        </p:spPr>
        <p:txBody>
          <a:bodyPr/>
          <a:lstStyle/>
          <a:p>
            <a:pPr>
              <a:lnSpc>
                <a:spcPct val="100000"/>
              </a:lnSpc>
              <a:spcBef>
                <a:spcPts val="0"/>
              </a:spcBef>
              <a:spcAft>
                <a:spcPts val="0"/>
              </a:spcAft>
            </a:pPr>
            <a:endParaRPr/>
          </a:p>
        </p:txBody>
      </p:sp>
      <p:sp>
        <p:nvSpPr>
          <p:cNvPr id="27" name="Shape 25"/>
          <p:cNvSpPr/>
          <p:nvPr/>
        </p:nvSpPr>
        <p:spPr>
          <a:xfrm>
            <a:off x="457200" y="5687568"/>
            <a:ext cx="594360" cy="594360"/>
          </a:xfrm>
          <a:prstGeom prst="ellipse">
            <a:avLst/>
          </a:prstGeom>
          <a:noFill/>
          <a:ln w="12700">
            <a:solidFill>
              <a:srgbClr val="02C8FF"/>
            </a:solidFill>
            <a:prstDash val="solid"/>
          </a:ln>
        </p:spPr>
        <p:txBody>
          <a:bodyPr/>
          <a:lstStyle/>
          <a:p>
            <a:pPr>
              <a:lnSpc>
                <a:spcPct val="100000"/>
              </a:lnSpc>
              <a:spcBef>
                <a:spcPts val="0"/>
              </a:spcBef>
              <a:spcAft>
                <a:spcPts val="0"/>
              </a:spcAft>
            </a:pPr>
            <a:endParaRPr/>
          </a:p>
        </p:txBody>
      </p:sp>
      <p:sp>
        <p:nvSpPr>
          <p:cNvPr id="28" name="Text 26"/>
          <p:cNvSpPr/>
          <p:nvPr/>
        </p:nvSpPr>
        <p:spPr>
          <a:xfrm>
            <a:off x="457200" y="5687568"/>
            <a:ext cx="365760" cy="365760"/>
          </a:xfrm>
          <a:prstGeom prst="rect">
            <a:avLst/>
          </a:prstGeom>
          <a:noFill/>
          <a:ln/>
        </p:spPr>
        <p:txBody>
          <a:bodyPr wrap="square" lIns="18288" tIns="18288" rIns="18288" bIns="18288" rtlCol="0" anchor="ctr" anchorCtr="1">
            <a:normAutofit/>
          </a:bodyPr>
          <a:lstStyle/>
          <a:p>
            <a:pPr marL="0" indent="0" algn="ctr">
              <a:lnSpc>
                <a:spcPct val="100000"/>
              </a:lnSpc>
              <a:buNone/>
            </a:pPr>
            <a:r>
              <a:rPr lang="en-US" sz="1400" dirty="0">
                <a:solidFill>
                  <a:srgbClr val="02C8FF"/>
                </a:solidFill>
                <a:latin typeface="CiscoSansTT" pitchFamily="34" charset="0"/>
                <a:ea typeface="CiscoSansTT" pitchFamily="34" charset="-122"/>
                <a:cs typeface="CiscoSansTT" pitchFamily="34" charset="-120"/>
              </a:rPr>
              <a:t>7</a:t>
            </a:r>
            <a:endParaRPr lang="en-US" sz="1400" dirty="0"/>
          </a:p>
        </p:txBody>
      </p:sp>
      <p:sp>
        <p:nvSpPr>
          <p:cNvPr id="29" name="Text 27"/>
          <p:cNvSpPr/>
          <p:nvPr/>
        </p:nvSpPr>
        <p:spPr>
          <a:xfrm>
            <a:off x="1005840" y="5577840"/>
            <a:ext cx="5943600" cy="594360"/>
          </a:xfrm>
          <a:prstGeom prst="rect">
            <a:avLst/>
          </a:prstGeom>
          <a:noFill/>
          <a:ln/>
        </p:spPr>
        <p:txBody>
          <a:bodyPr wrap="square" rtlCol="0" anchor="ctr">
            <a:normAutofit/>
          </a:bodyPr>
          <a:lstStyle/>
          <a:p>
            <a:pPr marL="0" indent="0">
              <a:lnSpc>
                <a:spcPct val="100000"/>
              </a:lnSpc>
              <a:buNone/>
            </a:pPr>
            <a:r>
              <a:rPr lang="en-US" sz="1800" dirty="0">
                <a:solidFill>
                  <a:srgbClr val="FFFFFF"/>
                </a:solidFill>
                <a:latin typeface="CiscoSansTT" pitchFamily="34" charset="0"/>
                <a:ea typeface="CiscoSansTT" pitchFamily="34" charset="-122"/>
                <a:cs typeface="CiscoSansTT" pitchFamily="34" charset="-120"/>
              </a:rPr>
              <a:t>Application to SD-WAN &amp; Next Steps</a:t>
            </a:r>
            <a:endParaRPr lang="en-US" sz="1800" dirty="0"/>
          </a:p>
        </p:txBody>
      </p:sp>
      <p:sp>
        <p:nvSpPr>
          <p:cNvPr id="30" name="Shape 28"/>
          <p:cNvSpPr/>
          <p:nvPr/>
        </p:nvSpPr>
        <p:spPr>
          <a:xfrm>
            <a:off x="7132320" y="1188720"/>
            <a:ext cx="0" cy="4937760"/>
          </a:xfrm>
          <a:prstGeom prst="line">
            <a:avLst/>
          </a:prstGeom>
          <a:noFill/>
          <a:ln w="12700">
            <a:solidFill>
              <a:srgbClr val="525E6C"/>
            </a:solidFill>
            <a:prstDash val="solid"/>
          </a:ln>
        </p:spPr>
        <p:txBody>
          <a:bodyPr/>
          <a:lstStyle/>
          <a:p>
            <a:pPr>
              <a:lnSpc>
                <a:spcPct val="100000"/>
              </a:lnSpc>
              <a:spcBef>
                <a:spcPts val="0"/>
              </a:spcBef>
              <a:spcAft>
                <a:spcPts val="0"/>
              </a:spcAft>
            </a:pPr>
            <a:endParaRPr/>
          </a:p>
        </p:txBody>
      </p:sp>
      <p:sp>
        <p:nvSpPr>
          <p:cNvPr id="31" name="Rectangle 10">
            <a:extLst>
              <a:ext uri="{FF2B5EF4-FFF2-40B4-BE49-F238E27FC236}">
                <a16:creationId xmlns:a16="http://schemas.microsoft.com/office/drawing/2014/main" id="{A83FD93B-1B4B-5D3C-1610-6B73869C778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iscoSansTT"/>
                <a:ea typeface="ＭＳ Ｐゴシック" charset="0"/>
                <a:cs typeface="CiscoSansTT" panose="020B0503020201020303"/>
              </a:rPr>
              <a:t>© 2026 </a:t>
            </a:r>
            <a:r>
              <a:rPr kumimoji="0" lang="en-US" sz="700" b="0" i="0" u="none" strike="noStrike" kern="1200" cap="none" spc="0" normalizeH="0" baseline="0" noProof="0" dirty="0">
                <a:ln>
                  <a:noFill/>
                </a:ln>
                <a:solidFill>
                  <a:srgbClr val="FFFFFF"/>
                </a:solidFill>
                <a:effectLst/>
                <a:uLnTx/>
                <a:uFillTx/>
                <a:latin typeface="CiscoSansTT"/>
                <a:ea typeface="ＭＳ Ｐゴシック" charset="0"/>
                <a:cs typeface="CiscoSansTT" panose="020B0503020201020303"/>
              </a:rPr>
              <a:t>Cisco and/or its affiliates. All rights reserved.</a:t>
            </a:r>
          </a:p>
        </p:txBody>
      </p:sp>
      <p:pic>
        <p:nvPicPr>
          <p:cNvPr id="32" name="Picture 7" descr="Cisco Logo">
            <a:extLst>
              <a:ext uri="{FF2B5EF4-FFF2-40B4-BE49-F238E27FC236}">
                <a16:creationId xmlns:a16="http://schemas.microsoft.com/office/drawing/2014/main" id="{F8C90EEF-EFFF-4719-D730-C85453565D3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1520088" y="6354445"/>
            <a:ext cx="348061" cy="182880"/>
          </a:xfrm>
          <a:prstGeom prst="rect">
            <a:avLst/>
          </a:prstGeom>
        </p:spPr>
      </p:pic>
      <p:sp>
        <p:nvSpPr>
          <p:cNvPr id="33" name="TextBox 14">
            <a:extLst>
              <a:ext uri="{FF2B5EF4-FFF2-40B4-BE49-F238E27FC236}">
                <a16:creationId xmlns:a16="http://schemas.microsoft.com/office/drawing/2014/main" id="{8A17DE44-7F5E-72A3-3814-89C7FD429FC4}"/>
              </a:ext>
            </a:extLst>
          </p:cNvPr>
          <p:cNvSpPr txBox="1"/>
          <p:nvPr>
            <p:extLst>
              <p:ext uri="{1162E1C5-73C7-4A58-AE30-91384D911F3F}">
                <p184:classification xmlns:p184="http://schemas.microsoft.com/office/powerpoint/2018/4/main" val="ftr"/>
              </p:ext>
            </p:extLst>
          </p:nvPr>
        </p:nvSpPr>
        <p:spPr>
          <a:xfrm>
            <a:off x="11385550" y="6672580"/>
            <a:ext cx="765175" cy="107722"/>
          </a:xfrm>
          <a:prstGeom prst="rect">
            <a:avLst/>
          </a:prstGeom>
        </p:spPr>
        <p:txBody>
          <a:bodyPr horzOverflow="overflow" lIns="0" tIns="0" rIns="0" bIns="0">
            <a:spAutoFit/>
          </a:bodyPr>
          <a:lstStyle/>
          <a:p>
            <a:pPr algn="l"/>
            <a:r>
              <a:rPr lang="en-US" sz="700" dirty="0">
                <a:solidFill>
                  <a:srgbClr val="B4B9C0"/>
                </a:solidFill>
                <a:latin typeface="Calibri" panose="020F0502020204030204" pitchFamily="34" charset="0"/>
                <a:ea typeface="Calibri" panose="020F0502020204030204" pitchFamily="34" charset="0"/>
                <a:cs typeface="Calibri" panose="020F0502020204030204" pitchFamily="34" charset="0"/>
              </a:rPr>
              <a:t>Cisco Confidential</a:t>
            </a:r>
          </a:p>
        </p:txBody>
      </p:sp>
      <p:pic>
        <p:nvPicPr>
          <p:cNvPr id="34" name="Picture 33" descr="image.jpg"/>
          <p:cNvPicPr>
            <a:picLocks noChangeAspect="1"/>
          </p:cNvPicPr>
          <p:nvPr/>
        </p:nvPicPr>
        <p:blipFill>
          <a:blip r:embed="rId3"/>
          <a:stretch>
            <a:fillRect/>
          </a:stretch>
        </p:blipFill>
        <p:spPr>
          <a:xfrm>
            <a:off x="7132320" y="1188720"/>
            <a:ext cx="4297680" cy="4937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spcBef>
                <a:spcPts val="0"/>
              </a:spcBef>
              <a:spcAft>
                <a:spcPts val="0"/>
              </a:spcAft>
            </a:pPr>
            <a:r>
              <a:rPr sz="2400">
                <a:solidFill>
                  <a:srgbClr val="FFFFFF"/>
                </a:solidFill>
              </a:rPr>
              <a:t>The Reality Check &amp; Our Readiness</a:t>
            </a:r>
          </a:p>
        </p:txBody>
      </p:sp>
      <p:sp>
        <p:nvSpPr>
          <p:cNvPr id="8" name="Shape 0"/>
          <p:cNvSpPr/>
          <p:nvPr/>
        </p:nvSpPr>
        <p:spPr>
          <a:xfrm>
            <a:off x="6611112" y="1417320"/>
            <a:ext cx="5029200" cy="1341120"/>
          </a:xfrm>
          <a:prstGeom prst="roundRect">
            <a:avLst>
              <a:gd name="adj" fmla="val 6818"/>
            </a:avLst>
          </a:prstGeom>
          <a:solidFill>
            <a:srgbClr val="1A2A3D"/>
          </a:solidFill>
          <a:ln w="15875">
            <a:solidFill>
              <a:srgbClr val="525E6C"/>
            </a:solidFill>
            <a:prstDash val="solid"/>
          </a:ln>
        </p:spPr>
        <p:txBody>
          <a:bodyPr/>
          <a:lstStyle/>
          <a:p>
            <a:pPr>
              <a:lnSpc>
                <a:spcPct val="100000"/>
              </a:lnSpc>
              <a:spcBef>
                <a:spcPts val="0"/>
              </a:spcBef>
              <a:spcAft>
                <a:spcPts val="0"/>
              </a:spcAft>
            </a:pPr>
            <a:endParaRPr/>
          </a:p>
        </p:txBody>
      </p:sp>
      <p:sp>
        <p:nvSpPr>
          <p:cNvPr id="3" name="Text 1"/>
          <p:cNvSpPr/>
          <p:nvPr/>
        </p:nvSpPr>
        <p:spPr>
          <a:xfrm>
            <a:off x="6793992" y="1508760"/>
            <a:ext cx="4663440" cy="1158240"/>
          </a:xfrm>
          <a:prstGeom prst="rect">
            <a:avLst/>
          </a:prstGeom>
          <a:noFill/>
          <a:ln/>
        </p:spPr>
        <p:txBody>
          <a:bodyPr wrap="square" rtlCol="0" anchor="ctr">
            <a:normAutofit/>
          </a:bodyPr>
          <a:lstStyle/>
          <a:p>
            <a:pPr marL="0" indent="0">
              <a:lnSpc>
                <a:spcPct val="100000"/>
              </a:lnSpc>
              <a:buNone/>
            </a:pPr>
            <a:r>
              <a:rPr lang="en-US" sz="1600" b="1" dirty="0">
                <a:solidFill>
                  <a:srgbClr val="02C8FF"/>
                </a:solidFill>
              </a:rPr>
              <a:t>The History</a:t>
            </a:r>
            <a:endParaRPr lang="en-US" sz="1600" dirty="0"/>
          </a:p>
          <a:p>
            <a:pPr marL="0" indent="0">
              <a:lnSpc>
                <a:spcPct val="100000"/>
              </a:lnSpc>
              <a:buNone/>
            </a:pPr>
            <a:r>
              <a:rPr lang="en-US" sz="1400" dirty="0">
                <a:solidFill>
                  <a:srgbClr val="FFFFFF"/>
                </a:solidFill>
              </a:rPr>
              <a:t>3 years into the industry's SDWAN-as-Code journey.</a:t>
            </a:r>
            <a:endParaRPr lang="en-US" sz="1600" dirty="0"/>
          </a:p>
        </p:txBody>
      </p:sp>
      <p:sp>
        <p:nvSpPr>
          <p:cNvPr id="4" name="Shape 2"/>
          <p:cNvSpPr/>
          <p:nvPr/>
        </p:nvSpPr>
        <p:spPr>
          <a:xfrm>
            <a:off x="6611112" y="2987040"/>
            <a:ext cx="5029200" cy="1341120"/>
          </a:xfrm>
          <a:prstGeom prst="roundRect">
            <a:avLst>
              <a:gd name="adj" fmla="val 6818"/>
            </a:avLst>
          </a:prstGeom>
          <a:solidFill>
            <a:srgbClr val="1A2A3D"/>
          </a:solidFill>
          <a:ln w="15875">
            <a:solidFill>
              <a:srgbClr val="525E6C"/>
            </a:solidFill>
            <a:prstDash val="solid"/>
          </a:ln>
        </p:spPr>
        <p:txBody>
          <a:bodyPr/>
          <a:lstStyle/>
          <a:p>
            <a:pPr>
              <a:lnSpc>
                <a:spcPct val="100000"/>
              </a:lnSpc>
              <a:spcBef>
                <a:spcPts val="0"/>
              </a:spcBef>
              <a:spcAft>
                <a:spcPts val="0"/>
              </a:spcAft>
            </a:pPr>
            <a:endParaRPr/>
          </a:p>
        </p:txBody>
      </p:sp>
      <p:sp>
        <p:nvSpPr>
          <p:cNvPr id="5" name="Text 3"/>
          <p:cNvSpPr/>
          <p:nvPr/>
        </p:nvSpPr>
        <p:spPr>
          <a:xfrm>
            <a:off x="6793992" y="3078480"/>
            <a:ext cx="4663440" cy="1158240"/>
          </a:xfrm>
          <a:prstGeom prst="rect">
            <a:avLst/>
          </a:prstGeom>
          <a:noFill/>
          <a:ln/>
        </p:spPr>
        <p:txBody>
          <a:bodyPr wrap="square" rtlCol="0" anchor="ctr">
            <a:normAutofit/>
          </a:bodyPr>
          <a:lstStyle/>
          <a:p>
            <a:pPr marL="0" indent="0">
              <a:lnSpc>
                <a:spcPct val="100000"/>
              </a:lnSpc>
              <a:buNone/>
            </a:pPr>
            <a:r>
              <a:rPr lang="en-US" sz="1600" b="1" dirty="0">
                <a:solidFill>
                  <a:srgbClr val="02C8FF"/>
                </a:solidFill>
              </a:rPr>
              <a:t>The Reality</a:t>
            </a:r>
            <a:endParaRPr lang="en-US" sz="1600" dirty="0"/>
          </a:p>
          <a:p>
            <a:pPr marL="0" indent="0">
              <a:lnSpc>
                <a:spcPct val="100000"/>
              </a:lnSpc>
              <a:buNone/>
            </a:pPr>
            <a:r>
              <a:rPr lang="en-US" sz="1400" dirty="0">
                <a:solidFill>
                  <a:srgbClr val="FFFFFF"/>
                </a:solidFill>
              </a:rPr>
              <a:t>The massive projected pipeline</a:t>
            </a:r>
            <a:endParaRPr lang="en-US" sz="1600" dirty="0"/>
          </a:p>
          <a:p>
            <a:pPr marL="0" indent="0">
              <a:lnSpc>
                <a:spcPct val="100000"/>
              </a:lnSpc>
              <a:buNone/>
            </a:pPr>
            <a:r>
              <a:rPr lang="en-US" sz="1400" dirty="0">
                <a:solidFill>
                  <a:srgbClr val="FFFFFF"/>
                </a:solidFill>
              </a:rPr>
              <a:t>has been slow to materialize.</a:t>
            </a:r>
            <a:endParaRPr lang="en-US" sz="1600" dirty="0"/>
          </a:p>
        </p:txBody>
      </p:sp>
      <p:sp>
        <p:nvSpPr>
          <p:cNvPr id="6" name="Shape 4"/>
          <p:cNvSpPr/>
          <p:nvPr/>
        </p:nvSpPr>
        <p:spPr>
          <a:xfrm>
            <a:off x="6611112" y="4556760"/>
            <a:ext cx="5029200" cy="1341120"/>
          </a:xfrm>
          <a:prstGeom prst="roundRect">
            <a:avLst>
              <a:gd name="adj" fmla="val 6818"/>
            </a:avLst>
          </a:prstGeom>
          <a:solidFill>
            <a:srgbClr val="1A2A3D"/>
          </a:solidFill>
          <a:ln w="15875">
            <a:solidFill>
              <a:srgbClr val="525E6C"/>
            </a:solidFill>
            <a:prstDash val="solid"/>
          </a:ln>
        </p:spPr>
        <p:txBody>
          <a:bodyPr/>
          <a:lstStyle/>
          <a:p>
            <a:pPr>
              <a:lnSpc>
                <a:spcPct val="100000"/>
              </a:lnSpc>
              <a:spcBef>
                <a:spcPts val="0"/>
              </a:spcBef>
              <a:spcAft>
                <a:spcPts val="0"/>
              </a:spcAft>
            </a:pPr>
            <a:endParaRPr/>
          </a:p>
        </p:txBody>
      </p:sp>
      <p:sp>
        <p:nvSpPr>
          <p:cNvPr id="7" name="Text 5"/>
          <p:cNvSpPr/>
          <p:nvPr/>
        </p:nvSpPr>
        <p:spPr>
          <a:xfrm>
            <a:off x="6793992" y="4648200"/>
            <a:ext cx="4663440" cy="1158240"/>
          </a:xfrm>
          <a:prstGeom prst="rect">
            <a:avLst/>
          </a:prstGeom>
          <a:noFill/>
          <a:ln/>
        </p:spPr>
        <p:txBody>
          <a:bodyPr wrap="square" rtlCol="0" anchor="ctr">
            <a:normAutofit/>
          </a:bodyPr>
          <a:lstStyle/>
          <a:p>
            <a:pPr marL="0" indent="0">
              <a:lnSpc>
                <a:spcPct val="100000"/>
              </a:lnSpc>
              <a:buNone/>
            </a:pPr>
            <a:r>
              <a:rPr lang="en-US" sz="1600" b="1" dirty="0">
                <a:solidFill>
                  <a:srgbClr val="02C8FF"/>
                </a:solidFill>
              </a:rPr>
              <a:t>Our Goal</a:t>
            </a:r>
            <a:endParaRPr lang="en-US" sz="1600" dirty="0"/>
          </a:p>
          <a:p>
            <a:pPr marL="0" indent="0">
              <a:lnSpc>
                <a:spcPct val="100000"/>
              </a:lnSpc>
              <a:buNone/>
            </a:pPr>
            <a:r>
              <a:rPr lang="en-US" sz="1400" dirty="0">
                <a:solidFill>
                  <a:srgbClr val="FFFFFF"/>
                </a:solidFill>
              </a:rPr>
              <a:t>We are not here to artificially drive the pipeline;</a:t>
            </a:r>
            <a:endParaRPr lang="en-US" sz="1600" dirty="0"/>
          </a:p>
          <a:p>
            <a:pPr marL="0" indent="0">
              <a:lnSpc>
                <a:spcPct val="100000"/>
              </a:lnSpc>
              <a:buNone/>
            </a:pPr>
            <a:r>
              <a:rPr lang="en-US" sz="1400" dirty="0">
                <a:solidFill>
                  <a:srgbClr val="FFFFFF"/>
                </a:solidFill>
              </a:rPr>
              <a:t>we are here to be fully ready for it.</a:t>
            </a:r>
            <a:endParaRPr lang="en-US" sz="1600" dirty="0"/>
          </a:p>
        </p:txBody>
      </p:sp>
      <p:graphicFrame>
        <p:nvGraphicFramePr>
          <p:cNvPr id="101" name="Diagram 1">
            <a:extLst>
              <a:ext uri="{FF2B5EF4-FFF2-40B4-BE49-F238E27FC236}">
                <a16:creationId xmlns:a16="http://schemas.microsoft.com/office/drawing/2014/main" id="{F8E37EC9-B5D4-4B7B-8649-26743B12EE5E}"/>
              </a:ext>
            </a:extLst>
          </p:cNvPr>
          <p:cNvGraphicFramePr/>
          <p:nvPr>
            <p:extLst>
              <p:ext uri="{D42A27DB-BD31-4B8C-83A1-F6EECF244321}">
                <p14:modId xmlns:p14="http://schemas.microsoft.com/office/powerpoint/2010/main" val="1774989525"/>
              </p:ext>
            </p:extLst>
          </p:nvPr>
        </p:nvGraphicFramePr>
        <p:xfrm>
          <a:off x="323850" y="1097280"/>
          <a:ext cx="5609590" cy="5242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82D"/>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731520"/>
          </a:xfrm>
          <a:prstGeom prst="rect">
            <a:avLst/>
          </a:prstGeom>
          <a:noFill/>
          <a:ln/>
        </p:spPr>
        <p:txBody>
          <a:bodyPr wrap="square" rtlCol="0" anchor="ctr">
            <a:normAutofit/>
          </a:bodyPr>
          <a:lstStyle/>
          <a:p>
            <a:pPr marL="0" indent="0">
              <a:lnSpc>
                <a:spcPct val="100000"/>
              </a:lnSpc>
              <a:buNone/>
            </a:pPr>
            <a:r>
              <a:rPr lang="en-US" sz="3600" b="1" dirty="0">
                <a:solidFill>
                  <a:srgbClr val="FFFFFF"/>
                </a:solidFill>
                <a:latin typeface="CiscoSansTT" pitchFamily="34" charset="0"/>
                <a:ea typeface="CiscoSansTT" pitchFamily="34" charset="-122"/>
                <a:cs typeface="CiscoSansTT" pitchFamily="34" charset="-120"/>
              </a:rPr>
              <a:t>Directives vs. Ground-Up Understanding</a:t>
            </a:r>
            <a:endParaRPr lang="en-US" sz="3600" dirty="0"/>
          </a:p>
        </p:txBody>
      </p:sp>
      <p:sp>
        <p:nvSpPr>
          <p:cNvPr id="3" name="Shape 1"/>
          <p:cNvSpPr/>
          <p:nvPr/>
        </p:nvSpPr>
        <p:spPr>
          <a:xfrm>
            <a:off x="457200" y="1188720"/>
            <a:ext cx="5257800" cy="4937760"/>
          </a:xfrm>
          <a:prstGeom prst="roundRect">
            <a:avLst>
              <a:gd name="adj" fmla="val 1852"/>
            </a:avLst>
          </a:prstGeom>
          <a:solidFill>
            <a:srgbClr val="0D2240"/>
          </a:solidFill>
          <a:ln w="15875">
            <a:solidFill>
              <a:srgbClr val="525E6C"/>
            </a:solidFill>
            <a:prstDash val="solid"/>
          </a:ln>
        </p:spPr>
        <p:txBody>
          <a:bodyPr/>
          <a:lstStyle/>
          <a:p>
            <a:pPr>
              <a:lnSpc>
                <a:spcPct val="100000"/>
              </a:lnSpc>
              <a:spcBef>
                <a:spcPts val="0"/>
              </a:spcBef>
              <a:spcAft>
                <a:spcPts val="0"/>
              </a:spcAft>
            </a:pPr>
            <a:endParaRPr/>
          </a:p>
        </p:txBody>
      </p:sp>
      <p:sp>
        <p:nvSpPr>
          <p:cNvPr id="4" name="Text 2"/>
          <p:cNvSpPr/>
          <p:nvPr/>
        </p:nvSpPr>
        <p:spPr>
          <a:xfrm>
            <a:off x="731520" y="1463040"/>
            <a:ext cx="4709160" cy="365760"/>
          </a:xfrm>
          <a:prstGeom prst="rect">
            <a:avLst/>
          </a:prstGeom>
          <a:noFill/>
          <a:ln/>
        </p:spPr>
        <p:txBody>
          <a:bodyPr wrap="square" rtlCol="0" anchor="ctr">
            <a:normAutofit fontScale="92500" lnSpcReduction="20000"/>
          </a:bodyPr>
          <a:lstStyle/>
          <a:p>
            <a:pPr marL="0" indent="0">
              <a:lnSpc>
                <a:spcPct val="100000"/>
              </a:lnSpc>
              <a:buNone/>
            </a:pPr>
            <a:r>
              <a:rPr lang="en-US" sz="2400" b="1" dirty="0">
                <a:solidFill>
                  <a:srgbClr val="02C8FF"/>
                </a:solidFill>
                <a:latin typeface="CiscoSansTT" pitchFamily="34" charset="0"/>
                <a:ea typeface="CiscoSansTT" pitchFamily="34" charset="-122"/>
                <a:cs typeface="CiscoSansTT" pitchFamily="34" charset="-120"/>
              </a:rPr>
              <a:t>The Challenge</a:t>
            </a:r>
            <a:endParaRPr lang="en-US" sz="2400" dirty="0"/>
          </a:p>
        </p:txBody>
      </p:sp>
      <p:sp>
        <p:nvSpPr>
          <p:cNvPr id="5" name="Text 3"/>
          <p:cNvSpPr/>
          <p:nvPr/>
        </p:nvSpPr>
        <p:spPr>
          <a:xfrm>
            <a:off x="731520" y="2011680"/>
            <a:ext cx="4709160" cy="3657600"/>
          </a:xfrm>
          <a:prstGeom prst="rect">
            <a:avLst/>
          </a:prstGeom>
          <a:noFill/>
          <a:ln/>
        </p:spPr>
        <p:txBody>
          <a:bodyPr wrap="square" rtlCol="0" anchor="ctr">
            <a:normAutofit/>
          </a:bodyPr>
          <a:lstStyle/>
          <a:p>
            <a:pPr marL="0" indent="0">
              <a:lnSpc>
                <a:spcPct val="120000"/>
              </a:lnSpc>
              <a:buNone/>
            </a:pPr>
            <a:r>
              <a:rPr lang="en-US" sz="2200" dirty="0">
                <a:solidFill>
                  <a:srgbClr val="FFFFFF"/>
                </a:solidFill>
                <a:latin typeface="CiscoSansTT" pitchFamily="34" charset="0"/>
                <a:ea typeface="CiscoSansTT" pitchFamily="34" charset="-122"/>
                <a:cs typeface="CiscoSansTT" pitchFamily="34" charset="-120"/>
              </a:rPr>
              <a:t>Top-down directives without foundational understanding breed skepticism.</a:t>
            </a:r>
            <a:endParaRPr lang="en-US" sz="2200" dirty="0"/>
          </a:p>
        </p:txBody>
      </p:sp>
      <p:sp>
        <p:nvSpPr>
          <p:cNvPr id="6" name="Shape 4"/>
          <p:cNvSpPr/>
          <p:nvPr/>
        </p:nvSpPr>
        <p:spPr>
          <a:xfrm>
            <a:off x="6172200" y="1188720"/>
            <a:ext cx="5257800" cy="4937760"/>
          </a:xfrm>
          <a:prstGeom prst="roundRect">
            <a:avLst>
              <a:gd name="adj" fmla="val 1852"/>
            </a:avLst>
          </a:prstGeom>
          <a:solidFill>
            <a:srgbClr val="0D2240"/>
          </a:solidFill>
          <a:ln w="15875">
            <a:solidFill>
              <a:srgbClr val="525E6C"/>
            </a:solidFill>
            <a:prstDash val="solid"/>
          </a:ln>
        </p:spPr>
        <p:txBody>
          <a:bodyPr/>
          <a:lstStyle/>
          <a:p>
            <a:pPr>
              <a:lnSpc>
                <a:spcPct val="100000"/>
              </a:lnSpc>
              <a:spcBef>
                <a:spcPts val="0"/>
              </a:spcBef>
              <a:spcAft>
                <a:spcPts val="0"/>
              </a:spcAft>
            </a:pPr>
            <a:endParaRPr/>
          </a:p>
        </p:txBody>
      </p:sp>
      <p:sp>
        <p:nvSpPr>
          <p:cNvPr id="7" name="Text 5"/>
          <p:cNvSpPr/>
          <p:nvPr/>
        </p:nvSpPr>
        <p:spPr>
          <a:xfrm>
            <a:off x="6446520" y="1463040"/>
            <a:ext cx="4709160" cy="365760"/>
          </a:xfrm>
          <a:prstGeom prst="rect">
            <a:avLst/>
          </a:prstGeom>
          <a:noFill/>
          <a:ln/>
        </p:spPr>
        <p:txBody>
          <a:bodyPr wrap="square" rtlCol="0" anchor="ctr">
            <a:normAutofit fontScale="92500" lnSpcReduction="20000"/>
          </a:bodyPr>
          <a:lstStyle/>
          <a:p>
            <a:pPr marL="0" indent="0">
              <a:lnSpc>
                <a:spcPct val="100000"/>
              </a:lnSpc>
              <a:buNone/>
            </a:pPr>
            <a:r>
              <a:rPr lang="en-US" sz="2400" b="1" dirty="0">
                <a:solidFill>
                  <a:srgbClr val="02C8FF"/>
                </a:solidFill>
                <a:latin typeface="CiscoSansTT" pitchFamily="34" charset="0"/>
                <a:ea typeface="CiscoSansTT" pitchFamily="34" charset="-122"/>
                <a:cs typeface="CiscoSansTT" pitchFamily="34" charset="-120"/>
              </a:rPr>
              <a:t>Our Approach</a:t>
            </a:r>
            <a:endParaRPr lang="en-US" sz="2400" dirty="0"/>
          </a:p>
        </p:txBody>
      </p:sp>
      <p:sp>
        <p:nvSpPr>
          <p:cNvPr id="8" name="Text 6"/>
          <p:cNvSpPr/>
          <p:nvPr/>
        </p:nvSpPr>
        <p:spPr>
          <a:xfrm>
            <a:off x="6446520" y="2011680"/>
            <a:ext cx="4709160" cy="365760"/>
          </a:xfrm>
          <a:prstGeom prst="rect">
            <a:avLst/>
          </a:prstGeom>
          <a:noFill/>
          <a:ln/>
        </p:spPr>
        <p:txBody>
          <a:bodyPr wrap="square" rtlCol="0" anchor="ctr">
            <a:normAutofit fontScale="92500" lnSpcReduction="10000"/>
          </a:bodyPr>
          <a:lstStyle/>
          <a:p>
            <a:pPr marL="0" indent="0">
              <a:lnSpc>
                <a:spcPct val="100000"/>
              </a:lnSpc>
              <a:buNone/>
            </a:pPr>
            <a:r>
              <a:rPr lang="en-US" sz="2200" b="1" dirty="0">
                <a:solidFill>
                  <a:srgbClr val="FFFFFF"/>
                </a:solidFill>
                <a:latin typeface="CiscoSansTT" pitchFamily="34" charset="0"/>
                <a:ea typeface="CiscoSansTT" pitchFamily="34" charset="-122"/>
                <a:cs typeface="CiscoSansTT" pitchFamily="34" charset="-120"/>
              </a:rPr>
              <a:t>Let's see where this goes.</a:t>
            </a:r>
            <a:endParaRPr lang="en-US" sz="2200" dirty="0"/>
          </a:p>
        </p:txBody>
      </p:sp>
      <p:sp>
        <p:nvSpPr>
          <p:cNvPr id="9" name="Text 7"/>
          <p:cNvSpPr/>
          <p:nvPr/>
        </p:nvSpPr>
        <p:spPr>
          <a:xfrm>
            <a:off x="6446520" y="2560320"/>
            <a:ext cx="4709160" cy="3200400"/>
          </a:xfrm>
          <a:prstGeom prst="rect">
            <a:avLst/>
          </a:prstGeom>
          <a:noFill/>
          <a:ln/>
        </p:spPr>
        <p:txBody>
          <a:bodyPr wrap="square" rtlCol="0" anchor="ctr">
            <a:normAutofit/>
          </a:bodyPr>
          <a:lstStyle/>
          <a:p>
            <a:pPr marL="0" indent="0">
              <a:lnSpc>
                <a:spcPct val="120000"/>
              </a:lnSpc>
              <a:buNone/>
            </a:pPr>
            <a:r>
              <a:rPr lang="en-US" sz="2000" dirty="0">
                <a:solidFill>
                  <a:srgbClr val="FFFFFF"/>
                </a:solidFill>
                <a:latin typeface="CiscoSansTT" pitchFamily="34" charset="0"/>
                <a:ea typeface="CiscoSansTT" pitchFamily="34" charset="-122"/>
                <a:cs typeface="CiscoSansTT" pitchFamily="34" charset="-120"/>
              </a:rPr>
              <a:t>Build genuine internal capability to either adopt with enthusiasm or push back with facts.</a:t>
            </a:r>
            <a:endParaRPr lang="en-US" sz="2000" dirty="0"/>
          </a:p>
        </p:txBody>
      </p:sp>
      <p:sp>
        <p:nvSpPr>
          <p:cNvPr id="10" name="Rectangle 10">
            <a:extLst>
              <a:ext uri="{FF2B5EF4-FFF2-40B4-BE49-F238E27FC236}">
                <a16:creationId xmlns:a16="http://schemas.microsoft.com/office/drawing/2014/main" id="{A83FD93B-1B4B-5D3C-1610-6B73869C778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iscoSansTT"/>
                <a:ea typeface="ＭＳ Ｐゴシック" charset="0"/>
                <a:cs typeface="CiscoSansTT" panose="020B0503020201020303"/>
              </a:rPr>
              <a:t>© 2026 </a:t>
            </a:r>
            <a:r>
              <a:rPr kumimoji="0" lang="en-US" sz="700" b="0" i="0" u="none" strike="noStrike" kern="1200" cap="none" spc="0" normalizeH="0" baseline="0" noProof="0" dirty="0">
                <a:ln>
                  <a:noFill/>
                </a:ln>
                <a:solidFill>
                  <a:srgbClr val="FFFFFF"/>
                </a:solidFill>
                <a:effectLst/>
                <a:uLnTx/>
                <a:uFillTx/>
                <a:latin typeface="CiscoSansTT"/>
                <a:ea typeface="ＭＳ Ｐゴシック" charset="0"/>
                <a:cs typeface="CiscoSansTT" panose="020B0503020201020303"/>
              </a:rPr>
              <a:t>Cisco and/or its affiliates. All rights reserved.</a:t>
            </a:r>
          </a:p>
        </p:txBody>
      </p:sp>
      <p:pic>
        <p:nvPicPr>
          <p:cNvPr id="11" name="Picture 7" descr="Cisco Logo">
            <a:extLst>
              <a:ext uri="{FF2B5EF4-FFF2-40B4-BE49-F238E27FC236}">
                <a16:creationId xmlns:a16="http://schemas.microsoft.com/office/drawing/2014/main" id="{F8C90EEF-EFFF-4719-D730-C85453565D3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1520088" y="6354445"/>
            <a:ext cx="348061" cy="182880"/>
          </a:xfrm>
          <a:prstGeom prst="rect">
            <a:avLst/>
          </a:prstGeom>
        </p:spPr>
      </p:pic>
      <p:sp>
        <p:nvSpPr>
          <p:cNvPr id="12" name="TextBox 14">
            <a:extLst>
              <a:ext uri="{FF2B5EF4-FFF2-40B4-BE49-F238E27FC236}">
                <a16:creationId xmlns:a16="http://schemas.microsoft.com/office/drawing/2014/main" id="{8A17DE44-7F5E-72A3-3814-89C7FD429FC4}"/>
              </a:ext>
            </a:extLst>
          </p:cNvPr>
          <p:cNvSpPr txBox="1"/>
          <p:nvPr>
            <p:extLst>
              <p:ext uri="{1162E1C5-73C7-4A58-AE30-91384D911F3F}">
                <p184:classification xmlns:p184="http://schemas.microsoft.com/office/powerpoint/2018/4/main" val="ftr"/>
              </p:ext>
            </p:extLst>
          </p:nvPr>
        </p:nvSpPr>
        <p:spPr>
          <a:xfrm>
            <a:off x="11385550" y="6672580"/>
            <a:ext cx="765175" cy="107722"/>
          </a:xfrm>
          <a:prstGeom prst="rect">
            <a:avLst/>
          </a:prstGeom>
        </p:spPr>
        <p:txBody>
          <a:bodyPr horzOverflow="overflow" lIns="0" tIns="0" rIns="0" bIns="0">
            <a:spAutoFit/>
          </a:bodyPr>
          <a:lstStyle/>
          <a:p>
            <a:pPr algn="l"/>
            <a:r>
              <a:rPr lang="en-US" sz="700" dirty="0">
                <a:solidFill>
                  <a:srgbClr val="B4B9C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a:solidFill>
                  <a:srgbClr val="FFFFFF"/>
                </a:solidFill>
              </a:rPr>
              <a:t>The EEE Framework</a:t>
            </a:r>
          </a:p>
        </p:txBody>
      </p:sp>
      <p:sp>
        <p:nvSpPr>
          <p:cNvPr id="4" name="Text Placeholder 3"/>
          <p:cNvSpPr>
            <a:spLocks noGrp="1"/>
          </p:cNvSpPr>
          <p:nvPr>
            <p:ph type="body" sz="quarter" idx="13"/>
          </p:nvPr>
        </p:nvSpPr>
        <p:spPr/>
        <p:txBody>
          <a:bodyPr wrap="square">
            <a:normAutofit/>
          </a:bodyPr>
          <a:lstStyle/>
          <a:p>
            <a:pPr algn="l">
              <a:buNone/>
            </a:pPr>
            <a:r>
              <a:rPr sz="1400">
                <a:solidFill>
                  <a:srgbClr val="FFFFFF"/>
                </a:solidFill>
              </a:rPr>
              <a:t>   The EEE framework prioritizes practical application over theoretical study, dedicating 70% of development time to hands-on experience.</a:t>
            </a:r>
          </a:p>
        </p:txBody>
      </p:sp>
      <p:sp>
        <p:nvSpPr>
          <p:cNvPr id="5" name="Text Placeholder 4"/>
          <p:cNvSpPr>
            <a:spLocks noGrp="1"/>
          </p:cNvSpPr>
          <p:nvPr>
            <p:ph type="body" sz="quarter" idx="14"/>
          </p:nvPr>
        </p:nvSpPr>
        <p:spPr/>
        <p:txBody>
          <a:bodyPr wrap="square">
            <a:normAutofit/>
          </a:bodyPr>
          <a:lstStyle/>
          <a:p>
            <a:pPr algn="l"/>
            <a:r>
              <a:rPr sz="1600" b="1">
                <a:solidFill>
                  <a:srgbClr val="FFFFFF"/>
                </a:solidFill>
              </a:rPr>
              <a:t>Key Insights</a:t>
            </a:r>
          </a:p>
          <a:p>
            <a:pPr algn="l"/>
            <a:r>
              <a:rPr sz="1400">
                <a:solidFill>
                  <a:srgbClr val="FFFFFF"/>
                </a:solidFill>
              </a:rPr>
              <a:t>Experience dominates the model, accounting for 70% of the total learning investment.</a:t>
            </a:r>
          </a:p>
          <a:p>
            <a:pPr algn="l"/>
            <a:r>
              <a:rPr sz="1400">
                <a:solidFill>
                  <a:srgbClr val="FFFFFF"/>
                </a:solidFill>
              </a:rPr>
              <a:t>Exposure to collaborative environments and architecture teardowns represents 20% of the framework.</a:t>
            </a:r>
          </a:p>
          <a:p>
            <a:pPr algn="l"/>
            <a:r>
              <a:rPr sz="1400">
                <a:solidFill>
                  <a:srgbClr val="FFFFFF"/>
                </a:solidFill>
              </a:rPr>
              <a:t>Foundational education is limited to 10%, focusing strictly on deconstructing technical stacks.</a:t>
            </a:r>
          </a:p>
          <a:p>
            <a:pPr algn="l"/>
            <a:r>
              <a:rPr sz="1400">
                <a:solidFill>
                  <a:srgbClr val="FFFFFF"/>
                </a:solidFill>
              </a:rPr>
              <a:t>The distribution explicitly rejects passive, isolated learning in favor of active tool development.</a:t>
            </a:r>
          </a:p>
        </p:txBody>
      </p:sp>
      <p:sp>
        <p:nvSpPr>
          <p:cNvPr id="6" name="Text Placeholder 5"/>
          <p:cNvSpPr>
            <a:spLocks noGrp="1"/>
          </p:cNvSpPr>
          <p:nvPr>
            <p:ph type="body" sz="quarter" idx="16"/>
          </p:nvPr>
        </p:nvSpPr>
        <p:spPr/>
        <p:txBody>
          <a:bodyPr wrap="square">
            <a:normAutofit/>
          </a:bodyPr>
          <a:lstStyle/>
          <a:p>
            <a:pPr algn="l">
              <a:buNone/>
            </a:pPr>
            <a:r>
              <a:rPr sz="1600" b="1">
                <a:solidFill>
                  <a:srgbClr val="FFFFFF"/>
                </a:solidFill>
              </a:rPr>
              <a:t>Conclusion</a:t>
            </a:r>
          </a:p>
          <a:p>
            <a:pPr algn="l">
              <a:buNone/>
            </a:pPr>
            <a:r>
              <a:rPr sz="1400">
                <a:solidFill>
                  <a:srgbClr val="FFFFFF"/>
                </a:solidFill>
              </a:rPr>
              <a:t>   To maximize skill acquisition, shift focus away from traditional classroom training and prioritize real-world project work, ensuring that 90% of development time is spent on collaborative exposure and direct application.</a:t>
            </a:r>
          </a:p>
        </p:txBody>
      </p:sp>
      <p:graphicFrame>
        <p:nvGraphicFramePr>
          <p:cNvPr id="7" name="Chart 6"/>
          <p:cNvGraphicFramePr>
            <a:graphicFrameLocks noGrp="1"/>
          </p:cNvGraphicFramePr>
          <p:nvPr/>
        </p:nvGraphicFramePr>
        <p:xfrm>
          <a:off x="6451600" y="1625598"/>
          <a:ext cx="5416550" cy="463232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spcBef>
                <a:spcPts val="0"/>
              </a:spcBef>
              <a:spcAft>
                <a:spcPts val="0"/>
              </a:spcAft>
            </a:pPr>
            <a:r>
              <a:rPr sz="2400">
                <a:solidFill>
                  <a:srgbClr val="FFFFFF"/>
                </a:solidFill>
              </a:rPr>
              <a:t>The Origins &amp; The Wedge</a:t>
            </a:r>
          </a:p>
        </p:txBody>
      </p:sp>
      <p:sp>
        <p:nvSpPr>
          <p:cNvPr id="10" name="Shape 0"/>
          <p:cNvSpPr/>
          <p:nvPr/>
        </p:nvSpPr>
        <p:spPr>
          <a:xfrm>
            <a:off x="5376672" y="1170432"/>
            <a:ext cx="6309360" cy="1097280"/>
          </a:xfrm>
          <a:prstGeom prst="roundRect">
            <a:avLst>
              <a:gd name="adj" fmla="val 8333"/>
            </a:avLst>
          </a:prstGeom>
          <a:solidFill>
            <a:srgbClr val="1A2A3D"/>
          </a:solidFill>
          <a:ln w="15875">
            <a:solidFill>
              <a:srgbClr val="02C8FF"/>
            </a:solidFill>
            <a:prstDash val="solid"/>
          </a:ln>
        </p:spPr>
        <p:txBody>
          <a:bodyPr/>
          <a:lstStyle/>
          <a:p>
            <a:pPr>
              <a:lnSpc>
                <a:spcPct val="100000"/>
              </a:lnSpc>
              <a:spcBef>
                <a:spcPts val="0"/>
              </a:spcBef>
              <a:spcAft>
                <a:spcPts val="0"/>
              </a:spcAft>
            </a:pPr>
            <a:endParaRPr/>
          </a:p>
        </p:txBody>
      </p:sp>
      <p:sp>
        <p:nvSpPr>
          <p:cNvPr id="3" name="Text 1"/>
          <p:cNvSpPr/>
          <p:nvPr/>
        </p:nvSpPr>
        <p:spPr>
          <a:xfrm>
            <a:off x="5559552" y="1261872"/>
            <a:ext cx="5943600" cy="914400"/>
          </a:xfrm>
          <a:prstGeom prst="rect">
            <a:avLst/>
          </a:prstGeom>
          <a:noFill/>
          <a:ln/>
        </p:spPr>
        <p:txBody>
          <a:bodyPr wrap="square" rtlCol="0" anchor="ctr">
            <a:normAutofit/>
          </a:bodyPr>
          <a:lstStyle/>
          <a:p>
            <a:pPr marL="0" indent="0">
              <a:lnSpc>
                <a:spcPct val="100000"/>
              </a:lnSpc>
              <a:buNone/>
            </a:pPr>
            <a:r>
              <a:rPr lang="en-US" sz="1800" b="1" dirty="0">
                <a:solidFill>
                  <a:srgbClr val="02C8FF"/>
                </a:solidFill>
              </a:rPr>
              <a:t>DevOps Origins</a:t>
            </a:r>
            <a:endParaRPr lang="en-US" sz="1800" dirty="0"/>
          </a:p>
          <a:p>
            <a:pPr marL="0" indent="0">
              <a:lnSpc>
                <a:spcPct val="100000"/>
              </a:lnSpc>
              <a:buNone/>
            </a:pPr>
            <a:r>
              <a:rPr lang="en-US" sz="1400" dirty="0">
                <a:solidFill>
                  <a:srgbClr val="FFFFFF"/>
                </a:solidFill>
              </a:rPr>
              <a:t>Built to merge Development (speed) and Operations (stability).</a:t>
            </a:r>
            <a:endParaRPr lang="en-US" sz="1800" dirty="0"/>
          </a:p>
        </p:txBody>
      </p:sp>
      <p:sp>
        <p:nvSpPr>
          <p:cNvPr id="4" name="Shape 2"/>
          <p:cNvSpPr/>
          <p:nvPr/>
        </p:nvSpPr>
        <p:spPr>
          <a:xfrm>
            <a:off x="5376672" y="2450592"/>
            <a:ext cx="6309360" cy="1097280"/>
          </a:xfrm>
          <a:prstGeom prst="roundRect">
            <a:avLst>
              <a:gd name="adj" fmla="val 8333"/>
            </a:avLst>
          </a:prstGeom>
          <a:solidFill>
            <a:srgbClr val="1A2A3D"/>
          </a:solidFill>
          <a:ln w="15875">
            <a:solidFill>
              <a:srgbClr val="D6D6D6"/>
            </a:solidFill>
            <a:prstDash val="solid"/>
          </a:ln>
        </p:spPr>
        <p:txBody>
          <a:bodyPr/>
          <a:lstStyle/>
          <a:p>
            <a:pPr>
              <a:lnSpc>
                <a:spcPct val="100000"/>
              </a:lnSpc>
              <a:spcBef>
                <a:spcPts val="0"/>
              </a:spcBef>
              <a:spcAft>
                <a:spcPts val="0"/>
              </a:spcAft>
            </a:pPr>
            <a:endParaRPr/>
          </a:p>
        </p:txBody>
      </p:sp>
      <p:sp>
        <p:nvSpPr>
          <p:cNvPr id="5" name="Text 3"/>
          <p:cNvSpPr/>
          <p:nvPr/>
        </p:nvSpPr>
        <p:spPr>
          <a:xfrm>
            <a:off x="5559552" y="2542032"/>
            <a:ext cx="5943600" cy="914400"/>
          </a:xfrm>
          <a:prstGeom prst="rect">
            <a:avLst/>
          </a:prstGeom>
          <a:noFill/>
          <a:ln/>
        </p:spPr>
        <p:txBody>
          <a:bodyPr wrap="square" rtlCol="0" anchor="ctr">
            <a:normAutofit/>
          </a:bodyPr>
          <a:lstStyle/>
          <a:p>
            <a:pPr marL="0" indent="0">
              <a:lnSpc>
                <a:spcPct val="100000"/>
              </a:lnSpc>
              <a:buNone/>
            </a:pPr>
            <a:r>
              <a:rPr lang="en-US" sz="1800" b="1" dirty="0">
                <a:solidFill>
                  <a:srgbClr val="FFFFFF"/>
                </a:solidFill>
              </a:rPr>
              <a:t>The Reality</a:t>
            </a:r>
            <a:endParaRPr lang="en-US" sz="1800" dirty="0"/>
          </a:p>
          <a:p>
            <a:pPr marL="0" indent="0">
              <a:lnSpc>
                <a:spcPct val="100000"/>
              </a:lnSpc>
              <a:buNone/>
            </a:pPr>
            <a:r>
              <a:rPr lang="en-US" sz="1400" dirty="0">
                <a:solidFill>
                  <a:srgbClr val="FFFFFF"/>
                </a:solidFill>
              </a:rPr>
              <a:t>Networking is physical and stateful; software is ephemeral.</a:t>
            </a:r>
            <a:endParaRPr lang="en-US" sz="1800" dirty="0"/>
          </a:p>
        </p:txBody>
      </p:sp>
      <p:sp>
        <p:nvSpPr>
          <p:cNvPr id="6" name="Shape 4"/>
          <p:cNvSpPr/>
          <p:nvPr/>
        </p:nvSpPr>
        <p:spPr>
          <a:xfrm>
            <a:off x="5376672" y="3730752"/>
            <a:ext cx="6309360" cy="1097280"/>
          </a:xfrm>
          <a:prstGeom prst="roundRect">
            <a:avLst>
              <a:gd name="adj" fmla="val 8333"/>
            </a:avLst>
          </a:prstGeom>
          <a:solidFill>
            <a:srgbClr val="1A2A3D"/>
          </a:solidFill>
          <a:ln w="15875">
            <a:solidFill>
              <a:srgbClr val="D6D6D6"/>
            </a:solidFill>
            <a:prstDash val="solid"/>
          </a:ln>
        </p:spPr>
        <p:txBody>
          <a:bodyPr/>
          <a:lstStyle/>
          <a:p>
            <a:pPr>
              <a:lnSpc>
                <a:spcPct val="100000"/>
              </a:lnSpc>
              <a:spcBef>
                <a:spcPts val="0"/>
              </a:spcBef>
              <a:spcAft>
                <a:spcPts val="0"/>
              </a:spcAft>
            </a:pPr>
            <a:endParaRPr/>
          </a:p>
        </p:txBody>
      </p:sp>
      <p:sp>
        <p:nvSpPr>
          <p:cNvPr id="7" name="Text 5"/>
          <p:cNvSpPr/>
          <p:nvPr/>
        </p:nvSpPr>
        <p:spPr>
          <a:xfrm>
            <a:off x="5559552" y="3822192"/>
            <a:ext cx="5943600" cy="914400"/>
          </a:xfrm>
          <a:prstGeom prst="rect">
            <a:avLst/>
          </a:prstGeom>
          <a:noFill/>
          <a:ln/>
        </p:spPr>
        <p:txBody>
          <a:bodyPr wrap="square" rtlCol="0" anchor="ctr">
            <a:normAutofit/>
          </a:bodyPr>
          <a:lstStyle/>
          <a:p>
            <a:pPr marL="0" indent="0">
              <a:lnSpc>
                <a:spcPct val="100000"/>
              </a:lnSpc>
              <a:buNone/>
            </a:pPr>
            <a:r>
              <a:rPr lang="en-US" sz="1800" b="1" dirty="0">
                <a:solidFill>
                  <a:srgbClr val="FFFFFF"/>
                </a:solidFill>
              </a:rPr>
              <a:t>The Wedge</a:t>
            </a:r>
            <a:endParaRPr lang="en-US" sz="1800" dirty="0"/>
          </a:p>
          <a:p>
            <a:pPr marL="0" indent="0">
              <a:lnSpc>
                <a:spcPct val="100000"/>
              </a:lnSpc>
              <a:buNone/>
            </a:pPr>
            <a:r>
              <a:rPr lang="en-US" sz="1400" dirty="0">
                <a:solidFill>
                  <a:srgbClr val="FFFFFF"/>
                </a:solidFill>
              </a:rPr>
              <a:t>We are pragmatically adapting software tools (like Git) for physical networks.</a:t>
            </a:r>
            <a:endParaRPr lang="en-US" sz="1800" dirty="0"/>
          </a:p>
        </p:txBody>
      </p:sp>
      <p:sp>
        <p:nvSpPr>
          <p:cNvPr id="8" name="Shape 6"/>
          <p:cNvSpPr/>
          <p:nvPr/>
        </p:nvSpPr>
        <p:spPr>
          <a:xfrm>
            <a:off x="5376672" y="5010912"/>
            <a:ext cx="6309360" cy="1097280"/>
          </a:xfrm>
          <a:prstGeom prst="roundRect">
            <a:avLst>
              <a:gd name="adj" fmla="val 8333"/>
            </a:avLst>
          </a:prstGeom>
          <a:solidFill>
            <a:srgbClr val="0D2240"/>
          </a:solidFill>
          <a:ln w="15875">
            <a:solidFill>
              <a:srgbClr val="0A60FF"/>
            </a:solidFill>
            <a:prstDash val="solid"/>
          </a:ln>
        </p:spPr>
        <p:txBody>
          <a:bodyPr/>
          <a:lstStyle/>
          <a:p>
            <a:pPr>
              <a:lnSpc>
                <a:spcPct val="100000"/>
              </a:lnSpc>
              <a:spcBef>
                <a:spcPts val="0"/>
              </a:spcBef>
              <a:spcAft>
                <a:spcPts val="0"/>
              </a:spcAft>
            </a:pPr>
            <a:endParaRPr/>
          </a:p>
        </p:txBody>
      </p:sp>
      <p:sp>
        <p:nvSpPr>
          <p:cNvPr id="9" name="Text 7"/>
          <p:cNvSpPr/>
          <p:nvPr/>
        </p:nvSpPr>
        <p:spPr>
          <a:xfrm>
            <a:off x="5559552" y="5102352"/>
            <a:ext cx="5943600" cy="914400"/>
          </a:xfrm>
          <a:prstGeom prst="rect">
            <a:avLst/>
          </a:prstGeom>
          <a:noFill/>
          <a:ln/>
        </p:spPr>
        <p:txBody>
          <a:bodyPr wrap="square" rtlCol="0" anchor="ctr">
            <a:normAutofit/>
          </a:bodyPr>
          <a:lstStyle/>
          <a:p>
            <a:pPr marL="0" indent="0">
              <a:lnSpc>
                <a:spcPct val="100000"/>
              </a:lnSpc>
              <a:buNone/>
            </a:pPr>
            <a:r>
              <a:rPr lang="en-US" sz="1800" b="1" dirty="0">
                <a:solidFill>
                  <a:srgbClr val="02C8FF"/>
                </a:solidFill>
              </a:rPr>
              <a:t>Operational Benefits</a:t>
            </a:r>
            <a:endParaRPr lang="en-US" sz="1800" dirty="0"/>
          </a:p>
          <a:p>
            <a:pPr marL="0" indent="0">
              <a:lnSpc>
                <a:spcPct val="100000"/>
              </a:lnSpc>
              <a:buNone/>
            </a:pPr>
            <a:r>
              <a:rPr lang="en-US" sz="1400" dirty="0">
                <a:solidFill>
                  <a:srgbClr val="FFFFFF"/>
                </a:solidFill>
              </a:rPr>
              <a:t>We accept the gaps because the operational benefits outweigh the friction.</a:t>
            </a:r>
            <a:endParaRPr lang="en-US" sz="1800" dirty="0"/>
          </a:p>
        </p:txBody>
      </p:sp>
      <p:graphicFrame>
        <p:nvGraphicFramePr>
          <p:cNvPr id="102" name="Diagram 2">
            <a:extLst>
              <a:ext uri="{FF2B5EF4-FFF2-40B4-BE49-F238E27FC236}">
                <a16:creationId xmlns:a16="http://schemas.microsoft.com/office/drawing/2014/main" id="{F9A52DB0-D2CE-4093-A3C9-2B4153FCAAE3}"/>
              </a:ext>
            </a:extLst>
          </p:cNvPr>
          <p:cNvGraphicFramePr/>
          <p:nvPr>
            <p:extLst>
              <p:ext uri="{D42A27DB-BD31-4B8C-83A1-F6EECF244321}">
                <p14:modId xmlns:p14="http://schemas.microsoft.com/office/powerpoint/2010/main" val="1774989527"/>
              </p:ext>
            </p:extLst>
          </p:nvPr>
        </p:nvGraphicFramePr>
        <p:xfrm>
          <a:off x="242570" y="873760"/>
          <a:ext cx="4339590" cy="5476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a:solidFill>
                  <a:srgbClr val="FFFFFF"/>
                </a:solidFill>
              </a:rPr>
              <a:t>Imperative vs. Declarative</a:t>
            </a:r>
          </a:p>
        </p:txBody>
      </p:sp>
      <p:graphicFrame>
        <p:nvGraphicFramePr>
          <p:cNvPr id="3" name="Table 2"/>
          <p:cNvGraphicFramePr>
            <a:graphicFrameLocks noGrp="1"/>
          </p:cNvGraphicFramePr>
          <p:nvPr/>
        </p:nvGraphicFramePr>
        <p:xfrm>
          <a:off x="323850" y="952500"/>
          <a:ext cx="11544300" cy="5122860"/>
        </p:xfrm>
        <a:graphic>
          <a:graphicData uri="http://schemas.openxmlformats.org/drawingml/2006/table">
            <a:tbl>
              <a:tblPr firstRow="1" bandRow="1">
                <a:tableStyleId>{5C22544A-7EE6-4342-B048-85BDC9FD1C3A}</a:tableStyleId>
              </a:tblPr>
              <a:tblGrid>
                <a:gridCol w="5772150">
                  <a:extLst>
                    <a:ext uri="{9D8B030D-6E8A-4147-A177-3AD203B41FA5}">
                      <a16:colId xmlns:a16="http://schemas.microsoft.com/office/drawing/2014/main" val="20000"/>
                    </a:ext>
                  </a:extLst>
                </a:gridCol>
                <a:gridCol w="5772150">
                  <a:extLst>
                    <a:ext uri="{9D8B030D-6E8A-4147-A177-3AD203B41FA5}">
                      <a16:colId xmlns:a16="http://schemas.microsoft.com/office/drawing/2014/main" val="20001"/>
                    </a:ext>
                  </a:extLst>
                </a:gridCol>
              </a:tblGrid>
              <a:tr h="768429">
                <a:tc>
                  <a:txBody>
                    <a:bodyPr/>
                    <a:lstStyle/>
                    <a:p>
                      <a:pPr algn="ctr">
                        <a:spcBef>
                          <a:spcPts val="0"/>
                        </a:spcBef>
                        <a:spcAft>
                          <a:spcPts val="0"/>
                        </a:spcAft>
                      </a:pPr>
                      <a:r>
                        <a:rPr sz="1400" b="1">
                          <a:solidFill>
                            <a:srgbClr val="FFFFFF"/>
                          </a:solidFill>
                          <a:latin typeface="CiscoSansTT"/>
                        </a:rPr>
                        <a:t>Concept</a:t>
                      </a:r>
                    </a:p>
                  </a:txBody>
                  <a:tcPr marL="282848" marR="282848" marT="60960" marB="60960" anchor="ctr">
                    <a:lnR w="9525" cap="flat" cmpd="sng" algn="ctr">
                      <a:solidFill>
                        <a:srgbClr val="808080"/>
                      </a:solidFill>
                      <a:prstDash val="solid"/>
                      <a:round/>
                      <a:headEnd type="none" w="med" len="med"/>
                      <a:tailEnd type="none" w="med" len="med"/>
                    </a:lnR>
                    <a:lnB w="19050" cap="flat" cmpd="sng" algn="ctr">
                      <a:solidFill>
                        <a:srgbClr val="808080"/>
                      </a:solidFill>
                      <a:prstDash val="solid"/>
                      <a:round/>
                      <a:headEnd type="none" w="med" len="med"/>
                      <a:tailEnd type="none" w="med" len="med"/>
                    </a:lnB>
                    <a:noFill/>
                  </a:tcPr>
                </a:tc>
                <a:tc>
                  <a:txBody>
                    <a:bodyPr/>
                    <a:lstStyle/>
                    <a:p>
                      <a:pPr algn="ctr">
                        <a:spcBef>
                          <a:spcPts val="0"/>
                        </a:spcBef>
                        <a:spcAft>
                          <a:spcPts val="0"/>
                        </a:spcAft>
                      </a:pPr>
                      <a:r>
                        <a:rPr sz="1400" b="1">
                          <a:solidFill>
                            <a:srgbClr val="FFFFFF"/>
                          </a:solidFill>
                          <a:latin typeface="CiscoSansTT"/>
                        </a:rPr>
                        <a:t>Description</a:t>
                      </a:r>
                    </a:p>
                  </a:txBody>
                  <a:tcPr marL="282848" marR="282848" marT="60960" marB="60960" anchor="ctr">
                    <a:lnL w="9525" cap="flat" cmpd="sng" algn="ctr">
                      <a:solidFill>
                        <a:srgbClr val="808080"/>
                      </a:solidFill>
                      <a:prstDash val="solid"/>
                      <a:round/>
                      <a:headEnd type="none" w="med" len="med"/>
                      <a:tailEnd type="none" w="med" len="med"/>
                    </a:lnL>
                    <a:lnB w="190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0000"/>
                  </a:ext>
                </a:extLst>
              </a:tr>
              <a:tr h="1451477">
                <a:tc>
                  <a:txBody>
                    <a:bodyPr/>
                    <a:lstStyle/>
                    <a:p>
                      <a:pPr algn="ctr">
                        <a:spcBef>
                          <a:spcPts val="0"/>
                        </a:spcBef>
                        <a:spcAft>
                          <a:spcPts val="0"/>
                        </a:spcAft>
                      </a:pPr>
                      <a:r>
                        <a:rPr sz="1300">
                          <a:solidFill>
                            <a:srgbClr val="FFFFFF"/>
                          </a:solidFill>
                          <a:latin typeface="CiscoSansTT"/>
                        </a:rPr>
                        <a:t>Imperative (CLI)</a:t>
                      </a:r>
                    </a:p>
                  </a:txBody>
                  <a:tcPr marL="282848" marR="282848" marT="60960" marB="60960" anchor="ctr">
                    <a:lnR w="9525"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noFill/>
                  </a:tcPr>
                </a:tc>
                <a:tc>
                  <a:txBody>
                    <a:bodyPr/>
                    <a:lstStyle/>
                    <a:p>
                      <a:pPr algn="ctr">
                        <a:spcBef>
                          <a:spcPts val="0"/>
                        </a:spcBef>
                        <a:spcAft>
                          <a:spcPts val="0"/>
                        </a:spcAft>
                      </a:pPr>
                      <a:r>
                        <a:rPr sz="1300">
                          <a:solidFill>
                            <a:srgbClr val="FFFFFF"/>
                          </a:solidFill>
                          <a:latin typeface="CiscoSansTT"/>
                        </a:rPr>
                        <a:t>Step-by-step instructions. Blind to current state. Prone to overwriting.</a:t>
                      </a:r>
                    </a:p>
                  </a:txBody>
                  <a:tcPr marL="282848" marR="282848" marT="60960" marB="60960" anchor="ctr">
                    <a:lnL w="9525" cap="flat" cmpd="sng" algn="ctr">
                      <a:solidFill>
                        <a:srgbClr val="808080"/>
                      </a:solidFill>
                      <a:prstDash val="solid"/>
                      <a:round/>
                      <a:headEnd type="none" w="med" len="med"/>
                      <a:tailEnd type="none" w="med" len="med"/>
                    </a:lnL>
                    <a:lnT w="19050"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0001"/>
                  </a:ext>
                </a:extLst>
              </a:tr>
              <a:tr h="1451477">
                <a:tc>
                  <a:txBody>
                    <a:bodyPr/>
                    <a:lstStyle/>
                    <a:p>
                      <a:pPr algn="ctr">
                        <a:spcBef>
                          <a:spcPts val="0"/>
                        </a:spcBef>
                        <a:spcAft>
                          <a:spcPts val="0"/>
                        </a:spcAft>
                      </a:pPr>
                      <a:r>
                        <a:rPr sz="1300">
                          <a:solidFill>
                            <a:srgbClr val="FFFFFF"/>
                          </a:solidFill>
                          <a:latin typeface="CiscoSansTT"/>
                        </a:rPr>
                        <a:t>Declarative (As-Code)</a:t>
                      </a:r>
                    </a:p>
                  </a:txBody>
                  <a:tcPr marL="282848" marR="282848" marT="60960" marB="60960" anchor="ctr">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noFill/>
                  </a:tcPr>
                </a:tc>
                <a:tc>
                  <a:txBody>
                    <a:bodyPr/>
                    <a:lstStyle/>
                    <a:p>
                      <a:pPr algn="ctr">
                        <a:spcBef>
                          <a:spcPts val="0"/>
                        </a:spcBef>
                        <a:spcAft>
                          <a:spcPts val="0"/>
                        </a:spcAft>
                      </a:pPr>
                      <a:r>
                        <a:rPr sz="1300">
                          <a:solidFill>
                            <a:srgbClr val="FFFFFF"/>
                          </a:solidFill>
                          <a:latin typeface="CiscoSansTT"/>
                        </a:rPr>
                        <a:t>Declaring the desired state. The engine calculates the difference.</a:t>
                      </a:r>
                    </a:p>
                  </a:txBody>
                  <a:tcPr marL="282848" marR="282848" marT="60960" marB="60960" anchor="ctr">
                    <a:lnL w="9525" cap="flat" cmpd="sng" algn="ctr">
                      <a:solidFill>
                        <a:srgbClr val="808080"/>
                      </a:solidFill>
                      <a:prstDash val="solid"/>
                      <a:round/>
                      <a:headEnd type="none" w="med" len="med"/>
                      <a:tailEnd type="none" w="med" len="med"/>
                    </a:lnL>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0002"/>
                  </a:ext>
                </a:extLst>
              </a:tr>
              <a:tr h="1451477">
                <a:tc>
                  <a:txBody>
                    <a:bodyPr/>
                    <a:lstStyle/>
                    <a:p>
                      <a:pPr algn="ctr">
                        <a:spcBef>
                          <a:spcPts val="0"/>
                        </a:spcBef>
                        <a:spcAft>
                          <a:spcPts val="0"/>
                        </a:spcAft>
                      </a:pPr>
                      <a:r>
                        <a:rPr sz="1300">
                          <a:solidFill>
                            <a:srgbClr val="FFFFFF"/>
                          </a:solidFill>
                          <a:latin typeface="CiscoSansTT"/>
                        </a:rPr>
                        <a:t>Idempotency</a:t>
                      </a:r>
                    </a:p>
                  </a:txBody>
                  <a:tcPr marL="282848" marR="282848" marT="60960" marB="60960" anchor="ctr">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noFill/>
                  </a:tcPr>
                </a:tc>
                <a:tc>
                  <a:txBody>
                    <a:bodyPr/>
                    <a:lstStyle/>
                    <a:p>
                      <a:pPr algn="ctr">
                        <a:spcBef>
                          <a:spcPts val="0"/>
                        </a:spcBef>
                        <a:spcAft>
                          <a:spcPts val="0"/>
                        </a:spcAft>
                      </a:pPr>
                      <a:r>
                        <a:rPr sz="1300">
                          <a:solidFill>
                            <a:srgbClr val="FFFFFF"/>
                          </a:solidFill>
                          <a:latin typeface="CiscoSansTT"/>
                        </a:rPr>
                        <a:t>The ability to run the same code 1,000 times safely and achieve the exact...</a:t>
                      </a:r>
                    </a:p>
                  </a:txBody>
                  <a:tcPr marL="282848" marR="282848" marT="60960" marB="60960" anchor="ctr">
                    <a:lnL w="9525" cap="flat" cmpd="sng" algn="ctr">
                      <a:solidFill>
                        <a:srgbClr val="808080"/>
                      </a:solidFill>
                      <a:prstDash val="solid"/>
                      <a:round/>
                      <a:headEnd type="none" w="med" len="med"/>
                      <a:tailEnd type="none" w="med" len="med"/>
                    </a:lnL>
                    <a:lnT w="9525" cap="flat" cmpd="sng" algn="ctr">
                      <a:solidFill>
                        <a:srgbClr val="808080"/>
                      </a:solidFill>
                      <a:prstDash val="solid"/>
                      <a:round/>
                      <a:headEnd type="none" w="med" len="med"/>
                      <a:tailEnd type="none" w="med" len="med"/>
                    </a:lnT>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spcBef>
                <a:spcPts val="0"/>
              </a:spcBef>
              <a:spcAft>
                <a:spcPts val="0"/>
              </a:spcAft>
            </a:pPr>
            <a:r>
              <a:rPr sz="2400">
                <a:solidFill>
                  <a:srgbClr val="FFFFFF"/>
                </a:solidFill>
              </a:rPr>
              <a:t>The Modern Workspace &amp; Operational Payoff</a:t>
            </a:r>
          </a:p>
        </p:txBody>
      </p:sp>
      <p:sp>
        <p:nvSpPr>
          <p:cNvPr id="12" name="Shape 0"/>
          <p:cNvSpPr/>
          <p:nvPr/>
        </p:nvSpPr>
        <p:spPr>
          <a:xfrm>
            <a:off x="320040" y="3749040"/>
            <a:ext cx="2103120" cy="2459736"/>
          </a:xfrm>
          <a:prstGeom prst="roundRect">
            <a:avLst>
              <a:gd name="adj" fmla="val 4348"/>
            </a:avLst>
          </a:prstGeom>
          <a:noFill/>
          <a:ln w="15875">
            <a:solidFill>
              <a:srgbClr val="525E6C"/>
            </a:solidFill>
            <a:prstDash val="solid"/>
          </a:ln>
        </p:spPr>
        <p:txBody>
          <a:bodyPr/>
          <a:lstStyle/>
          <a:p>
            <a:pPr>
              <a:lnSpc>
                <a:spcPct val="100000"/>
              </a:lnSpc>
              <a:spcBef>
                <a:spcPts val="0"/>
              </a:spcBef>
              <a:spcAft>
                <a:spcPts val="0"/>
              </a:spcAft>
            </a:pPr>
            <a:endParaRPr/>
          </a:p>
        </p:txBody>
      </p:sp>
      <p:sp>
        <p:nvSpPr>
          <p:cNvPr id="3" name="Text 1"/>
          <p:cNvSpPr/>
          <p:nvPr/>
        </p:nvSpPr>
        <p:spPr>
          <a:xfrm>
            <a:off x="457200" y="3931920"/>
            <a:ext cx="1828800" cy="2093976"/>
          </a:xfrm>
          <a:prstGeom prst="rect">
            <a:avLst/>
          </a:prstGeom>
          <a:noFill/>
          <a:ln/>
        </p:spPr>
        <p:txBody>
          <a:bodyPr wrap="square" rtlCol="0" anchor="ctr">
            <a:normAutofit/>
          </a:bodyPr>
          <a:lstStyle/>
          <a:p>
            <a:pPr marL="0" indent="0">
              <a:lnSpc>
                <a:spcPct val="100000"/>
              </a:lnSpc>
              <a:buNone/>
            </a:pPr>
            <a:r>
              <a:rPr lang="en-US" sz="1600" b="1" dirty="0">
                <a:solidFill>
                  <a:srgbClr val="FFFFFF"/>
                </a:solidFill>
              </a:rPr>
              <a:t>The IDE
</a:t>
            </a:r>
            <a:endParaRPr lang="en-US" sz="1600" dirty="0"/>
          </a:p>
          <a:p>
            <a:pPr marL="0" indent="0">
              <a:lnSpc>
                <a:spcPct val="100000"/>
              </a:lnSpc>
              <a:buNone/>
            </a:pPr>
            <a:r>
              <a:rPr lang="en-US" sz="1400" dirty="0">
                <a:solidFill>
                  <a:srgbClr val="B4B9C0"/>
                </a:solidFill>
              </a:rPr>
              <a:t>VS Code replaces SecureCRT and Notepad++.</a:t>
            </a:r>
            <a:endParaRPr lang="en-US" sz="1600" dirty="0"/>
          </a:p>
        </p:txBody>
      </p:sp>
      <p:sp>
        <p:nvSpPr>
          <p:cNvPr id="4" name="Shape 2"/>
          <p:cNvSpPr/>
          <p:nvPr/>
        </p:nvSpPr>
        <p:spPr>
          <a:xfrm>
            <a:off x="2606040" y="3749040"/>
            <a:ext cx="2103120" cy="2459736"/>
          </a:xfrm>
          <a:prstGeom prst="roundRect">
            <a:avLst>
              <a:gd name="adj" fmla="val 4348"/>
            </a:avLst>
          </a:prstGeom>
          <a:noFill/>
          <a:ln w="15875">
            <a:solidFill>
              <a:srgbClr val="525E6C"/>
            </a:solidFill>
            <a:prstDash val="solid"/>
          </a:ln>
        </p:spPr>
        <p:txBody>
          <a:bodyPr/>
          <a:lstStyle/>
          <a:p>
            <a:pPr>
              <a:lnSpc>
                <a:spcPct val="100000"/>
              </a:lnSpc>
              <a:spcBef>
                <a:spcPts val="0"/>
              </a:spcBef>
              <a:spcAft>
                <a:spcPts val="0"/>
              </a:spcAft>
            </a:pPr>
            <a:endParaRPr/>
          </a:p>
        </p:txBody>
      </p:sp>
      <p:sp>
        <p:nvSpPr>
          <p:cNvPr id="5" name="Text 3"/>
          <p:cNvSpPr/>
          <p:nvPr/>
        </p:nvSpPr>
        <p:spPr>
          <a:xfrm>
            <a:off x="2743200" y="3931920"/>
            <a:ext cx="1828800" cy="2093976"/>
          </a:xfrm>
          <a:prstGeom prst="rect">
            <a:avLst/>
          </a:prstGeom>
          <a:noFill/>
          <a:ln/>
        </p:spPr>
        <p:txBody>
          <a:bodyPr wrap="square" rtlCol="0" anchor="ctr">
            <a:normAutofit/>
          </a:bodyPr>
          <a:lstStyle/>
          <a:p>
            <a:pPr marL="0" indent="0">
              <a:lnSpc>
                <a:spcPct val="100000"/>
              </a:lnSpc>
              <a:buNone/>
            </a:pPr>
            <a:r>
              <a:rPr lang="en-US" sz="1600" b="1" dirty="0">
                <a:solidFill>
                  <a:srgbClr val="FFFFFF"/>
                </a:solidFill>
              </a:rPr>
              <a:t>The Code IS the Documentation
</a:t>
            </a:r>
            <a:endParaRPr lang="en-US" sz="1600" dirty="0"/>
          </a:p>
          <a:p>
            <a:pPr marL="0" indent="0">
              <a:lnSpc>
                <a:spcPct val="100000"/>
              </a:lnSpc>
              <a:buNone/>
            </a:pPr>
            <a:r>
              <a:rPr lang="en-US" sz="1400" dirty="0">
                <a:solidFill>
                  <a:srgbClr val="B4B9C0"/>
                </a:solidFill>
              </a:rPr>
              <a:t>Commit Messages + Peer Review = A living, accurate log.</a:t>
            </a:r>
            <a:endParaRPr lang="en-US" sz="1600" dirty="0"/>
          </a:p>
        </p:txBody>
      </p:sp>
      <p:sp>
        <p:nvSpPr>
          <p:cNvPr id="6" name="Shape 4"/>
          <p:cNvSpPr/>
          <p:nvPr/>
        </p:nvSpPr>
        <p:spPr>
          <a:xfrm>
            <a:off x="4892040" y="3749040"/>
            <a:ext cx="2103120" cy="2459736"/>
          </a:xfrm>
          <a:prstGeom prst="roundRect">
            <a:avLst>
              <a:gd name="adj" fmla="val 4348"/>
            </a:avLst>
          </a:prstGeom>
          <a:noFill/>
          <a:ln w="15875">
            <a:solidFill>
              <a:srgbClr val="525E6C"/>
            </a:solidFill>
            <a:prstDash val="solid"/>
          </a:ln>
        </p:spPr>
        <p:txBody>
          <a:bodyPr/>
          <a:lstStyle/>
          <a:p>
            <a:pPr>
              <a:lnSpc>
                <a:spcPct val="100000"/>
              </a:lnSpc>
              <a:spcBef>
                <a:spcPts val="0"/>
              </a:spcBef>
              <a:spcAft>
                <a:spcPts val="0"/>
              </a:spcAft>
            </a:pPr>
            <a:endParaRPr/>
          </a:p>
        </p:txBody>
      </p:sp>
      <p:sp>
        <p:nvSpPr>
          <p:cNvPr id="7" name="Text 5"/>
          <p:cNvSpPr/>
          <p:nvPr/>
        </p:nvSpPr>
        <p:spPr>
          <a:xfrm>
            <a:off x="5029200" y="3931920"/>
            <a:ext cx="1828800" cy="2093976"/>
          </a:xfrm>
          <a:prstGeom prst="rect">
            <a:avLst/>
          </a:prstGeom>
          <a:noFill/>
          <a:ln/>
        </p:spPr>
        <p:txBody>
          <a:bodyPr wrap="square" rtlCol="0" anchor="ctr">
            <a:normAutofit/>
          </a:bodyPr>
          <a:lstStyle/>
          <a:p>
            <a:pPr marL="0" indent="0">
              <a:lnSpc>
                <a:spcPct val="100000"/>
              </a:lnSpc>
              <a:buNone/>
            </a:pPr>
            <a:r>
              <a:rPr lang="en-US" sz="1600" b="1" dirty="0">
                <a:solidFill>
                  <a:srgbClr val="FFFFFF"/>
                </a:solidFill>
              </a:rPr>
              <a:t>Single Source of Truth
</a:t>
            </a:r>
            <a:endParaRPr lang="en-US" sz="1600" dirty="0"/>
          </a:p>
          <a:p>
            <a:pPr marL="0" indent="0">
              <a:lnSpc>
                <a:spcPct val="100000"/>
              </a:lnSpc>
              <a:buNone/>
            </a:pPr>
            <a:r>
              <a:rPr lang="en-US" sz="1400" dirty="0">
                <a:solidFill>
                  <a:srgbClr val="B4B9C0"/>
                </a:solidFill>
              </a:rPr>
              <a:t>Centralized in Version Control.</a:t>
            </a:r>
            <a:endParaRPr lang="en-US" sz="1600" dirty="0"/>
          </a:p>
        </p:txBody>
      </p:sp>
      <p:sp>
        <p:nvSpPr>
          <p:cNvPr id="8" name="Shape 6"/>
          <p:cNvSpPr/>
          <p:nvPr/>
        </p:nvSpPr>
        <p:spPr>
          <a:xfrm>
            <a:off x="7178040" y="3749040"/>
            <a:ext cx="2103120" cy="2459736"/>
          </a:xfrm>
          <a:prstGeom prst="roundRect">
            <a:avLst>
              <a:gd name="adj" fmla="val 4348"/>
            </a:avLst>
          </a:prstGeom>
          <a:noFill/>
          <a:ln w="15875">
            <a:solidFill>
              <a:srgbClr val="525E6C"/>
            </a:solidFill>
            <a:prstDash val="solid"/>
          </a:ln>
        </p:spPr>
        <p:txBody>
          <a:bodyPr/>
          <a:lstStyle/>
          <a:p>
            <a:pPr>
              <a:lnSpc>
                <a:spcPct val="100000"/>
              </a:lnSpc>
              <a:spcBef>
                <a:spcPts val="0"/>
              </a:spcBef>
              <a:spcAft>
                <a:spcPts val="0"/>
              </a:spcAft>
            </a:pPr>
            <a:endParaRPr/>
          </a:p>
        </p:txBody>
      </p:sp>
      <p:sp>
        <p:nvSpPr>
          <p:cNvPr id="9" name="Text 7"/>
          <p:cNvSpPr/>
          <p:nvPr/>
        </p:nvSpPr>
        <p:spPr>
          <a:xfrm>
            <a:off x="7315200" y="3931920"/>
            <a:ext cx="1828800" cy="2093976"/>
          </a:xfrm>
          <a:prstGeom prst="rect">
            <a:avLst/>
          </a:prstGeom>
          <a:noFill/>
          <a:ln/>
        </p:spPr>
        <p:txBody>
          <a:bodyPr wrap="square" rtlCol="0" anchor="ctr">
            <a:normAutofit/>
          </a:bodyPr>
          <a:lstStyle/>
          <a:p>
            <a:pPr marL="0" indent="0">
              <a:lnSpc>
                <a:spcPct val="100000"/>
              </a:lnSpc>
              <a:buNone/>
            </a:pPr>
            <a:r>
              <a:rPr lang="en-US" sz="1600" b="1" dirty="0">
                <a:solidFill>
                  <a:srgbClr val="FFFFFF"/>
                </a:solidFill>
              </a:rPr>
              <a:t>Instant Diffs
</a:t>
            </a:r>
            <a:endParaRPr lang="en-US" sz="1600" dirty="0"/>
          </a:p>
          <a:p>
            <a:pPr marL="0" indent="0">
              <a:lnSpc>
                <a:spcPct val="100000"/>
              </a:lnSpc>
              <a:buNone/>
            </a:pPr>
            <a:r>
              <a:rPr lang="en-US" sz="1400" dirty="0">
                <a:solidFill>
                  <a:srgbClr val="B4B9C0"/>
                </a:solidFill>
              </a:rPr>
              <a:t>Fearless 3:00 AM troubleshooting.</a:t>
            </a:r>
            <a:endParaRPr lang="en-US" sz="1600" dirty="0"/>
          </a:p>
        </p:txBody>
      </p:sp>
      <p:sp>
        <p:nvSpPr>
          <p:cNvPr id="10" name="Shape 8"/>
          <p:cNvSpPr/>
          <p:nvPr/>
        </p:nvSpPr>
        <p:spPr>
          <a:xfrm>
            <a:off x="9464040" y="3749040"/>
            <a:ext cx="2103120" cy="2459736"/>
          </a:xfrm>
          <a:prstGeom prst="roundRect">
            <a:avLst>
              <a:gd name="adj" fmla="val 4348"/>
            </a:avLst>
          </a:prstGeom>
          <a:noFill/>
          <a:ln w="15875">
            <a:solidFill>
              <a:srgbClr val="525E6C"/>
            </a:solidFill>
            <a:prstDash val="solid"/>
          </a:ln>
        </p:spPr>
        <p:txBody>
          <a:bodyPr/>
          <a:lstStyle/>
          <a:p>
            <a:pPr>
              <a:lnSpc>
                <a:spcPct val="100000"/>
              </a:lnSpc>
              <a:spcBef>
                <a:spcPts val="0"/>
              </a:spcBef>
              <a:spcAft>
                <a:spcPts val="0"/>
              </a:spcAft>
            </a:pPr>
            <a:endParaRPr/>
          </a:p>
        </p:txBody>
      </p:sp>
      <p:sp>
        <p:nvSpPr>
          <p:cNvPr id="11" name="Text 9"/>
          <p:cNvSpPr/>
          <p:nvPr/>
        </p:nvSpPr>
        <p:spPr>
          <a:xfrm>
            <a:off x="9601200" y="3931920"/>
            <a:ext cx="1828800" cy="2093976"/>
          </a:xfrm>
          <a:prstGeom prst="rect">
            <a:avLst/>
          </a:prstGeom>
          <a:noFill/>
          <a:ln/>
        </p:spPr>
        <p:txBody>
          <a:bodyPr wrap="square" rtlCol="0" anchor="ctr">
            <a:normAutofit/>
          </a:bodyPr>
          <a:lstStyle/>
          <a:p>
            <a:pPr marL="0" indent="0">
              <a:lnSpc>
                <a:spcPct val="100000"/>
              </a:lnSpc>
              <a:buNone/>
            </a:pPr>
            <a:r>
              <a:rPr lang="en-US" sz="1600" b="1" dirty="0">
                <a:solidFill>
                  <a:srgbClr val="FFFFFF"/>
                </a:solidFill>
              </a:rPr>
              <a:t>Instant Rollbacks
</a:t>
            </a:r>
            <a:endParaRPr lang="en-US" sz="1600" dirty="0"/>
          </a:p>
          <a:p>
            <a:pPr marL="0" indent="0">
              <a:lnSpc>
                <a:spcPct val="100000"/>
              </a:lnSpc>
              <a:buNone/>
            </a:pPr>
            <a:r>
              <a:rPr lang="en-US" sz="1400" dirty="0">
                <a:solidFill>
                  <a:srgbClr val="B4B9C0"/>
                </a:solidFill>
              </a:rPr>
              <a:t>Mathematical Undo without no commands.</a:t>
            </a:r>
            <a:endParaRPr lang="en-US" sz="1600" dirty="0"/>
          </a:p>
        </p:txBody>
      </p:sp>
      <p:graphicFrame>
        <p:nvGraphicFramePr>
          <p:cNvPr id="103" name="Diagram 3">
            <a:extLst>
              <a:ext uri="{FF2B5EF4-FFF2-40B4-BE49-F238E27FC236}">
                <a16:creationId xmlns:a16="http://schemas.microsoft.com/office/drawing/2014/main" id="{B394A73E-952A-4644-A0E1-45FB52E43D61}"/>
              </a:ext>
            </a:extLst>
          </p:cNvPr>
          <p:cNvGraphicFramePr/>
          <p:nvPr>
            <p:extLst>
              <p:ext uri="{D42A27DB-BD31-4B8C-83A1-F6EECF244321}">
                <p14:modId xmlns:p14="http://schemas.microsoft.com/office/powerpoint/2010/main" val="1774989532"/>
              </p:ext>
            </p:extLst>
          </p:nvPr>
        </p:nvGraphicFramePr>
        <p:xfrm>
          <a:off x="323850" y="790589"/>
          <a:ext cx="11544300" cy="28435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82D"/>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731520"/>
          </a:xfrm>
          <a:prstGeom prst="rect">
            <a:avLst/>
          </a:prstGeom>
          <a:noFill/>
          <a:ln/>
        </p:spPr>
        <p:txBody>
          <a:bodyPr wrap="square" rtlCol="0" anchor="ctr">
            <a:normAutofit/>
          </a:bodyPr>
          <a:lstStyle/>
          <a:p>
            <a:pPr marL="0" indent="0">
              <a:lnSpc>
                <a:spcPct val="100000"/>
              </a:lnSpc>
              <a:buNone/>
            </a:pPr>
            <a:r>
              <a:rPr lang="en-US" sz="3000" b="1" dirty="0">
                <a:solidFill>
                  <a:srgbClr val="FFFFFF"/>
                </a:solidFill>
                <a:latin typeface="CiscoSansTT" pitchFamily="34" charset="0"/>
                <a:ea typeface="CiscoSansTT" pitchFamily="34" charset="-122"/>
                <a:cs typeface="CiscoSansTT" pitchFamily="34" charset="-120"/>
              </a:rPr>
              <a:t>Application to SD-WAN &amp; Next Steps</a:t>
            </a:r>
            <a:endParaRPr lang="en-US" sz="3000" dirty="0"/>
          </a:p>
        </p:txBody>
      </p:sp>
      <p:sp>
        <p:nvSpPr>
          <p:cNvPr id="3" name="Shape 1"/>
          <p:cNvSpPr/>
          <p:nvPr/>
        </p:nvSpPr>
        <p:spPr>
          <a:xfrm>
            <a:off x="457200" y="1097280"/>
            <a:ext cx="11247120" cy="0"/>
          </a:xfrm>
          <a:prstGeom prst="line">
            <a:avLst/>
          </a:prstGeom>
          <a:noFill/>
          <a:ln w="15875">
            <a:solidFill>
              <a:srgbClr val="525E6C"/>
            </a:solidFill>
            <a:prstDash val="solid"/>
          </a:ln>
        </p:spPr>
        <p:txBody>
          <a:bodyPr/>
          <a:lstStyle/>
          <a:p>
            <a:pPr>
              <a:lnSpc>
                <a:spcPct val="100000"/>
              </a:lnSpc>
              <a:spcBef>
                <a:spcPts val="0"/>
              </a:spcBef>
              <a:spcAft>
                <a:spcPts val="0"/>
              </a:spcAft>
            </a:pPr>
            <a:endParaRPr/>
          </a:p>
        </p:txBody>
      </p:sp>
      <p:sp>
        <p:nvSpPr>
          <p:cNvPr id="4" name="Shape 2"/>
          <p:cNvSpPr/>
          <p:nvPr/>
        </p:nvSpPr>
        <p:spPr>
          <a:xfrm>
            <a:off x="457200" y="1371600"/>
            <a:ext cx="3474720" cy="3657600"/>
          </a:xfrm>
          <a:prstGeom prst="roundRect">
            <a:avLst>
              <a:gd name="adj" fmla="val 2632"/>
            </a:avLst>
          </a:prstGeom>
          <a:noFill/>
          <a:ln w="15875">
            <a:solidFill>
              <a:srgbClr val="02C8FF"/>
            </a:solidFill>
            <a:prstDash val="solid"/>
          </a:ln>
        </p:spPr>
        <p:txBody>
          <a:bodyPr/>
          <a:lstStyle/>
          <a:p>
            <a:pPr>
              <a:lnSpc>
                <a:spcPct val="100000"/>
              </a:lnSpc>
              <a:spcBef>
                <a:spcPts val="0"/>
              </a:spcBef>
              <a:spcAft>
                <a:spcPts val="0"/>
              </a:spcAft>
            </a:pPr>
            <a:endParaRPr/>
          </a:p>
        </p:txBody>
      </p:sp>
      <p:sp>
        <p:nvSpPr>
          <p:cNvPr id="5" name="Shape 3"/>
          <p:cNvSpPr/>
          <p:nvPr/>
        </p:nvSpPr>
        <p:spPr>
          <a:xfrm>
            <a:off x="1920240" y="1554480"/>
            <a:ext cx="594360" cy="594360"/>
          </a:xfrm>
          <a:prstGeom prst="ellipse">
            <a:avLst/>
          </a:prstGeom>
          <a:noFill/>
          <a:ln w="15875">
            <a:solidFill>
              <a:srgbClr val="02C8FF"/>
            </a:solidFill>
            <a:prstDash val="solid"/>
          </a:ln>
        </p:spPr>
        <p:txBody>
          <a:bodyPr/>
          <a:lstStyle/>
          <a:p>
            <a:pPr>
              <a:lnSpc>
                <a:spcPct val="100000"/>
              </a:lnSpc>
              <a:spcBef>
                <a:spcPts val="0"/>
              </a:spcBef>
              <a:spcAft>
                <a:spcPts val="0"/>
              </a:spcAft>
            </a:pPr>
            <a:endParaRPr/>
          </a:p>
        </p:txBody>
      </p:sp>
      <p:sp>
        <p:nvSpPr>
          <p:cNvPr id="6" name="Text 4"/>
          <p:cNvSpPr/>
          <p:nvPr/>
        </p:nvSpPr>
        <p:spPr>
          <a:xfrm>
            <a:off x="1920240" y="1554480"/>
            <a:ext cx="548640" cy="548640"/>
          </a:xfrm>
          <a:prstGeom prst="rect">
            <a:avLst/>
          </a:prstGeom>
          <a:noFill/>
          <a:ln/>
        </p:spPr>
        <p:txBody>
          <a:bodyPr wrap="square" lIns="18288" tIns="18288" rIns="18288" bIns="18288" rtlCol="0" anchor="ctr" anchorCtr="1">
            <a:normAutofit/>
          </a:bodyPr>
          <a:lstStyle/>
          <a:p>
            <a:pPr marL="0" indent="0" algn="ctr">
              <a:lnSpc>
                <a:spcPct val="100000"/>
              </a:lnSpc>
              <a:buNone/>
            </a:pPr>
            <a:r>
              <a:rPr lang="en-US" sz="1600" dirty="0">
                <a:solidFill>
                  <a:srgbClr val="02C8FF"/>
                </a:solidFill>
                <a:latin typeface="CiscoSansTT" pitchFamily="34" charset="0"/>
                <a:ea typeface="CiscoSansTT" pitchFamily="34" charset="-122"/>
                <a:cs typeface="CiscoSansTT" pitchFamily="34" charset="-120"/>
              </a:rPr>
              <a:t>01</a:t>
            </a:r>
            <a:endParaRPr lang="en-US" sz="1600" dirty="0"/>
          </a:p>
        </p:txBody>
      </p:sp>
      <p:sp>
        <p:nvSpPr>
          <p:cNvPr id="7" name="Text 5"/>
          <p:cNvSpPr/>
          <p:nvPr/>
        </p:nvSpPr>
        <p:spPr>
          <a:xfrm>
            <a:off x="640080" y="2286000"/>
            <a:ext cx="3108960" cy="365760"/>
          </a:xfrm>
          <a:prstGeom prst="rect">
            <a:avLst/>
          </a:prstGeom>
          <a:noFill/>
          <a:ln/>
        </p:spPr>
        <p:txBody>
          <a:bodyPr wrap="square" rtlCol="0" anchor="ctr">
            <a:normAutofit/>
          </a:bodyPr>
          <a:lstStyle/>
          <a:p>
            <a:pPr marL="0" indent="0" algn="ctr">
              <a:lnSpc>
                <a:spcPct val="100000"/>
              </a:lnSpc>
              <a:buNone/>
            </a:pPr>
            <a:r>
              <a:rPr lang="en-US" sz="1800" b="1" dirty="0">
                <a:solidFill>
                  <a:srgbClr val="FFFFFF"/>
                </a:solidFill>
                <a:latin typeface="CiscoSansTT" pitchFamily="34" charset="0"/>
                <a:ea typeface="CiscoSansTT" pitchFamily="34" charset="-122"/>
                <a:cs typeface="CiscoSansTT" pitchFamily="34" charset="-120"/>
              </a:rPr>
              <a:t>SD-WAN Application</a:t>
            </a:r>
            <a:endParaRPr lang="en-US" sz="1800" dirty="0"/>
          </a:p>
        </p:txBody>
      </p:sp>
      <p:sp>
        <p:nvSpPr>
          <p:cNvPr id="8" name="Text 6"/>
          <p:cNvSpPr/>
          <p:nvPr/>
        </p:nvSpPr>
        <p:spPr>
          <a:xfrm>
            <a:off x="640080" y="2743200"/>
            <a:ext cx="3108960" cy="1828800"/>
          </a:xfrm>
          <a:prstGeom prst="rect">
            <a:avLst/>
          </a:prstGeom>
          <a:noFill/>
          <a:ln/>
        </p:spPr>
        <p:txBody>
          <a:bodyPr wrap="square" rtlCol="0" anchor="ctr">
            <a:normAutofit/>
          </a:bodyPr>
          <a:lstStyle/>
          <a:p>
            <a:pPr marL="0" indent="0" algn="ctr">
              <a:lnSpc>
                <a:spcPct val="100000"/>
              </a:lnSpc>
              <a:buNone/>
            </a:pPr>
            <a:r>
              <a:rPr lang="en-US" sz="1600" dirty="0">
                <a:solidFill>
                  <a:srgbClr val="FFFFFF"/>
                </a:solidFill>
                <a:latin typeface="CiscoSansTT" pitchFamily="34" charset="0"/>
                <a:ea typeface="CiscoSansTT" pitchFamily="34" charset="-122"/>
                <a:cs typeface="CiscoSansTT" pitchFamily="34" charset="-120"/>
              </a:rPr>
              <a:t>Moving beyond manual vManage GUI clicks to mathematical consistency across sites.</a:t>
            </a:r>
            <a:endParaRPr lang="en-US" sz="1600" dirty="0"/>
          </a:p>
        </p:txBody>
      </p:sp>
      <p:sp>
        <p:nvSpPr>
          <p:cNvPr id="9" name="Shape 7"/>
          <p:cNvSpPr/>
          <p:nvPr/>
        </p:nvSpPr>
        <p:spPr>
          <a:xfrm>
            <a:off x="4343400" y="1371600"/>
            <a:ext cx="3474720" cy="3657600"/>
          </a:xfrm>
          <a:prstGeom prst="roundRect">
            <a:avLst>
              <a:gd name="adj" fmla="val 2632"/>
            </a:avLst>
          </a:prstGeom>
          <a:noFill/>
          <a:ln w="15875">
            <a:solidFill>
              <a:srgbClr val="02C8FF"/>
            </a:solidFill>
            <a:prstDash val="solid"/>
          </a:ln>
        </p:spPr>
        <p:txBody>
          <a:bodyPr/>
          <a:lstStyle/>
          <a:p>
            <a:pPr>
              <a:lnSpc>
                <a:spcPct val="100000"/>
              </a:lnSpc>
              <a:spcBef>
                <a:spcPts val="0"/>
              </a:spcBef>
              <a:spcAft>
                <a:spcPts val="0"/>
              </a:spcAft>
            </a:pPr>
            <a:endParaRPr/>
          </a:p>
        </p:txBody>
      </p:sp>
      <p:sp>
        <p:nvSpPr>
          <p:cNvPr id="10" name="Shape 8"/>
          <p:cNvSpPr/>
          <p:nvPr/>
        </p:nvSpPr>
        <p:spPr>
          <a:xfrm>
            <a:off x="5806440" y="1554480"/>
            <a:ext cx="594360" cy="594360"/>
          </a:xfrm>
          <a:prstGeom prst="ellipse">
            <a:avLst/>
          </a:prstGeom>
          <a:noFill/>
          <a:ln w="15875">
            <a:solidFill>
              <a:srgbClr val="02C8FF"/>
            </a:solidFill>
            <a:prstDash val="solid"/>
          </a:ln>
        </p:spPr>
        <p:txBody>
          <a:bodyPr/>
          <a:lstStyle/>
          <a:p>
            <a:pPr>
              <a:lnSpc>
                <a:spcPct val="100000"/>
              </a:lnSpc>
              <a:spcBef>
                <a:spcPts val="0"/>
              </a:spcBef>
              <a:spcAft>
                <a:spcPts val="0"/>
              </a:spcAft>
            </a:pPr>
            <a:endParaRPr/>
          </a:p>
        </p:txBody>
      </p:sp>
      <p:sp>
        <p:nvSpPr>
          <p:cNvPr id="11" name="Text 9"/>
          <p:cNvSpPr/>
          <p:nvPr/>
        </p:nvSpPr>
        <p:spPr>
          <a:xfrm>
            <a:off x="5806440" y="1554480"/>
            <a:ext cx="548640" cy="548640"/>
          </a:xfrm>
          <a:prstGeom prst="rect">
            <a:avLst/>
          </a:prstGeom>
          <a:noFill/>
          <a:ln/>
        </p:spPr>
        <p:txBody>
          <a:bodyPr wrap="square" lIns="18288" tIns="18288" rIns="18288" bIns="18288" rtlCol="0" anchor="ctr" anchorCtr="1">
            <a:normAutofit/>
          </a:bodyPr>
          <a:lstStyle/>
          <a:p>
            <a:pPr marL="0" indent="0" algn="ctr">
              <a:lnSpc>
                <a:spcPct val="100000"/>
              </a:lnSpc>
              <a:buNone/>
            </a:pPr>
            <a:r>
              <a:rPr lang="en-US" sz="1600" dirty="0">
                <a:solidFill>
                  <a:srgbClr val="02C8FF"/>
                </a:solidFill>
                <a:latin typeface="CiscoSansTT" pitchFamily="34" charset="0"/>
                <a:ea typeface="CiscoSansTT" pitchFamily="34" charset="-122"/>
                <a:cs typeface="CiscoSansTT" pitchFamily="34" charset="-120"/>
              </a:rPr>
              <a:t>02</a:t>
            </a:r>
            <a:endParaRPr lang="en-US" sz="1600" dirty="0"/>
          </a:p>
        </p:txBody>
      </p:sp>
      <p:sp>
        <p:nvSpPr>
          <p:cNvPr id="12" name="Text 10"/>
          <p:cNvSpPr/>
          <p:nvPr/>
        </p:nvSpPr>
        <p:spPr>
          <a:xfrm>
            <a:off x="4526280" y="2286000"/>
            <a:ext cx="3108960" cy="365760"/>
          </a:xfrm>
          <a:prstGeom prst="rect">
            <a:avLst/>
          </a:prstGeom>
          <a:noFill/>
          <a:ln/>
        </p:spPr>
        <p:txBody>
          <a:bodyPr wrap="square" rtlCol="0" anchor="ctr">
            <a:normAutofit/>
          </a:bodyPr>
          <a:lstStyle/>
          <a:p>
            <a:pPr marL="0" indent="0" algn="ctr">
              <a:lnSpc>
                <a:spcPct val="100000"/>
              </a:lnSpc>
              <a:buNone/>
            </a:pPr>
            <a:r>
              <a:rPr lang="en-US" sz="1800" b="1" dirty="0">
                <a:solidFill>
                  <a:srgbClr val="FFFFFF"/>
                </a:solidFill>
                <a:latin typeface="CiscoSansTT" pitchFamily="34" charset="0"/>
                <a:ea typeface="CiscoSansTT" pitchFamily="34" charset="-122"/>
                <a:cs typeface="CiscoSansTT" pitchFamily="34" charset="-120"/>
              </a:rPr>
              <a:t>Next Session</a:t>
            </a:r>
            <a:endParaRPr lang="en-US" sz="1800" dirty="0"/>
          </a:p>
        </p:txBody>
      </p:sp>
      <p:sp>
        <p:nvSpPr>
          <p:cNvPr id="13" name="Text 11"/>
          <p:cNvSpPr/>
          <p:nvPr/>
        </p:nvSpPr>
        <p:spPr>
          <a:xfrm>
            <a:off x="4526280" y="2743200"/>
            <a:ext cx="3108960" cy="1828800"/>
          </a:xfrm>
          <a:prstGeom prst="rect">
            <a:avLst/>
          </a:prstGeom>
          <a:noFill/>
          <a:ln/>
        </p:spPr>
        <p:txBody>
          <a:bodyPr wrap="square" rtlCol="0" anchor="ctr">
            <a:normAutofit/>
          </a:bodyPr>
          <a:lstStyle/>
          <a:p>
            <a:pPr marL="0" indent="0" algn="ctr">
              <a:lnSpc>
                <a:spcPct val="100000"/>
              </a:lnSpc>
              <a:buNone/>
            </a:pPr>
            <a:r>
              <a:rPr lang="en-US" sz="1600" dirty="0">
                <a:solidFill>
                  <a:srgbClr val="FFFFFF"/>
                </a:solidFill>
                <a:latin typeface="CiscoSansTT" pitchFamily="34" charset="0"/>
                <a:ea typeface="CiscoSansTT" pitchFamily="34" charset="-122"/>
                <a:cs typeface="CiscoSansTT" pitchFamily="34" charset="-120"/>
              </a:rPr>
              <a:t>Module 2 - The Source of Truth (Git and Version Control).</a:t>
            </a:r>
            <a:endParaRPr lang="en-US" sz="1600" dirty="0"/>
          </a:p>
        </p:txBody>
      </p:sp>
      <p:sp>
        <p:nvSpPr>
          <p:cNvPr id="14" name="Shape 12"/>
          <p:cNvSpPr/>
          <p:nvPr/>
        </p:nvSpPr>
        <p:spPr>
          <a:xfrm>
            <a:off x="8229600" y="1371600"/>
            <a:ext cx="3474720" cy="3657600"/>
          </a:xfrm>
          <a:prstGeom prst="roundRect">
            <a:avLst>
              <a:gd name="adj" fmla="val 2632"/>
            </a:avLst>
          </a:prstGeom>
          <a:noFill/>
          <a:ln w="15875">
            <a:solidFill>
              <a:srgbClr val="02C8FF"/>
            </a:solidFill>
            <a:prstDash val="solid"/>
          </a:ln>
        </p:spPr>
        <p:txBody>
          <a:bodyPr/>
          <a:lstStyle/>
          <a:p>
            <a:pPr>
              <a:lnSpc>
                <a:spcPct val="100000"/>
              </a:lnSpc>
              <a:spcBef>
                <a:spcPts val="0"/>
              </a:spcBef>
              <a:spcAft>
                <a:spcPts val="0"/>
              </a:spcAft>
            </a:pPr>
            <a:endParaRPr/>
          </a:p>
        </p:txBody>
      </p:sp>
      <p:sp>
        <p:nvSpPr>
          <p:cNvPr id="15" name="Shape 13"/>
          <p:cNvSpPr/>
          <p:nvPr/>
        </p:nvSpPr>
        <p:spPr>
          <a:xfrm>
            <a:off x="9692640" y="1554480"/>
            <a:ext cx="594360" cy="594360"/>
          </a:xfrm>
          <a:prstGeom prst="ellipse">
            <a:avLst/>
          </a:prstGeom>
          <a:noFill/>
          <a:ln w="15875">
            <a:solidFill>
              <a:srgbClr val="02C8FF"/>
            </a:solidFill>
            <a:prstDash val="solid"/>
          </a:ln>
        </p:spPr>
        <p:txBody>
          <a:bodyPr/>
          <a:lstStyle/>
          <a:p>
            <a:pPr>
              <a:lnSpc>
                <a:spcPct val="100000"/>
              </a:lnSpc>
              <a:spcBef>
                <a:spcPts val="0"/>
              </a:spcBef>
              <a:spcAft>
                <a:spcPts val="0"/>
              </a:spcAft>
            </a:pPr>
            <a:endParaRPr/>
          </a:p>
        </p:txBody>
      </p:sp>
      <p:sp>
        <p:nvSpPr>
          <p:cNvPr id="16" name="Text 14"/>
          <p:cNvSpPr/>
          <p:nvPr/>
        </p:nvSpPr>
        <p:spPr>
          <a:xfrm>
            <a:off x="9692640" y="1554480"/>
            <a:ext cx="548640" cy="548640"/>
          </a:xfrm>
          <a:prstGeom prst="rect">
            <a:avLst/>
          </a:prstGeom>
          <a:noFill/>
          <a:ln/>
        </p:spPr>
        <p:txBody>
          <a:bodyPr wrap="square" lIns="18288" tIns="18288" rIns="18288" bIns="18288" rtlCol="0" anchor="ctr" anchorCtr="1">
            <a:normAutofit/>
          </a:bodyPr>
          <a:lstStyle/>
          <a:p>
            <a:pPr marL="0" indent="0" algn="ctr">
              <a:lnSpc>
                <a:spcPct val="100000"/>
              </a:lnSpc>
              <a:buNone/>
            </a:pPr>
            <a:r>
              <a:rPr lang="en-US" sz="1600" dirty="0">
                <a:solidFill>
                  <a:srgbClr val="02C8FF"/>
                </a:solidFill>
                <a:latin typeface="CiscoSansTT" pitchFamily="34" charset="0"/>
                <a:ea typeface="CiscoSansTT" pitchFamily="34" charset="-122"/>
                <a:cs typeface="CiscoSansTT" pitchFamily="34" charset="-120"/>
              </a:rPr>
              <a:t>03</a:t>
            </a:r>
            <a:endParaRPr lang="en-US" sz="1600" dirty="0"/>
          </a:p>
        </p:txBody>
      </p:sp>
      <p:sp>
        <p:nvSpPr>
          <p:cNvPr id="17" name="Text 15"/>
          <p:cNvSpPr/>
          <p:nvPr/>
        </p:nvSpPr>
        <p:spPr>
          <a:xfrm>
            <a:off x="8412480" y="2286000"/>
            <a:ext cx="3108960" cy="365760"/>
          </a:xfrm>
          <a:prstGeom prst="rect">
            <a:avLst/>
          </a:prstGeom>
          <a:noFill/>
          <a:ln/>
        </p:spPr>
        <p:txBody>
          <a:bodyPr wrap="square" rtlCol="0" anchor="ctr">
            <a:normAutofit/>
          </a:bodyPr>
          <a:lstStyle/>
          <a:p>
            <a:pPr marL="0" indent="0" algn="ctr">
              <a:lnSpc>
                <a:spcPct val="100000"/>
              </a:lnSpc>
              <a:buNone/>
            </a:pPr>
            <a:r>
              <a:rPr lang="en-US" sz="1800" b="1" dirty="0">
                <a:solidFill>
                  <a:srgbClr val="FFFFFF"/>
                </a:solidFill>
                <a:latin typeface="CiscoSansTT" pitchFamily="34" charset="0"/>
                <a:ea typeface="CiscoSansTT" pitchFamily="34" charset="-122"/>
                <a:cs typeface="CiscoSansTT" pitchFamily="34" charset="-120"/>
              </a:rPr>
              <a:t>Action Item</a:t>
            </a:r>
            <a:endParaRPr lang="en-US" sz="1800" dirty="0"/>
          </a:p>
        </p:txBody>
      </p:sp>
      <p:sp>
        <p:nvSpPr>
          <p:cNvPr id="18" name="Text 16"/>
          <p:cNvSpPr/>
          <p:nvPr/>
        </p:nvSpPr>
        <p:spPr>
          <a:xfrm>
            <a:off x="8412480" y="2743200"/>
            <a:ext cx="3108960" cy="1828800"/>
          </a:xfrm>
          <a:prstGeom prst="rect">
            <a:avLst/>
          </a:prstGeom>
          <a:noFill/>
          <a:ln/>
        </p:spPr>
        <p:txBody>
          <a:bodyPr wrap="square" rtlCol="0" anchor="ctr">
            <a:normAutofit/>
          </a:bodyPr>
          <a:lstStyle/>
          <a:p>
            <a:pPr marL="0" indent="0" algn="ctr">
              <a:lnSpc>
                <a:spcPct val="100000"/>
              </a:lnSpc>
              <a:buNone/>
            </a:pPr>
            <a:r>
              <a:rPr lang="en-US" sz="1600" dirty="0">
                <a:solidFill>
                  <a:srgbClr val="FFFFFF"/>
                </a:solidFill>
                <a:latin typeface="CiscoSansTT" pitchFamily="34" charset="0"/>
                <a:ea typeface="CiscoSansTT" pitchFamily="34" charset="-122"/>
                <a:cs typeface="CiscoSansTT" pitchFamily="34" charset="-120"/>
              </a:rPr>
              <a:t>Download VS Code (if you haven't already) and bring your skepticism to the next session.</a:t>
            </a:r>
            <a:endParaRPr lang="en-US" sz="1600" dirty="0"/>
          </a:p>
        </p:txBody>
      </p:sp>
      <p:sp>
        <p:nvSpPr>
          <p:cNvPr id="19" name="Rectangle 10">
            <a:extLst>
              <a:ext uri="{FF2B5EF4-FFF2-40B4-BE49-F238E27FC236}">
                <a16:creationId xmlns:a16="http://schemas.microsoft.com/office/drawing/2014/main" id="{A83FD93B-1B4B-5D3C-1610-6B73869C778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iscoSansTT"/>
                <a:ea typeface="ＭＳ Ｐゴシック" charset="0"/>
                <a:cs typeface="CiscoSansTT" panose="020B0503020201020303"/>
              </a:rPr>
              <a:t>© 2026 </a:t>
            </a:r>
            <a:r>
              <a:rPr kumimoji="0" lang="en-US" sz="700" b="0" i="0" u="none" strike="noStrike" kern="1200" cap="none" spc="0" normalizeH="0" baseline="0" noProof="0" dirty="0">
                <a:ln>
                  <a:noFill/>
                </a:ln>
                <a:solidFill>
                  <a:srgbClr val="FFFFFF"/>
                </a:solidFill>
                <a:effectLst/>
                <a:uLnTx/>
                <a:uFillTx/>
                <a:latin typeface="CiscoSansTT"/>
                <a:ea typeface="ＭＳ Ｐゴシック" charset="0"/>
                <a:cs typeface="CiscoSansTT" panose="020B0503020201020303"/>
              </a:rPr>
              <a:t>Cisco and/or its affiliates. All rights reserved.</a:t>
            </a:r>
          </a:p>
        </p:txBody>
      </p:sp>
      <p:pic>
        <p:nvPicPr>
          <p:cNvPr id="20" name="Picture 7" descr="Cisco Logo">
            <a:extLst>
              <a:ext uri="{FF2B5EF4-FFF2-40B4-BE49-F238E27FC236}">
                <a16:creationId xmlns:a16="http://schemas.microsoft.com/office/drawing/2014/main" id="{F8C90EEF-EFFF-4719-D730-C85453565D3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1520088" y="6354445"/>
            <a:ext cx="348061" cy="182880"/>
          </a:xfrm>
          <a:prstGeom prst="rect">
            <a:avLst/>
          </a:prstGeom>
        </p:spPr>
      </p:pic>
      <p:sp>
        <p:nvSpPr>
          <p:cNvPr id="21" name="TextBox 14">
            <a:extLst>
              <a:ext uri="{FF2B5EF4-FFF2-40B4-BE49-F238E27FC236}">
                <a16:creationId xmlns:a16="http://schemas.microsoft.com/office/drawing/2014/main" id="{8A17DE44-7F5E-72A3-3814-89C7FD429FC4}"/>
              </a:ext>
            </a:extLst>
          </p:cNvPr>
          <p:cNvSpPr txBox="1"/>
          <p:nvPr>
            <p:extLst>
              <p:ext uri="{1162E1C5-73C7-4A58-AE30-91384D911F3F}">
                <p184:classification xmlns:p184="http://schemas.microsoft.com/office/powerpoint/2018/4/main" val="ftr"/>
              </p:ext>
            </p:extLst>
          </p:nvPr>
        </p:nvSpPr>
        <p:spPr>
          <a:xfrm>
            <a:off x="11385550" y="6672580"/>
            <a:ext cx="765175" cy="107722"/>
          </a:xfrm>
          <a:prstGeom prst="rect">
            <a:avLst/>
          </a:prstGeom>
        </p:spPr>
        <p:txBody>
          <a:bodyPr horzOverflow="overflow" lIns="0" tIns="0" rIns="0" bIns="0">
            <a:spAutoFit/>
          </a:bodyPr>
          <a:lstStyle/>
          <a:p>
            <a:pPr algn="l"/>
            <a:r>
              <a:rPr lang="en-US" sz="700" dirty="0">
                <a:solidFill>
                  <a:srgbClr val="B4B9C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63ED9-1B00-9E35-F3B0-88241A291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F5AAA-ED64-1323-757B-5E58FB3B117A}"/>
              </a:ext>
            </a:extLst>
          </p:cNvPr>
          <p:cNvSpPr>
            <a:spLocks noGrp="1"/>
          </p:cNvSpPr>
          <p:nvPr>
            <p:ph type="title"/>
          </p:nvPr>
        </p:nvSpPr>
        <p:spPr/>
        <p:txBody>
          <a:bodyPr/>
          <a:lstStyle/>
          <a:p>
            <a:r>
              <a:rPr lang="en-US" sz="2400" dirty="0"/>
              <a:t>Thank you</a:t>
            </a:r>
          </a:p>
        </p:txBody>
      </p:sp>
    </p:spTree>
    <p:extLst>
      <p:ext uri="{BB962C8B-B14F-4D97-AF65-F5344CB8AC3E}">
        <p14:creationId xmlns:p14="http://schemas.microsoft.com/office/powerpoint/2010/main" val="25083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35840-1669-2360-DCCA-9F3AF9661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B2DD4-F119-644F-ACB0-47EF04EE0987}"/>
              </a:ext>
            </a:extLst>
          </p:cNvPr>
          <p:cNvSpPr>
            <a:spLocks noGrp="1" noRot="1" noMove="1" noResize="1" noEditPoints="1" noAdjustHandles="1" noChangeArrowheads="1" noChangeShapeType="1"/>
          </p:cNvSpPr>
          <p:nvPr>
            <p:ph type="title" idx="4294967295"/>
          </p:nvPr>
        </p:nvSpPr>
        <p:spPr>
          <a:xfrm>
            <a:off x="0" y="-685800"/>
            <a:ext cx="10972800" cy="685800"/>
          </a:xfrm>
          <a:noFill/>
        </p:spPr>
        <p:txBody>
          <a:bodyPr vert="horz" lIns="45720" tIns="0" rIns="45720" bIns="45720" rtlCol="0" anchor="b">
            <a:noAutofit/>
          </a:bodyPr>
          <a:lstStyle/>
          <a:p>
            <a:r>
              <a:rPr lang="en-US" sz="2400" dirty="0"/>
              <a:t>Cisco</a:t>
            </a:r>
          </a:p>
        </p:txBody>
      </p:sp>
    </p:spTree>
    <p:extLst>
      <p:ext uri="{BB962C8B-B14F-4D97-AF65-F5344CB8AC3E}">
        <p14:creationId xmlns:p14="http://schemas.microsoft.com/office/powerpoint/2010/main" val="2140164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R3Z3N" val="a0738bea-56c2-49e1-aedd-1afc34948794"/>
</p:tagLst>
</file>

<file path=ppt/tags/tag2.xml><?xml version="1.0" encoding="utf-8"?>
<p:tagLst xmlns:a="http://schemas.openxmlformats.org/drawingml/2006/main" xmlns:r="http://schemas.openxmlformats.org/officeDocument/2006/relationships" xmlns:p="http://schemas.openxmlformats.org/presentationml/2006/main">
  <p:tag name="PR3Z3N" val="a0738bea-56c2-49e1-aedd-1afc34948794"/>
</p:tagLst>
</file>

<file path=ppt/tags/tag3.xml><?xml version="1.0" encoding="utf-8"?>
<p:tagLst xmlns:a="http://schemas.openxmlformats.org/drawingml/2006/main" xmlns:r="http://schemas.openxmlformats.org/officeDocument/2006/relationships" xmlns:p="http://schemas.openxmlformats.org/presentationml/2006/main">
  <p:tag name="PR3Z3N" val="a0738bea-56c2-49e1-aedd-1afc34948794"/>
</p:tagLst>
</file>

<file path=ppt/tags/tag4.xml><?xml version="1.0" encoding="utf-8"?>
<p:tagLst xmlns:a="http://schemas.openxmlformats.org/drawingml/2006/main" xmlns:r="http://schemas.openxmlformats.org/officeDocument/2006/relationships" xmlns:p="http://schemas.openxmlformats.org/presentationml/2006/main">
  <p:tag name="PR3Z3N" val="a0738bea-56c2-49e1-aedd-1afc34948794"/>
</p:tagLst>
</file>

<file path=ppt/theme/theme1.xml><?xml version="1.0" encoding="utf-8"?>
<a:theme xmlns:a="http://schemas.openxmlformats.org/drawingml/2006/main" name="Cisco Dark 05-12-2025">
  <a:themeElements>
    <a:clrScheme name="Cisco Dark 4-16-2025">
      <a:dk1>
        <a:srgbClr val="FFFFFF"/>
      </a:dk1>
      <a:lt1>
        <a:srgbClr val="07182D"/>
      </a:lt1>
      <a:dk2>
        <a:srgbClr val="B4B9C0"/>
      </a:dk2>
      <a:lt2>
        <a:srgbClr val="525E6C"/>
      </a:lt2>
      <a:accent1>
        <a:srgbClr val="02C8FF"/>
      </a:accent1>
      <a:accent2>
        <a:srgbClr val="0A60FF"/>
      </a:accent2>
      <a:accent3>
        <a:srgbClr val="FF007F"/>
      </a:accent3>
      <a:accent4>
        <a:srgbClr val="FF9000"/>
      </a:accent4>
      <a:accent5>
        <a:srgbClr val="D6D6D6"/>
      </a:accent5>
      <a:accent6>
        <a:srgbClr val="6B6B6B"/>
      </a:accent6>
      <a:hlink>
        <a:srgbClr val="FFFFFF"/>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chemeClr val="bg2"/>
          </a:solidFill>
        </a:ln>
        <a:effectLst/>
      </a:spPr>
      <a:bodyPr lIns="182880" tIns="182880" rIns="182880" bIns="18288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defTabSz="912276" rtl="0" eaLnBrk="1" fontAlgn="base" hangingPunct="1">
          <a:lnSpc>
            <a:spcPct val="100000"/>
          </a:lnSpc>
          <a:spcBef>
            <a:spcPts val="0"/>
          </a:spcBef>
          <a:spcAft>
            <a:spcPts val="1000"/>
          </a:spcAft>
          <a:buClr>
            <a:schemeClr val="bg1"/>
          </a:buClr>
          <a:buSzPct val="100000"/>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Cisco_PowerPoint_Template_DARK_05-12-2025.pptx" id="{B5CD15A8-F3D9-453F-8655-939EEB2411D6}" vid="{73D3AE95-1A6A-440D-9A7A-62C19D683A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C60D967E7E4E468F8E77D5EFBE9D35" ma:contentTypeVersion="4" ma:contentTypeDescription="Create a new document." ma:contentTypeScope="" ma:versionID="9b14ea8ec98ccbb5511658db2d6c416c">
  <xsd:schema xmlns:xsd="http://www.w3.org/2001/XMLSchema" xmlns:xs="http://www.w3.org/2001/XMLSchema" xmlns:p="http://schemas.microsoft.com/office/2006/metadata/properties" xmlns:ns2="1acc131a-528c-4fcd-b881-62a2db5af9e6" targetNamespace="http://schemas.microsoft.com/office/2006/metadata/properties" ma:root="true" ma:fieldsID="003069ad2547fa00a236fde7bbac5986" ns2:_="">
    <xsd:import namespace="1acc131a-528c-4fcd-b881-62a2db5af9e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cc131a-528c-4fcd-b881-62a2db5af9e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252801-7D9E-4118-81D9-2250A35A05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cc131a-528c-4fcd-b881-62a2db5af9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C469DF5-524A-4FA2-9385-E891194F650C}">
  <ds:schemaRefs>
    <ds:schemaRef ds:uri="http://schemas.microsoft.com/office/2006/metadata/properties"/>
    <ds:schemaRef ds:uri="http://www.w3.org/XML/1998/namespace"/>
    <ds:schemaRef ds:uri="http://schemas.microsoft.com/office/2006/documentManagement/types"/>
    <ds:schemaRef ds:uri="1acc131a-528c-4fcd-b881-62a2db5af9e6"/>
    <ds:schemaRef ds:uri="http://schemas.microsoft.com/office/infopath/2007/PartnerControls"/>
    <ds:schemaRef ds:uri="http://purl.org/dc/elements/1.1/"/>
    <ds:schemaRef ds:uri="http://purl.org/dc/term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A22B4E8D-47A3-41DE-BFAA-7473F7EF7235}">
  <ds:schemaRefs>
    <ds:schemaRef ds:uri="http://schemas.microsoft.com/sharepoint/v3/contenttype/forms"/>
  </ds:schemaRefs>
</ds:datastoreItem>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emplate/>
  <TotalTime>2809</TotalTime>
  <Words>938</Words>
  <Application>Microsoft Office PowerPoint</Application>
  <PresentationFormat>Widescreen</PresentationFormat>
  <Paragraphs>118</Paragraphs>
  <Slides>11</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Calibri</vt:lpstr>
      <vt:lpstr>CiscoSansTT ExtraLight</vt:lpstr>
      <vt:lpstr>Arial</vt:lpstr>
      <vt:lpstr>CiscoSansTT</vt:lpstr>
      <vt:lpstr>CiscoSansTT Light</vt:lpstr>
      <vt:lpstr>CiscoSansTT Medium</vt:lpstr>
      <vt:lpstr>MS PGothic</vt:lpstr>
      <vt:lpstr>Cisco Dark 05-12-2025</vt:lpstr>
      <vt:lpstr>PowerPoint Presentation</vt:lpstr>
      <vt:lpstr>PowerPoint Presentation</vt:lpstr>
      <vt:lpstr>The Reality Check &amp; Our Readiness</vt:lpstr>
      <vt:lpstr>PowerPoint Presentation</vt:lpstr>
      <vt:lpstr>The EEE Framework</vt:lpstr>
      <vt:lpstr>The Origins &amp; The Wedge</vt:lpstr>
      <vt:lpstr>Imperative vs. Declarative</vt:lpstr>
      <vt:lpstr>The Modern Workspace &amp; Operational Payoff</vt:lpstr>
      <vt:lpstr>PowerPoint Presentation</vt:lpstr>
      <vt:lpstr>Thank you</vt:lpstr>
      <vt:lpstr>Cisco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Cisco Dark PowerPoint Template 05-01-2025</dc:title>
  <dc:subject/>
  <dc:creator>Adam Kinsman -X (akinsman - LIONBRIDGE TECHNOLOGIES LLC at Cisco)</dc:creator>
  <cp:keywords/>
  <dc:description/>
  <cp:lastModifiedBy>Rich Pace (rpace)</cp:lastModifiedBy>
  <cp:revision>205</cp:revision>
  <dcterms:created xsi:type="dcterms:W3CDTF">2025-05-12T20:17:03Z</dcterms:created>
  <dcterms:modified xsi:type="dcterms:W3CDTF">2026-03-31T20:47:31Z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2025-05-12T20:17:12Z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c210d706-0385-476d-97fe-10f81f1423ea</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Cisco Dark 05-12-2025:8</vt:lpwstr>
  </property>
  <property fmtid="{D5CDD505-2E9C-101B-9397-08002B2CF9AE}" pid="11" name="ClassificationContentMarkingFooterText">
    <vt:lpwstr>Cisco Confidential</vt:lpwstr>
  </property>
  <property fmtid="{D5CDD505-2E9C-101B-9397-08002B2CF9AE}" pid="12" name="ContentTypeId">
    <vt:lpwstr>0x01010062C60D967E7E4E468F8E77D5EFBE9D35</vt:lpwstr>
  </property>
</Properties>
</file>
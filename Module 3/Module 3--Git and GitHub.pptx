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2" r:id="rId4"/>
  </p:sldMasterIdLst>
  <p:notesMasterIdLst>
    <p:notesMasterId r:id="rId13"/>
  </p:notesMasterIdLst>
  <p:sldIdLst>
    <p:sldId id="2147482512" r:id="rId5"/>
    <p:sldId id="2147482517" r:id="rId6"/>
    <p:sldId id="2147482518" r:id="rId7"/>
    <p:sldId id="2147482522" r:id="rId8"/>
    <p:sldId id="2147482519" r:id="rId9"/>
    <p:sldId id="2147482520" r:id="rId10"/>
    <p:sldId id="2147482521" r:id="rId11"/>
    <p:sldId id="2147482421" r:id="rId12"/>
  </p:sldIdLst>
  <p:sldSz cx="12192000" cy="6858000"/>
  <p:notesSz cx="6858000" cy="9144000"/>
  <p:embeddedFontLst>
    <p:embeddedFont>
      <p:font typeface="CiscoSansTT" panose="020B0503020201020303" pitchFamily="34" charset="0"/>
      <p:regular r:id="rId14"/>
      <p:bold r:id="rId15"/>
      <p:italic r:id="rId16"/>
      <p:boldItalic r:id="rId17"/>
    </p:embeddedFont>
    <p:embeddedFont>
      <p:font typeface="CiscoSansTT ExtraLight" panose="020B0303020201020303" pitchFamily="34" charset="0"/>
      <p:regular r:id="rId18"/>
      <p:bold r:id="rId19"/>
      <p:italic r:id="rId20"/>
      <p:boldItalic r:id="rId21"/>
    </p:embeddedFont>
    <p:embeddedFont>
      <p:font typeface="CiscoSansTT Light" panose="020B0503020201020303" pitchFamily="34" charset="0"/>
      <p:regular r:id="rId22"/>
      <p:bold r:id="rId23"/>
      <p:italic r:id="rId24"/>
      <p:boldItalic r:id="rId25"/>
    </p:embeddedFont>
    <p:embeddedFont>
      <p:font typeface="CiscoSansTT Medium" panose="020B0903020201020303" pitchFamily="34" charset="0"/>
      <p:regular r:id="rId26"/>
      <p:italic r:id="rId27"/>
    </p:embeddedFont>
    <p:embeddedFont>
      <p:font typeface="MS PGothic" panose="020B0600070205080204" pitchFamily="34" charset="-128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Slides" id="{6B5BE202-19CA-474B-817E-1B720625FA32}">
          <p14:sldIdLst>
            <p14:sldId id="2147482512"/>
            <p14:sldId id="2147482517"/>
            <p14:sldId id="2147482518"/>
            <p14:sldId id="2147482522"/>
            <p14:sldId id="2147482519"/>
            <p14:sldId id="2147482520"/>
            <p14:sldId id="2147482521"/>
          </p14:sldIdLst>
        </p14:section>
        <p14:section name="Closing" id="{B139BF10-315B-4780-A8A1-1F17D5CB2565}">
          <p14:sldIdLst>
            <p14:sldId id="2147482421"/>
          </p14:sldIdLst>
        </p14:section>
        <p14:section name="Template usage guidance" id="{9D1D5DA2-5D71-4849-9F69-D112782DB053}">
          <p14:sldIdLst/>
        </p14:section>
      </p14:sectionLst>
    </p:ext>
    <p:ext uri="{EFAFB233-063F-42B5-8137-9DF3F51BA10A}">
      <p15:sldGuideLst xmlns:p15="http://schemas.microsoft.com/office/powerpoint/2012/main">
        <p15:guide id="2" pos="3840" userDrawn="1">
          <p15:clr>
            <a:srgbClr val="F26B43"/>
          </p15:clr>
        </p15:guide>
        <p15:guide id="3" orient="horz" pos="2160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4651"/>
    <a:srgbClr val="45991F"/>
    <a:srgbClr val="B4B9C0"/>
    <a:srgbClr val="525E6C"/>
    <a:srgbClr val="6B6B6B"/>
    <a:srgbClr val="D6D6D6"/>
    <a:srgbClr val="FF9000"/>
    <a:srgbClr val="FF007F"/>
    <a:srgbClr val="0A60FF"/>
    <a:srgbClr val="06B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F6F387-81F9-4A72-8F20-6C6C169F6C62}" v="1" dt="2026-05-18T17:02:13.0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91" autoAdjust="0"/>
    <p:restoredTop sz="94615" autoAdjust="0"/>
  </p:normalViewPr>
  <p:slideViewPr>
    <p:cSldViewPr snapToGrid="0" showGuides="1">
      <p:cViewPr varScale="1">
        <p:scale>
          <a:sx n="105" d="100"/>
          <a:sy n="105" d="100"/>
        </p:scale>
        <p:origin x="756" y="9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7428"/>
    </p:cViewPr>
  </p:sorterViewPr>
  <p:notesViewPr>
    <p:cSldViewPr snapToGrid="0">
      <p:cViewPr varScale="1">
        <p:scale>
          <a:sx n="119" d="100"/>
          <a:sy n="119" d="100"/>
        </p:scale>
        <p:origin x="4992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Relationship Id="rId35" Type="http://schemas.microsoft.com/office/2018/10/relationships/authors" Target="author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Pace (rpace)" userId="2e0671a8-09e7-4e04-a400-340e2dc4f1a8" providerId="ADAL" clId="{4160E396-374C-4562-9827-3145900FE876}"/>
    <pc:docChg chg="custSel addSld delSld modSld sldOrd modSection">
      <pc:chgData name="Rich Pace (rpace)" userId="2e0671a8-09e7-4e04-a400-340e2dc4f1a8" providerId="ADAL" clId="{4160E396-374C-4562-9827-3145900FE876}" dt="2026-05-18T18:55:55.460" v="544" actId="47"/>
      <pc:docMkLst>
        <pc:docMk/>
      </pc:docMkLst>
      <pc:sldChg chg="del">
        <pc:chgData name="Rich Pace (rpace)" userId="2e0671a8-09e7-4e04-a400-340e2dc4f1a8" providerId="ADAL" clId="{4160E396-374C-4562-9827-3145900FE876}" dt="2026-05-18T18:55:55.460" v="544" actId="47"/>
        <pc:sldMkLst>
          <pc:docMk/>
          <pc:sldMk cId="25083783" sldId="2147482425"/>
        </pc:sldMkLst>
      </pc:sldChg>
      <pc:sldChg chg="modSp">
        <pc:chgData name="Rich Pace (rpace)" userId="2e0671a8-09e7-4e04-a400-340e2dc4f1a8" providerId="ADAL" clId="{4160E396-374C-4562-9827-3145900FE876}" dt="2026-05-18T17:02:13.019" v="0"/>
        <pc:sldMkLst>
          <pc:docMk/>
          <pc:sldMk cId="1178545874" sldId="2147482512"/>
        </pc:sldMkLst>
        <pc:spChg chg="mod">
          <ac:chgData name="Rich Pace (rpace)" userId="2e0671a8-09e7-4e04-a400-340e2dc4f1a8" providerId="ADAL" clId="{4160E396-374C-4562-9827-3145900FE876}" dt="2026-05-18T17:02:13.019" v="0"/>
          <ac:spMkLst>
            <pc:docMk/>
            <pc:sldMk cId="1178545874" sldId="2147482512"/>
            <ac:spMk id="10" creationId="{B5641A25-575C-374C-FEC0-FA44CE8C5F0E}"/>
          </ac:spMkLst>
        </pc:spChg>
      </pc:sldChg>
      <pc:sldChg chg="modSp mod">
        <pc:chgData name="Rich Pace (rpace)" userId="2e0671a8-09e7-4e04-a400-340e2dc4f1a8" providerId="ADAL" clId="{4160E396-374C-4562-9827-3145900FE876}" dt="2026-05-18T17:02:13.176" v="8" actId="27636"/>
        <pc:sldMkLst>
          <pc:docMk/>
          <pc:sldMk cId="0" sldId="2147482520"/>
        </pc:sldMkLst>
        <pc:spChg chg="mod">
          <ac:chgData name="Rich Pace (rpace)" userId="2e0671a8-09e7-4e04-a400-340e2dc4f1a8" providerId="ADAL" clId="{4160E396-374C-4562-9827-3145900FE876}" dt="2026-05-18T17:02:13.147" v="5" actId="27636"/>
          <ac:spMkLst>
            <pc:docMk/>
            <pc:sldMk cId="0" sldId="2147482520"/>
            <ac:spMk id="2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76" v="8" actId="27636"/>
          <ac:spMkLst>
            <pc:docMk/>
            <pc:sldMk cId="0" sldId="2147482520"/>
            <ac:spMk id="4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11" v="1" actId="27636"/>
          <ac:spMkLst>
            <pc:docMk/>
            <pc:sldMk cId="0" sldId="2147482520"/>
            <ac:spMk id="6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21" v="2" actId="27636"/>
          <ac:spMkLst>
            <pc:docMk/>
            <pc:sldMk cId="0" sldId="2147482520"/>
            <ac:spMk id="7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40" v="4" actId="27636"/>
          <ac:spMkLst>
            <pc:docMk/>
            <pc:sldMk cId="0" sldId="2147482520"/>
            <ac:spMk id="9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57" v="6" actId="27636"/>
          <ac:spMkLst>
            <pc:docMk/>
            <pc:sldMk cId="0" sldId="2147482520"/>
            <ac:spMk id="10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31" v="3" actId="27636"/>
          <ac:spMkLst>
            <pc:docMk/>
            <pc:sldMk cId="0" sldId="2147482520"/>
            <ac:spMk id="12" creationId="{00000000-0000-0000-0000-000000000000}"/>
          </ac:spMkLst>
        </pc:spChg>
        <pc:spChg chg="mod">
          <ac:chgData name="Rich Pace (rpace)" userId="2e0671a8-09e7-4e04-a400-340e2dc4f1a8" providerId="ADAL" clId="{4160E396-374C-4562-9827-3145900FE876}" dt="2026-05-18T17:02:13.165" v="7" actId="27636"/>
          <ac:spMkLst>
            <pc:docMk/>
            <pc:sldMk cId="0" sldId="2147482520"/>
            <ac:spMk id="13" creationId="{00000000-0000-0000-0000-000000000000}"/>
          </ac:spMkLst>
        </pc:spChg>
      </pc:sldChg>
      <pc:sldChg chg="addSp delSp modSp new mod ord modClrScheme chgLayout">
        <pc:chgData name="Rich Pace (rpace)" userId="2e0671a8-09e7-4e04-a400-340e2dc4f1a8" providerId="ADAL" clId="{4160E396-374C-4562-9827-3145900FE876}" dt="2026-05-18T18:54:50.549" v="543" actId="6549"/>
        <pc:sldMkLst>
          <pc:docMk/>
          <pc:sldMk cId="256594026" sldId="2147482522"/>
        </pc:sldMkLst>
        <pc:spChg chg="mod ord">
          <ac:chgData name="Rich Pace (rpace)" userId="2e0671a8-09e7-4e04-a400-340e2dc4f1a8" providerId="ADAL" clId="{4160E396-374C-4562-9827-3145900FE876}" dt="2026-05-18T18:54:50.549" v="543" actId="6549"/>
          <ac:spMkLst>
            <pc:docMk/>
            <pc:sldMk cId="256594026" sldId="2147482522"/>
            <ac:spMk id="2" creationId="{E03FAC32-454C-1BD8-B13D-51570D78A01B}"/>
          </ac:spMkLst>
        </pc:spChg>
        <pc:spChg chg="add del mod ord">
          <ac:chgData name="Rich Pace (rpace)" userId="2e0671a8-09e7-4e04-a400-340e2dc4f1a8" providerId="ADAL" clId="{4160E396-374C-4562-9827-3145900FE876}" dt="2026-05-18T17:09:05.150" v="39" actId="700"/>
          <ac:spMkLst>
            <pc:docMk/>
            <pc:sldMk cId="256594026" sldId="2147482522"/>
            <ac:spMk id="3" creationId="{03DD7063-EAFB-94A5-0766-1372A83F33D4}"/>
          </ac:spMkLst>
        </pc:spChg>
        <pc:spChg chg="add del mod ord">
          <ac:chgData name="Rich Pace (rpace)" userId="2e0671a8-09e7-4e04-a400-340e2dc4f1a8" providerId="ADAL" clId="{4160E396-374C-4562-9827-3145900FE876}" dt="2026-05-18T17:09:05.150" v="39" actId="700"/>
          <ac:spMkLst>
            <pc:docMk/>
            <pc:sldMk cId="256594026" sldId="2147482522"/>
            <ac:spMk id="4" creationId="{8CAFC11F-6FB3-D437-8C9A-EF9F3AF24B70}"/>
          </ac:spMkLst>
        </pc:spChg>
        <pc:spChg chg="add mod ord">
          <ac:chgData name="Rich Pace (rpace)" userId="2e0671a8-09e7-4e04-a400-340e2dc4f1a8" providerId="ADAL" clId="{4160E396-374C-4562-9827-3145900FE876}" dt="2026-05-18T17:13:56.893" v="456" actId="20577"/>
          <ac:spMkLst>
            <pc:docMk/>
            <pc:sldMk cId="256594026" sldId="2147482522"/>
            <ac:spMk id="5" creationId="{FD3C563B-0171-0396-C7EA-1AD5CD475043}"/>
          </ac:spMkLst>
        </pc:spChg>
        <pc:spChg chg="add mod ord">
          <ac:chgData name="Rich Pace (rpace)" userId="2e0671a8-09e7-4e04-a400-340e2dc4f1a8" providerId="ADAL" clId="{4160E396-374C-4562-9827-3145900FE876}" dt="2026-05-18T17:14:46.679" v="540" actId="20577"/>
          <ac:spMkLst>
            <pc:docMk/>
            <pc:sldMk cId="256594026" sldId="2147482522"/>
            <ac:spMk id="6" creationId="{971D560E-EC3A-6914-64FB-E5C1B542339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#4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node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lignNode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lnNode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rgbClr val="02C8FF">
        <a:shade val="80000"/>
      </a:srgb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node3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node4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fgImgPlace1">
    <dgm:fillClrLst meth="repeat">
      <a:srgbClr val="02C8FF">
        <a:tint val="40000"/>
      </a:srgbClr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lignImgPlace1">
    <dgm:fillClrLst meth="repeat">
      <a:srgbClr val="02C8FF">
        <a:tint val="40000"/>
      </a:srgbClr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bgImgPlace1">
    <dgm:fillClrLst meth="repeat">
      <a:srgbClr val="02C8FF">
        <a:tint val="40000"/>
      </a:srgbClr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sib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 meth="repeat">
      <a:srgbClr val="FFFFFF"/>
    </dgm:txFillClrLst>
    <dgm:txEffectClrLst/>
  </dgm:styleLbl>
  <dgm:styleLbl name="fgSib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 meth="repeat">
      <a:srgbClr val="FFFFFF"/>
    </dgm:txFillClrLst>
    <dgm:txEffectClrLst/>
  </dgm:styleLbl>
  <dgm:styleLbl name="bgSib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 meth="repeat">
      <a:srgbClr val="FFFFFF"/>
    </dgm:txFillClrLst>
    <dgm:txEffectClrLst/>
  </dgm:styleLbl>
  <dgm:styleLbl name="sibTrans1D1">
    <dgm:fillClrLst meth="repeat">
      <a:srgbClr val="02C8FF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callout">
    <dgm:fillClrLst meth="repeat">
      <a:srgbClr val="02C8FF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asst0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2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3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4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parCh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/>
    <dgm:txEffectClrLst/>
  </dgm:styleLbl>
  <dgm:styleLbl name="parChTrans2D2">
    <dgm:fillClrLst meth="repeat">
      <a:srgbClr val="02C8FF"/>
    </dgm:fillClrLst>
    <dgm:linClrLst meth="repeat">
      <a:srgbClr val="02C8FF"/>
    </dgm:linClrLst>
    <dgm:effectClrLst/>
    <dgm:txLinClrLst/>
    <dgm:txFillClrLst/>
    <dgm:txEffectClrLst/>
  </dgm:styleLbl>
  <dgm:styleLbl name="parChTrans2D3">
    <dgm:fillClrLst meth="repeat">
      <a:srgbClr val="02C8FF"/>
    </dgm:fillClrLst>
    <dgm:linClrLst meth="repeat">
      <a:srgbClr val="02C8FF"/>
    </dgm:linClrLst>
    <dgm:effectClrLst/>
    <dgm:txLinClrLst/>
    <dgm:txFillClrLst/>
    <dgm:txEffectClrLst/>
  </dgm:styleLbl>
  <dgm:styleLbl name="parChTrans2D4">
    <dgm:fillClrLst meth="repeat">
      <a:srgbClr val="02C8FF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parChTrans1D1">
    <dgm:fillClrLst meth="repeat">
      <a:srgbClr val="02C8FF"/>
    </dgm:fillClrLst>
    <dgm:linClrLst meth="repeat">
      <a:srgbClr val="02C8FF">
        <a:shade val="60000"/>
      </a:srgbClr>
    </dgm:linClrLst>
    <dgm:effectClrLst/>
    <dgm:txLinClrLst/>
    <dgm:txFillClrLst meth="repeat">
      <a:srgbClr val="FFFFFF"/>
    </dgm:txFillClrLst>
    <dgm:txEffectClrLst/>
  </dgm:styleLbl>
  <dgm:styleLbl name="parChTrans1D2">
    <dgm:fillClrLst meth="repeat">
      <a:srgbClr val="02C8FF"/>
    </dgm:fillClrLst>
    <dgm:linClrLst meth="repeat">
      <a:srgbClr val="02C8FF">
        <a:shade val="60000"/>
      </a:srgbClr>
    </dgm:linClrLst>
    <dgm:effectClrLst/>
    <dgm:txLinClrLst/>
    <dgm:txFillClrLst meth="repeat">
      <a:srgbClr val="FFFFFF"/>
    </dgm:txFillClrLst>
    <dgm:txEffectClrLst/>
  </dgm:styleLbl>
  <dgm:styleLbl name="parChTrans1D3">
    <dgm:fillClrLst meth="repeat">
      <a:srgbClr val="02C8FF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parChTrans1D4">
    <dgm:fillClrLst meth="repeat">
      <a:srgbClr val="02C8FF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fg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conFg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align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trAlignAcc1">
    <dgm:fillClrLst meth="repeat">
      <a:srgbClr val="02C8FF">
        <a:alpha val="4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bg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solidFgAcc1">
    <dgm:fillClrLst meth="repeat">
      <a:schemeClr val="lt1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solidAlignAcc1">
    <dgm:fillClrLst meth="repeat">
      <a:schemeClr val="lt1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solidBgAcc1">
    <dgm:fillClrLst meth="repeat">
      <a:schemeClr val="lt1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rgbClr val="02C8FF">
        <a:alpha val="90000"/>
      </a:srgbClr>
    </dgm:linClrLst>
    <dgm:effectClrLst/>
    <dgm:txLinClrLst/>
    <dgm:txFillClrLst meth="repeat">
      <a:srgbClr val="FFFFFF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rgbClr val="02C8FF">
        <a:alpha val="90000"/>
      </a:srgbClr>
    </dgm:linClrLst>
    <dgm:effectClrLst/>
    <dgm:txLinClrLst/>
    <dgm:txFillClrLst meth="repeat">
      <a:srgbClr val="FFFFFF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rgbClr val="02C8FF">
        <a:alpha val="90000"/>
      </a:srgbClr>
    </dgm:linClrLst>
    <dgm:effectClrLst/>
    <dgm:txLinClrLst/>
    <dgm:txFillClrLst meth="repeat">
      <a:srgbClr val="FFFFFF"/>
    </dgm:txFillClrLst>
    <dgm:txEffectClrLst/>
  </dgm:styleLbl>
  <dgm:styleLbl name="fgAcc0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2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3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4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bgShp">
    <dgm:fillClrLst meth="repeat">
      <a:srgbClr val="02C8FF"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dkBgShp">
    <dgm:fillClrLst meth="repeat">
      <a:srgbClr val="02C8FF">
        <a:shade val="8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trBgShp">
    <dgm:fillClrLst meth="repeat">
      <a:srgbClr val="02C8FF">
        <a:tint val="50000"/>
        <a:alpha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Shp">
    <dgm:fillClrLst meth="repeat">
      <a:srgbClr val="02C8FF">
        <a:tint val="60000"/>
      </a:srgbClr>
    </dgm:fillClrLst>
    <dgm:linClrLst meth="repeat">
      <a:schemeClr val="lt1"/>
    </dgm:linClrLst>
    <dgm:effectClrLst/>
    <dgm:txLinClrLst/>
    <dgm:txFillClrLst meth="repeat">
      <a:srgbClr val="FFFFFF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rgbClr val="FFFFFF">
        <a:alpha val="0"/>
      </a:srgbClr>
    </dgm:linClrLst>
    <dgm:effectClrLst/>
    <dgm:txLinClrLst/>
    <dgm:txFillClrLst meth="repeat">
      <a:srgbClr val="FFFFFF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1#5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node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lignNode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lnNode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rgbClr val="02C8FF">
        <a:shade val="80000"/>
      </a:srgb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node3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node4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fgImgPlace1">
    <dgm:fillClrLst meth="repeat">
      <a:srgbClr val="02C8FF">
        <a:tint val="40000"/>
      </a:srgbClr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lignImgPlace1">
    <dgm:fillClrLst meth="repeat">
      <a:srgbClr val="02C8FF">
        <a:tint val="40000"/>
      </a:srgbClr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bgImgPlace1">
    <dgm:fillClrLst meth="repeat">
      <a:srgbClr val="02C8FF">
        <a:tint val="40000"/>
      </a:srgbClr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sib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 meth="repeat">
      <a:srgbClr val="FFFFFF"/>
    </dgm:txFillClrLst>
    <dgm:txEffectClrLst/>
  </dgm:styleLbl>
  <dgm:styleLbl name="fgSib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 meth="repeat">
      <a:srgbClr val="FFFFFF"/>
    </dgm:txFillClrLst>
    <dgm:txEffectClrLst/>
  </dgm:styleLbl>
  <dgm:styleLbl name="bgSib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 meth="repeat">
      <a:srgbClr val="FFFFFF"/>
    </dgm:txFillClrLst>
    <dgm:txEffectClrLst/>
  </dgm:styleLbl>
  <dgm:styleLbl name="sibTrans1D1">
    <dgm:fillClrLst meth="repeat">
      <a:srgbClr val="02C8FF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callout">
    <dgm:fillClrLst meth="repeat">
      <a:srgbClr val="02C8FF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asst0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1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2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3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asst4">
    <dgm:fillClrLst meth="repeat">
      <a:schemeClr val="lt1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parChTrans2D1">
    <dgm:fillClrLst meth="repeat">
      <a:srgbClr val="02C8FF">
        <a:tint val="60000"/>
      </a:srgbClr>
    </dgm:fillClrLst>
    <dgm:linClrLst meth="repeat">
      <a:srgbClr val="02C8FF">
        <a:tint val="60000"/>
      </a:srgbClr>
    </dgm:linClrLst>
    <dgm:effectClrLst/>
    <dgm:txLinClrLst/>
    <dgm:txFillClrLst/>
    <dgm:txEffectClrLst/>
  </dgm:styleLbl>
  <dgm:styleLbl name="parChTrans2D2">
    <dgm:fillClrLst meth="repeat">
      <a:srgbClr val="02C8FF"/>
    </dgm:fillClrLst>
    <dgm:linClrLst meth="repeat">
      <a:srgbClr val="02C8FF"/>
    </dgm:linClrLst>
    <dgm:effectClrLst/>
    <dgm:txLinClrLst/>
    <dgm:txFillClrLst/>
    <dgm:txEffectClrLst/>
  </dgm:styleLbl>
  <dgm:styleLbl name="parChTrans2D3">
    <dgm:fillClrLst meth="repeat">
      <a:srgbClr val="02C8FF"/>
    </dgm:fillClrLst>
    <dgm:linClrLst meth="repeat">
      <a:srgbClr val="02C8FF"/>
    </dgm:linClrLst>
    <dgm:effectClrLst/>
    <dgm:txLinClrLst/>
    <dgm:txFillClrLst/>
    <dgm:txEffectClrLst/>
  </dgm:styleLbl>
  <dgm:styleLbl name="parChTrans2D4">
    <dgm:fillClrLst meth="repeat">
      <a:srgbClr val="02C8FF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parChTrans1D1">
    <dgm:fillClrLst meth="repeat">
      <a:srgbClr val="02C8FF"/>
    </dgm:fillClrLst>
    <dgm:linClrLst meth="repeat">
      <a:srgbClr val="02C8FF">
        <a:shade val="60000"/>
      </a:srgbClr>
    </dgm:linClrLst>
    <dgm:effectClrLst/>
    <dgm:txLinClrLst/>
    <dgm:txFillClrLst meth="repeat">
      <a:srgbClr val="FFFFFF"/>
    </dgm:txFillClrLst>
    <dgm:txEffectClrLst/>
  </dgm:styleLbl>
  <dgm:styleLbl name="parChTrans1D2">
    <dgm:fillClrLst meth="repeat">
      <a:srgbClr val="02C8FF"/>
    </dgm:fillClrLst>
    <dgm:linClrLst meth="repeat">
      <a:srgbClr val="02C8FF">
        <a:shade val="60000"/>
      </a:srgbClr>
    </dgm:linClrLst>
    <dgm:effectClrLst/>
    <dgm:txLinClrLst/>
    <dgm:txFillClrLst meth="repeat">
      <a:srgbClr val="FFFFFF"/>
    </dgm:txFillClrLst>
    <dgm:txEffectClrLst/>
  </dgm:styleLbl>
  <dgm:styleLbl name="parChTrans1D3">
    <dgm:fillClrLst meth="repeat">
      <a:srgbClr val="02C8FF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parChTrans1D4">
    <dgm:fillClrLst meth="repeat">
      <a:srgbClr val="02C8FF"/>
    </dgm:fillClrLst>
    <dgm:linClrLst meth="repeat">
      <a:srgbClr val="02C8FF">
        <a:shade val="80000"/>
      </a:srgbClr>
    </dgm:linClrLst>
    <dgm:effectClrLst/>
    <dgm:txLinClrLst/>
    <dgm:txFillClrLst meth="repeat">
      <a:srgbClr val="FFFFFF"/>
    </dgm:txFillClrLst>
    <dgm:txEffectClrLst/>
  </dgm:styleLbl>
  <dgm:styleLbl name="fg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conFg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align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trAlignAcc1">
    <dgm:fillClrLst meth="repeat">
      <a:srgbClr val="02C8FF">
        <a:alpha val="4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bgAcc1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solidFgAcc1">
    <dgm:fillClrLst meth="repeat">
      <a:schemeClr val="lt1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solidAlignAcc1">
    <dgm:fillClrLst meth="repeat">
      <a:schemeClr val="lt1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solidBgAcc1">
    <dgm:fillClrLst meth="repeat">
      <a:schemeClr val="lt1"/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rgbClr val="02C8FF">
        <a:alpha val="90000"/>
      </a:srgbClr>
    </dgm:linClrLst>
    <dgm:effectClrLst/>
    <dgm:txLinClrLst/>
    <dgm:txFillClrLst meth="repeat">
      <a:srgbClr val="FFFFFF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rgbClr val="02C8FF">
        <a:alpha val="90000"/>
      </a:srgbClr>
    </dgm:linClrLst>
    <dgm:effectClrLst/>
    <dgm:txLinClrLst/>
    <dgm:txFillClrLst meth="repeat">
      <a:srgbClr val="FFFFFF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rgbClr val="02C8FF">
        <a:alpha val="90000"/>
      </a:srgbClr>
    </dgm:linClrLst>
    <dgm:effectClrLst/>
    <dgm:txLinClrLst/>
    <dgm:txFillClrLst meth="repeat">
      <a:srgbClr val="FFFFFF"/>
    </dgm:txFillClrLst>
    <dgm:txEffectClrLst/>
  </dgm:styleLbl>
  <dgm:styleLbl name="fgAcc0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2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3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Acc4">
    <dgm:fillClrLst meth="repeat">
      <a:srgbClr val="02C8FF">
        <a:alpha val="90000"/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bgShp">
    <dgm:fillClrLst meth="repeat">
      <a:srgbClr val="02C8FF">
        <a:tint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dkBgShp">
    <dgm:fillClrLst meth="repeat">
      <a:srgbClr val="02C8FF">
        <a:shade val="8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trBgShp">
    <dgm:fillClrLst meth="repeat">
      <a:srgbClr val="02C8FF">
        <a:tint val="50000"/>
        <a:alpha val="40000"/>
      </a:srgbClr>
    </dgm:fillClrLst>
    <dgm:linClrLst meth="repeat">
      <a:srgbClr val="02C8FF"/>
    </dgm:linClrLst>
    <dgm:effectClrLst/>
    <dgm:txLinClrLst/>
    <dgm:txFillClrLst meth="repeat">
      <a:srgbClr val="FFFFFF"/>
    </dgm:txFillClrLst>
    <dgm:txEffectClrLst/>
  </dgm:styleLbl>
  <dgm:styleLbl name="fgShp">
    <dgm:fillClrLst meth="repeat">
      <a:srgbClr val="02C8FF">
        <a:tint val="60000"/>
      </a:srgbClr>
    </dgm:fillClrLst>
    <dgm:linClrLst meth="repeat">
      <a:schemeClr val="lt1"/>
    </dgm:linClrLst>
    <dgm:effectClrLst/>
    <dgm:txLinClrLst/>
    <dgm:txFillClrLst meth="repeat">
      <a:srgbClr val="FFFFFF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rgbClr val="FFFFFF">
        <a:alpha val="0"/>
      </a:srgbClr>
    </dgm:linClrLst>
    <dgm:effectClrLst/>
    <dgm:txLinClrLst/>
    <dgm:txFillClrLst meth="repeat">
      <a:srgbClr val="FFFFFF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FE66E2-5558-49FA-9847-9A97597B989D}" type="doc">
      <dgm:prSet loTypeId="urn:microsoft.com/office/officeart/2005/8/layout/gear1" loCatId="" qsTypeId="urn:microsoft.com/office/officeart/2005/8/quickstyle/simple1#3" qsCatId="simple" csTypeId="urn:microsoft.com/office/officeart/2005/8/colors/accent4_1#4" csCatId="accent4" phldr="1"/>
      <dgm:spPr/>
    </dgm:pt>
    <dgm:pt modelId="{08CEADFD-50AF-41F3-B0CB-D71595BE758B}">
      <dgm:prSet phldrT="[Text]" phldr="0" custT="1"/>
      <dgm:spPr/>
      <dgm:t>
        <a:bodyPr/>
        <a:lstStyle/>
        <a:p>
          <a:r>
            <a:rPr lang="en-US" sz="1600" dirty="0">
              <a:latin typeface="CiscoSansTT"/>
              <a:cs typeface="CiscoSansTT"/>
            </a:rPr>
            <a:t>Edit</a:t>
          </a:r>
        </a:p>
      </dgm:t>
    </dgm:pt>
    <dgm:pt modelId="{AEE8D8D5-491C-4C60-8C8A-27D082185A6C}" type="parTrans" cxnId="{9AAC2514-CB15-4CEE-B4F3-D5E4BF037F2F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0F8D1EF3-2613-4A21-99AF-7BC28A3E974D}" type="sibTrans" cxnId="{9AAC2514-CB15-4CEE-B4F3-D5E4BF037F2F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4E996D67-2331-4369-A2DC-7D9629CB86FB}">
      <dgm:prSet phldrT="[Text]" phldr="0" custT="1"/>
      <dgm:spPr/>
      <dgm:t>
        <a:bodyPr/>
        <a:lstStyle/>
        <a:p>
          <a:r>
            <a:rPr lang="en-US" sz="1600">
              <a:latin typeface="CiscoSansTT"/>
              <a:cs typeface="CiscoSansTT"/>
            </a:rPr>
            <a:t>Commit</a:t>
          </a:r>
        </a:p>
      </dgm:t>
    </dgm:pt>
    <dgm:pt modelId="{D0DB6D08-26DA-43EE-BA09-E0CD66EE0A55}" type="parTrans" cxnId="{4B8643AD-323D-483C-B8D2-89F7894B4774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B65930AD-9E20-4323-823F-09EB27B16425}" type="sibTrans" cxnId="{4B8643AD-323D-483C-B8D2-89F7894B4774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9E42AEFA-0D32-41A0-8D3C-260F838D5C65}">
      <dgm:prSet phldrT="[Text]" phldr="0" custT="1"/>
      <dgm:spPr/>
      <dgm:t>
        <a:bodyPr/>
        <a:lstStyle/>
        <a:p>
          <a:r>
            <a:rPr lang="en-US" sz="1600" dirty="0">
              <a:latin typeface="CiscoSansTT"/>
              <a:cs typeface="CiscoSansTT"/>
            </a:rPr>
            <a:t>Push</a:t>
          </a:r>
        </a:p>
      </dgm:t>
    </dgm:pt>
    <dgm:pt modelId="{65150B14-692D-4F51-80F8-B5B3E4920BCE}" type="parTrans" cxnId="{6874BE44-92AB-46A2-B094-7004ABFE3859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B656C315-413F-4E6C-BED9-EA9ED68A1238}" type="sibTrans" cxnId="{6874BE44-92AB-46A2-B094-7004ABFE3859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4550431E-BE95-6E47-A9BE-B7A9F35B9D89}" type="pres">
      <dgm:prSet presAssocID="{FBFE66E2-5558-49FA-9847-9A97597B989D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44F35F21-0E7D-7548-8052-4EB131825475}" type="pres">
      <dgm:prSet presAssocID="{08CEADFD-50AF-41F3-B0CB-D71595BE758B}" presName="gear1" presStyleLbl="node1" presStyleIdx="0" presStyleCnt="3">
        <dgm:presLayoutVars>
          <dgm:chMax val="1"/>
          <dgm:bulletEnabled val="1"/>
        </dgm:presLayoutVars>
      </dgm:prSet>
      <dgm:spPr/>
    </dgm:pt>
    <dgm:pt modelId="{2A8DCDD0-B67F-354D-BA05-C6663CFCC8FB}" type="pres">
      <dgm:prSet presAssocID="{08CEADFD-50AF-41F3-B0CB-D71595BE758B}" presName="gear1srcNode" presStyleLbl="node1" presStyleIdx="0" presStyleCnt="3"/>
      <dgm:spPr/>
    </dgm:pt>
    <dgm:pt modelId="{3BF09A57-8F12-0243-BDE2-3FA0C84A6808}" type="pres">
      <dgm:prSet presAssocID="{08CEADFD-50AF-41F3-B0CB-D71595BE758B}" presName="gear1dstNode" presStyleLbl="node1" presStyleIdx="0" presStyleCnt="3"/>
      <dgm:spPr/>
    </dgm:pt>
    <dgm:pt modelId="{D1CF9AA4-CD08-724A-8715-09706DA938DA}" type="pres">
      <dgm:prSet presAssocID="{4E996D67-2331-4369-A2DC-7D9629CB86FB}" presName="gear2" presStyleLbl="node1" presStyleIdx="1" presStyleCnt="3">
        <dgm:presLayoutVars>
          <dgm:chMax val="1"/>
          <dgm:bulletEnabled val="1"/>
        </dgm:presLayoutVars>
      </dgm:prSet>
      <dgm:spPr/>
    </dgm:pt>
    <dgm:pt modelId="{A388F57D-5BC1-1C44-A574-D7E52EF1BF8D}" type="pres">
      <dgm:prSet presAssocID="{4E996D67-2331-4369-A2DC-7D9629CB86FB}" presName="gear2srcNode" presStyleLbl="node1" presStyleIdx="1" presStyleCnt="3"/>
      <dgm:spPr/>
    </dgm:pt>
    <dgm:pt modelId="{0B03E73B-E040-214E-AA9D-ADA5D2F79706}" type="pres">
      <dgm:prSet presAssocID="{4E996D67-2331-4369-A2DC-7D9629CB86FB}" presName="gear2dstNode" presStyleLbl="node1" presStyleIdx="1" presStyleCnt="3"/>
      <dgm:spPr/>
    </dgm:pt>
    <dgm:pt modelId="{34FAA1A2-B9A1-9A4A-B000-7D89A11A94C8}" type="pres">
      <dgm:prSet presAssocID="{9E42AEFA-0D32-41A0-8D3C-260F838D5C65}" presName="gear3" presStyleLbl="node1" presStyleIdx="2" presStyleCnt="3"/>
      <dgm:spPr/>
    </dgm:pt>
    <dgm:pt modelId="{976D17B6-20CA-E446-B81C-26E7781605DA}" type="pres">
      <dgm:prSet presAssocID="{9E42AEFA-0D32-41A0-8D3C-260F838D5C65}" presName="gear3tx" presStyleLbl="node1" presStyleIdx="2" presStyleCnt="3">
        <dgm:presLayoutVars>
          <dgm:chMax val="1"/>
          <dgm:bulletEnabled val="1"/>
        </dgm:presLayoutVars>
      </dgm:prSet>
      <dgm:spPr/>
    </dgm:pt>
    <dgm:pt modelId="{65877B7C-B9F2-5940-A33E-8ADF6D86B25C}" type="pres">
      <dgm:prSet presAssocID="{9E42AEFA-0D32-41A0-8D3C-260F838D5C65}" presName="gear3srcNode" presStyleLbl="node1" presStyleIdx="2" presStyleCnt="3"/>
      <dgm:spPr/>
    </dgm:pt>
    <dgm:pt modelId="{EFB0E830-E793-DB45-85E8-44C368BA74F1}" type="pres">
      <dgm:prSet presAssocID="{9E42AEFA-0D32-41A0-8D3C-260F838D5C65}" presName="gear3dstNode" presStyleLbl="node1" presStyleIdx="2" presStyleCnt="3"/>
      <dgm:spPr/>
    </dgm:pt>
    <dgm:pt modelId="{DA7A7C65-2B9D-D44E-9C85-386E451E2E51}" type="pres">
      <dgm:prSet presAssocID="{0F8D1EF3-2613-4A21-99AF-7BC28A3E974D}" presName="connector1" presStyleLbl="sibTrans2D1" presStyleIdx="0" presStyleCnt="3"/>
      <dgm:spPr/>
    </dgm:pt>
    <dgm:pt modelId="{05517C49-2757-774F-8119-B1055EC3CECD}" type="pres">
      <dgm:prSet presAssocID="{B65930AD-9E20-4323-823F-09EB27B16425}" presName="connector2" presStyleLbl="sibTrans2D1" presStyleIdx="1" presStyleCnt="3"/>
      <dgm:spPr/>
    </dgm:pt>
    <dgm:pt modelId="{8CF765E8-259C-D040-A3B2-DB386C5ABBAD}" type="pres">
      <dgm:prSet presAssocID="{B656C315-413F-4E6C-BED9-EA9ED68A1238}" presName="connector3" presStyleLbl="sibTrans2D1" presStyleIdx="2" presStyleCnt="3"/>
      <dgm:spPr/>
    </dgm:pt>
  </dgm:ptLst>
  <dgm:cxnLst>
    <dgm:cxn modelId="{DAA66505-FF88-684A-B510-042256AD4C4A}" type="presOf" srcId="{9E42AEFA-0D32-41A0-8D3C-260F838D5C65}" destId="{976D17B6-20CA-E446-B81C-26E7781605DA}" srcOrd="1" destOrd="0" presId="urn:microsoft.com/office/officeart/2005/8/layout/gear1"/>
    <dgm:cxn modelId="{9AAC2514-CB15-4CEE-B4F3-D5E4BF037F2F}" srcId="{FBFE66E2-5558-49FA-9847-9A97597B989D}" destId="{08CEADFD-50AF-41F3-B0CB-D71595BE758B}" srcOrd="0" destOrd="0" parTransId="{AEE8D8D5-491C-4C60-8C8A-27D082185A6C}" sibTransId="{0F8D1EF3-2613-4A21-99AF-7BC28A3E974D}"/>
    <dgm:cxn modelId="{FEAB791D-DB3E-9A4D-9CC9-C21CAAD532C9}" type="presOf" srcId="{0F8D1EF3-2613-4A21-99AF-7BC28A3E974D}" destId="{DA7A7C65-2B9D-D44E-9C85-386E451E2E51}" srcOrd="0" destOrd="0" presId="urn:microsoft.com/office/officeart/2005/8/layout/gear1"/>
    <dgm:cxn modelId="{1EB95220-1B6C-194A-B40A-5AB399D46514}" type="presOf" srcId="{B65930AD-9E20-4323-823F-09EB27B16425}" destId="{05517C49-2757-774F-8119-B1055EC3CECD}" srcOrd="0" destOrd="0" presId="urn:microsoft.com/office/officeart/2005/8/layout/gear1"/>
    <dgm:cxn modelId="{B50A3722-DA82-DA44-9EE4-6C66E18549C2}" type="presOf" srcId="{4E996D67-2331-4369-A2DC-7D9629CB86FB}" destId="{0B03E73B-E040-214E-AA9D-ADA5D2F79706}" srcOrd="2" destOrd="0" presId="urn:microsoft.com/office/officeart/2005/8/layout/gear1"/>
    <dgm:cxn modelId="{66A3162D-9028-8946-B833-08A62FFD29D8}" type="presOf" srcId="{4E996D67-2331-4369-A2DC-7D9629CB86FB}" destId="{A388F57D-5BC1-1C44-A574-D7E52EF1BF8D}" srcOrd="1" destOrd="0" presId="urn:microsoft.com/office/officeart/2005/8/layout/gear1"/>
    <dgm:cxn modelId="{6874BE44-92AB-46A2-B094-7004ABFE3859}" srcId="{FBFE66E2-5558-49FA-9847-9A97597B989D}" destId="{9E42AEFA-0D32-41A0-8D3C-260F838D5C65}" srcOrd="2" destOrd="0" parTransId="{65150B14-692D-4F51-80F8-B5B3E4920BCE}" sibTransId="{B656C315-413F-4E6C-BED9-EA9ED68A1238}"/>
    <dgm:cxn modelId="{305B2271-DE1E-DA4E-81AF-1D656A789189}" type="presOf" srcId="{9E42AEFA-0D32-41A0-8D3C-260F838D5C65}" destId="{65877B7C-B9F2-5940-A33E-8ADF6D86B25C}" srcOrd="2" destOrd="0" presId="urn:microsoft.com/office/officeart/2005/8/layout/gear1"/>
    <dgm:cxn modelId="{822A4955-31AC-CF4B-A290-FE45AE171315}" type="presOf" srcId="{08CEADFD-50AF-41F3-B0CB-D71595BE758B}" destId="{2A8DCDD0-B67F-354D-BA05-C6663CFCC8FB}" srcOrd="1" destOrd="0" presId="urn:microsoft.com/office/officeart/2005/8/layout/gear1"/>
    <dgm:cxn modelId="{0F14807F-CE6C-6A4D-9042-1C9E5D03759A}" type="presOf" srcId="{9E42AEFA-0D32-41A0-8D3C-260F838D5C65}" destId="{EFB0E830-E793-DB45-85E8-44C368BA74F1}" srcOrd="3" destOrd="0" presId="urn:microsoft.com/office/officeart/2005/8/layout/gear1"/>
    <dgm:cxn modelId="{92833AA4-571D-2E46-BFC3-77B83A599751}" type="presOf" srcId="{FBFE66E2-5558-49FA-9847-9A97597B989D}" destId="{4550431E-BE95-6E47-A9BE-B7A9F35B9D89}" srcOrd="0" destOrd="0" presId="urn:microsoft.com/office/officeart/2005/8/layout/gear1"/>
    <dgm:cxn modelId="{3A6643A6-BC75-BF46-8FFA-2AB409D6844D}" type="presOf" srcId="{4E996D67-2331-4369-A2DC-7D9629CB86FB}" destId="{D1CF9AA4-CD08-724A-8715-09706DA938DA}" srcOrd="0" destOrd="0" presId="urn:microsoft.com/office/officeart/2005/8/layout/gear1"/>
    <dgm:cxn modelId="{73DAB9AA-263D-BF49-90EF-2D91EC10026A}" type="presOf" srcId="{B656C315-413F-4E6C-BED9-EA9ED68A1238}" destId="{8CF765E8-259C-D040-A3B2-DB386C5ABBAD}" srcOrd="0" destOrd="0" presId="urn:microsoft.com/office/officeart/2005/8/layout/gear1"/>
    <dgm:cxn modelId="{4B8643AD-323D-483C-B8D2-89F7894B4774}" srcId="{FBFE66E2-5558-49FA-9847-9A97597B989D}" destId="{4E996D67-2331-4369-A2DC-7D9629CB86FB}" srcOrd="1" destOrd="0" parTransId="{D0DB6D08-26DA-43EE-BA09-E0CD66EE0A55}" sibTransId="{B65930AD-9E20-4323-823F-09EB27B16425}"/>
    <dgm:cxn modelId="{16BEE6C2-56A9-7145-9BA7-2C39BA31DC65}" type="presOf" srcId="{08CEADFD-50AF-41F3-B0CB-D71595BE758B}" destId="{3BF09A57-8F12-0243-BDE2-3FA0C84A6808}" srcOrd="2" destOrd="0" presId="urn:microsoft.com/office/officeart/2005/8/layout/gear1"/>
    <dgm:cxn modelId="{7FF100C7-C587-F746-AB67-F4B824EB4778}" type="presOf" srcId="{9E42AEFA-0D32-41A0-8D3C-260F838D5C65}" destId="{34FAA1A2-B9A1-9A4A-B000-7D89A11A94C8}" srcOrd="0" destOrd="0" presId="urn:microsoft.com/office/officeart/2005/8/layout/gear1"/>
    <dgm:cxn modelId="{BFD933EC-E707-E84D-BE0F-E73937CF4420}" type="presOf" srcId="{08CEADFD-50AF-41F3-B0CB-D71595BE758B}" destId="{44F35F21-0E7D-7548-8052-4EB131825475}" srcOrd="0" destOrd="0" presId="urn:microsoft.com/office/officeart/2005/8/layout/gear1"/>
    <dgm:cxn modelId="{D7DDCFA8-4E1E-4C4A-B571-605F8716D8F9}" type="presParOf" srcId="{4550431E-BE95-6E47-A9BE-B7A9F35B9D89}" destId="{44F35F21-0E7D-7548-8052-4EB131825475}" srcOrd="0" destOrd="0" presId="urn:microsoft.com/office/officeart/2005/8/layout/gear1"/>
    <dgm:cxn modelId="{75EC0078-F3AC-E845-9E83-F89DBFEF59F2}" type="presParOf" srcId="{4550431E-BE95-6E47-A9BE-B7A9F35B9D89}" destId="{2A8DCDD0-B67F-354D-BA05-C6663CFCC8FB}" srcOrd="1" destOrd="0" presId="urn:microsoft.com/office/officeart/2005/8/layout/gear1"/>
    <dgm:cxn modelId="{7476F99C-E97A-514F-9503-ABEA7E0EBF31}" type="presParOf" srcId="{4550431E-BE95-6E47-A9BE-B7A9F35B9D89}" destId="{3BF09A57-8F12-0243-BDE2-3FA0C84A6808}" srcOrd="2" destOrd="0" presId="urn:microsoft.com/office/officeart/2005/8/layout/gear1"/>
    <dgm:cxn modelId="{1B49000B-7DFE-0C45-956B-308B814CBB71}" type="presParOf" srcId="{4550431E-BE95-6E47-A9BE-B7A9F35B9D89}" destId="{D1CF9AA4-CD08-724A-8715-09706DA938DA}" srcOrd="3" destOrd="0" presId="urn:microsoft.com/office/officeart/2005/8/layout/gear1"/>
    <dgm:cxn modelId="{FDE654A1-1879-8C41-A281-39C56AF6081C}" type="presParOf" srcId="{4550431E-BE95-6E47-A9BE-B7A9F35B9D89}" destId="{A388F57D-5BC1-1C44-A574-D7E52EF1BF8D}" srcOrd="4" destOrd="0" presId="urn:microsoft.com/office/officeart/2005/8/layout/gear1"/>
    <dgm:cxn modelId="{F7CED122-3EC3-2941-BC8A-5D2A7A0B4D9D}" type="presParOf" srcId="{4550431E-BE95-6E47-A9BE-B7A9F35B9D89}" destId="{0B03E73B-E040-214E-AA9D-ADA5D2F79706}" srcOrd="5" destOrd="0" presId="urn:microsoft.com/office/officeart/2005/8/layout/gear1"/>
    <dgm:cxn modelId="{A95ADC39-3D18-7B4D-BDD7-27FB43C70412}" type="presParOf" srcId="{4550431E-BE95-6E47-A9BE-B7A9F35B9D89}" destId="{34FAA1A2-B9A1-9A4A-B000-7D89A11A94C8}" srcOrd="6" destOrd="0" presId="urn:microsoft.com/office/officeart/2005/8/layout/gear1"/>
    <dgm:cxn modelId="{A49DAAC3-12E5-DF4B-BCED-B6B327916D22}" type="presParOf" srcId="{4550431E-BE95-6E47-A9BE-B7A9F35B9D89}" destId="{976D17B6-20CA-E446-B81C-26E7781605DA}" srcOrd="7" destOrd="0" presId="urn:microsoft.com/office/officeart/2005/8/layout/gear1"/>
    <dgm:cxn modelId="{83662D39-61DB-864D-A29C-B3A1AE540CC1}" type="presParOf" srcId="{4550431E-BE95-6E47-A9BE-B7A9F35B9D89}" destId="{65877B7C-B9F2-5940-A33E-8ADF6D86B25C}" srcOrd="8" destOrd="0" presId="urn:microsoft.com/office/officeart/2005/8/layout/gear1"/>
    <dgm:cxn modelId="{2501FD55-2D47-6446-9D8E-A57F8363BA57}" type="presParOf" srcId="{4550431E-BE95-6E47-A9BE-B7A9F35B9D89}" destId="{EFB0E830-E793-DB45-85E8-44C368BA74F1}" srcOrd="9" destOrd="0" presId="urn:microsoft.com/office/officeart/2005/8/layout/gear1"/>
    <dgm:cxn modelId="{7263A424-3881-8446-A57F-EE7270C8E397}" type="presParOf" srcId="{4550431E-BE95-6E47-A9BE-B7A9F35B9D89}" destId="{DA7A7C65-2B9D-D44E-9C85-386E451E2E51}" srcOrd="10" destOrd="0" presId="urn:microsoft.com/office/officeart/2005/8/layout/gear1"/>
    <dgm:cxn modelId="{784E14DF-4596-514C-A996-6B53604A0EE4}" type="presParOf" srcId="{4550431E-BE95-6E47-A9BE-B7A9F35B9D89}" destId="{05517C49-2757-774F-8119-B1055EC3CECD}" srcOrd="11" destOrd="0" presId="urn:microsoft.com/office/officeart/2005/8/layout/gear1"/>
    <dgm:cxn modelId="{FF6CE8DA-6D41-F74A-ABED-AF49321B5E4D}" type="presParOf" srcId="{4550431E-BE95-6E47-A9BE-B7A9F35B9D89}" destId="{8CF765E8-259C-D040-A3B2-DB386C5ABBAD}" srcOrd="12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9290355-674B-5243-8892-1D431E187B03}" type="doc">
      <dgm:prSet loTypeId="urn:microsoft.com/office/officeart/2005/8/layout/hProcess9" loCatId="" qsTypeId="urn:microsoft.com/office/officeart/2005/8/quickstyle/simple2#2" qsCatId="simple" csTypeId="urn:microsoft.com/office/officeart/2005/8/colors/accent4_1#5" csCatId="accent4" phldr="1"/>
      <dgm:spPr/>
    </dgm:pt>
    <dgm:pt modelId="{D0D2A2B6-C56B-4E49-B8FE-E2D03ECD5B78}">
      <dgm:prSet phldrT="[Text]" custT="1"/>
      <dgm:spPr/>
      <dgm:t>
        <a:bodyPr/>
        <a:lstStyle/>
        <a:p>
          <a:r>
            <a:rPr lang="en-US" sz="1600" dirty="0">
              <a:latin typeface="CiscoSansTT"/>
              <a:cs typeface="CiscoSansTT"/>
            </a:rPr>
            <a:t>The Goal</a:t>
          </a:r>
        </a:p>
      </dgm:t>
    </dgm:pt>
    <dgm:pt modelId="{E02F481F-DA99-DF41-A70C-CE8406594C5A}" type="parTrans" cxnId="{2B58554F-E79F-CB4B-A56A-D292F2714B8B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403C5966-928C-2741-B502-9F663607DCDF}" type="sibTrans" cxnId="{2B58554F-E79F-CB4B-A56A-D292F2714B8B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10E8FF17-3051-4C44-9D36-53EDDDEF2CDC}">
      <dgm:prSet phldrT="[Text]" custT="1"/>
      <dgm:spPr/>
      <dgm:t>
        <a:bodyPr/>
        <a:lstStyle/>
        <a:p>
          <a:r>
            <a:rPr lang="en-US" sz="1600" dirty="0">
              <a:latin typeface="CiscoSansTT"/>
              <a:cs typeface="CiscoSansTT"/>
            </a:rPr>
            <a:t>The Pull Request (PR)</a:t>
          </a:r>
        </a:p>
      </dgm:t>
    </dgm:pt>
    <dgm:pt modelId="{D8F84E14-9227-5B46-93A7-828EB69905D0}" type="parTrans" cxnId="{792A472F-EEEE-0448-942C-1D9FD335EE1F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9D95F426-0ED0-E84A-BE49-C9047FCA943C}" type="sibTrans" cxnId="{792A472F-EEEE-0448-942C-1D9FD335EE1F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D3D77915-212C-3548-8636-B437B24B7601}">
      <dgm:prSet phldrT="[Text]" custT="1"/>
      <dgm:spPr/>
      <dgm:t>
        <a:bodyPr/>
        <a:lstStyle/>
        <a:p>
          <a:r>
            <a:rPr lang="en-US" sz="1600" dirty="0">
              <a:latin typeface="CiscoSansTT"/>
              <a:cs typeface="CiscoSansTT"/>
            </a:rPr>
            <a:t>The Payoff</a:t>
          </a:r>
        </a:p>
      </dgm:t>
    </dgm:pt>
    <dgm:pt modelId="{058004D9-1071-C047-9CD0-600D980A8F11}" type="parTrans" cxnId="{2F4EC141-126B-114B-BE6D-299BA83BDD21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FEB5F8EB-2B42-A24F-889A-C3FA71A41BD7}" type="sibTrans" cxnId="{2F4EC141-126B-114B-BE6D-299BA83BDD21}">
      <dgm:prSet/>
      <dgm:spPr/>
      <dgm:t>
        <a:bodyPr/>
        <a:lstStyle/>
        <a:p>
          <a:endParaRPr lang="en-US">
            <a:solidFill>
              <a:srgbClr val="FFFFFF"/>
            </a:solidFill>
          </a:endParaRPr>
        </a:p>
      </dgm:t>
    </dgm:pt>
    <dgm:pt modelId="{D7DBE65F-13A5-EC48-8AE9-E5EA1FAA21DC}" type="pres">
      <dgm:prSet presAssocID="{59290355-674B-5243-8892-1D431E187B03}" presName="CompostProcess" presStyleCnt="0">
        <dgm:presLayoutVars>
          <dgm:dir/>
          <dgm:resizeHandles val="exact"/>
        </dgm:presLayoutVars>
      </dgm:prSet>
      <dgm:spPr/>
    </dgm:pt>
    <dgm:pt modelId="{DF2EFF6A-D7A4-1341-849A-E292982061E0}" type="pres">
      <dgm:prSet presAssocID="{59290355-674B-5243-8892-1D431E187B03}" presName="arrow" presStyleLbl="bgShp" presStyleIdx="0" presStyleCnt="1"/>
      <dgm:spPr/>
    </dgm:pt>
    <dgm:pt modelId="{EB0B11D6-07C2-5F40-8B58-4A2FE6F85822}" type="pres">
      <dgm:prSet presAssocID="{59290355-674B-5243-8892-1D431E187B03}" presName="linearProcess" presStyleCnt="0"/>
      <dgm:spPr/>
    </dgm:pt>
    <dgm:pt modelId="{1100F99D-758F-DD4E-BEDE-35397917A07D}" type="pres">
      <dgm:prSet presAssocID="{D0D2A2B6-C56B-4E49-B8FE-E2D03ECD5B78}" presName="textNode" presStyleLbl="node1" presStyleIdx="0" presStyleCnt="3">
        <dgm:presLayoutVars>
          <dgm:bulletEnabled val="1"/>
        </dgm:presLayoutVars>
      </dgm:prSet>
      <dgm:spPr/>
    </dgm:pt>
    <dgm:pt modelId="{DEE8F461-597F-994D-BF98-C9336A510950}" type="pres">
      <dgm:prSet presAssocID="{403C5966-928C-2741-B502-9F663607DCDF}" presName="sibTrans" presStyleCnt="0"/>
      <dgm:spPr/>
    </dgm:pt>
    <dgm:pt modelId="{23D30169-2A6B-3B41-95E2-325227FECCF2}" type="pres">
      <dgm:prSet presAssocID="{10E8FF17-3051-4C44-9D36-53EDDDEF2CDC}" presName="textNode" presStyleLbl="node1" presStyleIdx="1" presStyleCnt="3">
        <dgm:presLayoutVars>
          <dgm:bulletEnabled val="1"/>
        </dgm:presLayoutVars>
      </dgm:prSet>
      <dgm:spPr/>
    </dgm:pt>
    <dgm:pt modelId="{272C29E5-91B8-9841-B6DC-9F321DF04694}" type="pres">
      <dgm:prSet presAssocID="{9D95F426-0ED0-E84A-BE49-C9047FCA943C}" presName="sibTrans" presStyleCnt="0"/>
      <dgm:spPr/>
    </dgm:pt>
    <dgm:pt modelId="{3A584C04-125D-0C41-A06C-1B1371CB7264}" type="pres">
      <dgm:prSet presAssocID="{D3D77915-212C-3548-8636-B437B24B760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792A472F-EEEE-0448-942C-1D9FD335EE1F}" srcId="{59290355-674B-5243-8892-1D431E187B03}" destId="{10E8FF17-3051-4C44-9D36-53EDDDEF2CDC}" srcOrd="1" destOrd="0" parTransId="{D8F84E14-9227-5B46-93A7-828EB69905D0}" sibTransId="{9D95F426-0ED0-E84A-BE49-C9047FCA943C}"/>
    <dgm:cxn modelId="{7505C35C-BD7A-574A-B191-0285A1185E69}" type="presOf" srcId="{D0D2A2B6-C56B-4E49-B8FE-E2D03ECD5B78}" destId="{1100F99D-758F-DD4E-BEDE-35397917A07D}" srcOrd="0" destOrd="0" presId="urn:microsoft.com/office/officeart/2005/8/layout/hProcess9"/>
    <dgm:cxn modelId="{2F4EC141-126B-114B-BE6D-299BA83BDD21}" srcId="{59290355-674B-5243-8892-1D431E187B03}" destId="{D3D77915-212C-3548-8636-B437B24B7601}" srcOrd="2" destOrd="0" parTransId="{058004D9-1071-C047-9CD0-600D980A8F11}" sibTransId="{FEB5F8EB-2B42-A24F-889A-C3FA71A41BD7}"/>
    <dgm:cxn modelId="{2B58554F-E79F-CB4B-A56A-D292F2714B8B}" srcId="{59290355-674B-5243-8892-1D431E187B03}" destId="{D0D2A2B6-C56B-4E49-B8FE-E2D03ECD5B78}" srcOrd="0" destOrd="0" parTransId="{E02F481F-DA99-DF41-A70C-CE8406594C5A}" sibTransId="{403C5966-928C-2741-B502-9F663607DCDF}"/>
    <dgm:cxn modelId="{56E457C8-0301-5E4F-A5C8-C5DDCDB743CA}" type="presOf" srcId="{D3D77915-212C-3548-8636-B437B24B7601}" destId="{3A584C04-125D-0C41-A06C-1B1371CB7264}" srcOrd="0" destOrd="0" presId="urn:microsoft.com/office/officeart/2005/8/layout/hProcess9"/>
    <dgm:cxn modelId="{C6469EDE-04B9-E34D-BA2B-7F5C16FB025B}" type="presOf" srcId="{10E8FF17-3051-4C44-9D36-53EDDDEF2CDC}" destId="{23D30169-2A6B-3B41-95E2-325227FECCF2}" srcOrd="0" destOrd="0" presId="urn:microsoft.com/office/officeart/2005/8/layout/hProcess9"/>
    <dgm:cxn modelId="{EB20BEFE-5EA4-124F-BBA2-7700213DB525}" type="presOf" srcId="{59290355-674B-5243-8892-1D431E187B03}" destId="{D7DBE65F-13A5-EC48-8AE9-E5EA1FAA21DC}" srcOrd="0" destOrd="0" presId="urn:microsoft.com/office/officeart/2005/8/layout/hProcess9"/>
    <dgm:cxn modelId="{88C79B12-1E2F-014C-A19F-48F25B8ECB4F}" type="presParOf" srcId="{D7DBE65F-13A5-EC48-8AE9-E5EA1FAA21DC}" destId="{DF2EFF6A-D7A4-1341-849A-E292982061E0}" srcOrd="0" destOrd="0" presId="urn:microsoft.com/office/officeart/2005/8/layout/hProcess9"/>
    <dgm:cxn modelId="{7F2B9E21-453D-7B41-89DA-15FE2C3461D8}" type="presParOf" srcId="{D7DBE65F-13A5-EC48-8AE9-E5EA1FAA21DC}" destId="{EB0B11D6-07C2-5F40-8B58-4A2FE6F85822}" srcOrd="1" destOrd="0" presId="urn:microsoft.com/office/officeart/2005/8/layout/hProcess9"/>
    <dgm:cxn modelId="{9B5AF2C4-6478-9C4E-AB91-7BBADFC90E40}" type="presParOf" srcId="{EB0B11D6-07C2-5F40-8B58-4A2FE6F85822}" destId="{1100F99D-758F-DD4E-BEDE-35397917A07D}" srcOrd="0" destOrd="0" presId="urn:microsoft.com/office/officeart/2005/8/layout/hProcess9"/>
    <dgm:cxn modelId="{AB4BA66E-9142-CB44-BE17-8293D016B1E8}" type="presParOf" srcId="{EB0B11D6-07C2-5F40-8B58-4A2FE6F85822}" destId="{DEE8F461-597F-994D-BF98-C9336A510950}" srcOrd="1" destOrd="0" presId="urn:microsoft.com/office/officeart/2005/8/layout/hProcess9"/>
    <dgm:cxn modelId="{F57BDB10-40F0-FB49-B5E4-8809AE6CA130}" type="presParOf" srcId="{EB0B11D6-07C2-5F40-8B58-4A2FE6F85822}" destId="{23D30169-2A6B-3B41-95E2-325227FECCF2}" srcOrd="2" destOrd="0" presId="urn:microsoft.com/office/officeart/2005/8/layout/hProcess9"/>
    <dgm:cxn modelId="{62D54A14-E792-5E41-AA38-EA2BE1CCF588}" type="presParOf" srcId="{EB0B11D6-07C2-5F40-8B58-4A2FE6F85822}" destId="{272C29E5-91B8-9841-B6DC-9F321DF04694}" srcOrd="3" destOrd="0" presId="urn:microsoft.com/office/officeart/2005/8/layout/hProcess9"/>
    <dgm:cxn modelId="{58A17960-582B-1647-98A9-73D6A261CDFA}" type="presParOf" srcId="{EB0B11D6-07C2-5F40-8B58-4A2FE6F85822}" destId="{3A584C04-125D-0C41-A06C-1B1371CB7264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F35F21-0E7D-7548-8052-4EB131825475}">
      <dsp:nvSpPr>
        <dsp:cNvPr id="0" name=""/>
        <dsp:cNvSpPr/>
      </dsp:nvSpPr>
      <dsp:spPr>
        <a:xfrm>
          <a:off x="2542667" y="2359152"/>
          <a:ext cx="2883408" cy="2883408"/>
        </a:xfrm>
        <a:prstGeom prst="gear9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rgbClr val="02C8FF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iscoSansTT"/>
              <a:cs typeface="CiscoSansTT"/>
            </a:rPr>
            <a:t>Edit</a:t>
          </a:r>
        </a:p>
      </dsp:txBody>
      <dsp:txXfrm>
        <a:off x="3122360" y="3034577"/>
        <a:ext cx="1724022" cy="1482131"/>
      </dsp:txXfrm>
    </dsp:sp>
    <dsp:sp modelId="{D1CF9AA4-CD08-724A-8715-09706DA938DA}">
      <dsp:nvSpPr>
        <dsp:cNvPr id="0" name=""/>
        <dsp:cNvSpPr/>
      </dsp:nvSpPr>
      <dsp:spPr>
        <a:xfrm>
          <a:off x="865047" y="1677619"/>
          <a:ext cx="2097024" cy="2097024"/>
        </a:xfrm>
        <a:prstGeom prst="gear6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rgbClr val="02C8FF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CiscoSansTT"/>
              <a:cs typeface="CiscoSansTT"/>
            </a:rPr>
            <a:t>Commit</a:t>
          </a:r>
        </a:p>
      </dsp:txBody>
      <dsp:txXfrm>
        <a:off x="1392979" y="2208742"/>
        <a:ext cx="1041160" cy="1034778"/>
      </dsp:txXfrm>
    </dsp:sp>
    <dsp:sp modelId="{34FAA1A2-B9A1-9A4A-B000-7D89A11A94C8}">
      <dsp:nvSpPr>
        <dsp:cNvPr id="0" name=""/>
        <dsp:cNvSpPr/>
      </dsp:nvSpPr>
      <dsp:spPr>
        <a:xfrm rot="20700000">
          <a:off x="2039595" y="230886"/>
          <a:ext cx="2054655" cy="2054655"/>
        </a:xfrm>
        <a:prstGeom prst="gear6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rgbClr val="02C8FF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iscoSansTT"/>
              <a:cs typeface="CiscoSansTT"/>
            </a:rPr>
            <a:t>Push</a:t>
          </a:r>
        </a:p>
      </dsp:txBody>
      <dsp:txXfrm rot="-20700000">
        <a:off x="2490241" y="681532"/>
        <a:ext cx="1153363" cy="1153363"/>
      </dsp:txXfrm>
    </dsp:sp>
    <dsp:sp modelId="{DA7A7C65-2B9D-D44E-9C85-386E451E2E51}">
      <dsp:nvSpPr>
        <dsp:cNvPr id="0" name=""/>
        <dsp:cNvSpPr/>
      </dsp:nvSpPr>
      <dsp:spPr>
        <a:xfrm>
          <a:off x="2332631" y="1917376"/>
          <a:ext cx="3690762" cy="3690762"/>
        </a:xfrm>
        <a:prstGeom prst="circularArrow">
          <a:avLst>
            <a:gd name="adj1" fmla="val 4687"/>
            <a:gd name="adj2" fmla="val 299029"/>
            <a:gd name="adj3" fmla="val 2536573"/>
            <a:gd name="adj4" fmla="val 15817996"/>
            <a:gd name="adj5" fmla="val 5469"/>
          </a:avLst>
        </a:prstGeom>
        <a:solidFill>
          <a:srgbClr val="02C8FF">
            <a:tint val="60000"/>
            <a:hueOff val="0"/>
            <a:satOff val="0"/>
            <a:lumOff val="0"/>
            <a:alphaOff val="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517C49-2757-774F-8119-B1055EC3CECD}">
      <dsp:nvSpPr>
        <dsp:cNvPr id="0" name=""/>
        <dsp:cNvSpPr/>
      </dsp:nvSpPr>
      <dsp:spPr>
        <a:xfrm>
          <a:off x="493668" y="1209128"/>
          <a:ext cx="2681569" cy="2681569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rgbClr val="02C8FF">
            <a:tint val="60000"/>
            <a:hueOff val="0"/>
            <a:satOff val="0"/>
            <a:lumOff val="0"/>
            <a:alphaOff val="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F765E8-259C-D040-A3B2-DB386C5ABBAD}">
      <dsp:nvSpPr>
        <dsp:cNvPr id="0" name=""/>
        <dsp:cNvSpPr/>
      </dsp:nvSpPr>
      <dsp:spPr>
        <a:xfrm>
          <a:off x="1564332" y="-223658"/>
          <a:ext cx="2891271" cy="2891271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rgbClr val="02C8FF">
            <a:tint val="60000"/>
            <a:hueOff val="0"/>
            <a:satOff val="0"/>
            <a:lumOff val="0"/>
            <a:alphaOff val="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2EFF6A-D7A4-1341-849A-E292982061E0}">
      <dsp:nvSpPr>
        <dsp:cNvPr id="0" name=""/>
        <dsp:cNvSpPr/>
      </dsp:nvSpPr>
      <dsp:spPr>
        <a:xfrm>
          <a:off x="420719" y="0"/>
          <a:ext cx="4768151" cy="5242560"/>
        </a:xfrm>
        <a:prstGeom prst="rightArrow">
          <a:avLst/>
        </a:prstGeom>
        <a:solidFill>
          <a:srgbClr val="02C8FF">
            <a:tint val="40000"/>
            <a:hueOff val="0"/>
            <a:satOff val="0"/>
            <a:lumOff val="0"/>
            <a:alphaOff val="0"/>
          </a:srgb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00F99D-758F-DD4E-BEDE-35397917A07D}">
      <dsp:nvSpPr>
        <dsp:cNvPr id="0" name=""/>
        <dsp:cNvSpPr/>
      </dsp:nvSpPr>
      <dsp:spPr>
        <a:xfrm>
          <a:off x="0" y="1572768"/>
          <a:ext cx="1682877" cy="2097024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rgbClr val="02C8FF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iscoSansTT"/>
              <a:cs typeface="CiscoSansTT"/>
            </a:rPr>
            <a:t>The Goal</a:t>
          </a:r>
        </a:p>
      </dsp:txBody>
      <dsp:txXfrm>
        <a:off x="82151" y="1654919"/>
        <a:ext cx="1518575" cy="1932722"/>
      </dsp:txXfrm>
    </dsp:sp>
    <dsp:sp modelId="{23D30169-2A6B-3B41-95E2-325227FECCF2}">
      <dsp:nvSpPr>
        <dsp:cNvPr id="0" name=""/>
        <dsp:cNvSpPr/>
      </dsp:nvSpPr>
      <dsp:spPr>
        <a:xfrm>
          <a:off x="1963356" y="1572768"/>
          <a:ext cx="1682877" cy="2097024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rgbClr val="02C8FF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iscoSansTT"/>
              <a:cs typeface="CiscoSansTT"/>
            </a:rPr>
            <a:t>The Pull Request (PR)</a:t>
          </a:r>
        </a:p>
      </dsp:txBody>
      <dsp:txXfrm>
        <a:off x="2045507" y="1654919"/>
        <a:ext cx="1518575" cy="1932722"/>
      </dsp:txXfrm>
    </dsp:sp>
    <dsp:sp modelId="{3A584C04-125D-0C41-A06C-1B1371CB7264}">
      <dsp:nvSpPr>
        <dsp:cNvPr id="0" name=""/>
        <dsp:cNvSpPr/>
      </dsp:nvSpPr>
      <dsp:spPr>
        <a:xfrm>
          <a:off x="3926713" y="1572768"/>
          <a:ext cx="1682877" cy="2097024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rgbClr val="02C8FF">
              <a:shade val="80000"/>
              <a:hueOff val="0"/>
              <a:satOff val="0"/>
              <a:lumOff val="0"/>
              <a:alphaOff val="0"/>
            </a:srgb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iscoSansTT"/>
              <a:cs typeface="CiscoSansTT"/>
            </a:rPr>
            <a:t>The Payoff</a:t>
          </a:r>
        </a:p>
      </dsp:txBody>
      <dsp:txXfrm>
        <a:off x="4008864" y="1654919"/>
        <a:ext cx="1518575" cy="19327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rgbClr val="FFFFFF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#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rgbClr val="FFFFFF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72104B-A22A-485F-8181-8B2CD5833538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BB4990-0A23-4A10-BE7D-7E64CAB85B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20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CiscoSansTT" panose="020B0503020201020303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CiscoSansTT" panose="020B0503020201020303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CiscoSansTT" panose="020B0503020201020303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CiscoSansTT" panose="020B0503020201020303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CiscoSansTT" panose="020B0503020201020303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, 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802FC628-F1D4-9A69-3935-49094FCEFE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871345"/>
            <a:ext cx="5048063" cy="1555148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A71D6D4E-00FC-EE71-B654-BB5EB702A8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512820"/>
            <a:ext cx="5048063" cy="228600"/>
          </a:xfrm>
          <a:noFill/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E788AC6-7585-2D47-854F-28329EB92A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1" y="4061400"/>
            <a:ext cx="5048090" cy="4572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Name</a:t>
            </a:r>
          </a:p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Title placeholder, @social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A84281F-88F3-3531-0EFA-9C3475DCDF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676458"/>
            <a:ext cx="5047270" cy="459455"/>
          </a:xfrm>
          <a:noFill/>
        </p:spPr>
        <p:txBody>
          <a:bodyPr anchor="t" anchorCtr="0"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B7DF4266-B334-0ADD-5DBB-3A183C7C51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4643" y="6360518"/>
            <a:ext cx="3906838" cy="497482"/>
          </a:xfrm>
          <a:noFill/>
        </p:spPr>
        <p:txBody>
          <a:bodyPr/>
          <a:lstStyle>
            <a:lvl1pPr marL="0" indent="0" algn="l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0" name="Graphic 21">
            <a:extLst>
              <a:ext uri="{FF2B5EF4-FFF2-40B4-BE49-F238E27FC236}">
                <a16:creationId xmlns:a16="http://schemas.microsoft.com/office/drawing/2014/main" id="{3BF1D039-9F83-CF79-0B2A-96F42D38CF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07248" y="781243"/>
            <a:ext cx="5303520" cy="5303520"/>
          </a:xfrm>
          <a:custGeom>
            <a:avLst/>
            <a:gdLst>
              <a:gd name="connsiteX0" fmla="*/ 5291567 w 5291566"/>
              <a:gd name="connsiteY0" fmla="*/ 2645783 h 5291566"/>
              <a:gd name="connsiteX1" fmla="*/ 2645783 w 5291566"/>
              <a:gd name="connsiteY1" fmla="*/ 5291567 h 5291566"/>
              <a:gd name="connsiteX2" fmla="*/ 0 w 5291566"/>
              <a:gd name="connsiteY2" fmla="*/ 2645783 h 5291566"/>
              <a:gd name="connsiteX3" fmla="*/ 2645783 w 5291566"/>
              <a:gd name="connsiteY3" fmla="*/ 0 h 5291566"/>
              <a:gd name="connsiteX4" fmla="*/ 5291567 w 5291566"/>
              <a:gd name="connsiteY4" fmla="*/ 2645783 h 529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1566" h="5291566">
                <a:moveTo>
                  <a:pt x="5291567" y="2645783"/>
                </a:moveTo>
                <a:cubicBezTo>
                  <a:pt x="5291567" y="4107009"/>
                  <a:pt x="4107009" y="5291567"/>
                  <a:pt x="2645783" y="5291567"/>
                </a:cubicBezTo>
                <a:cubicBezTo>
                  <a:pt x="1184557" y="5291567"/>
                  <a:pt x="0" y="4107009"/>
                  <a:pt x="0" y="2645783"/>
                </a:cubicBezTo>
                <a:cubicBezTo>
                  <a:pt x="0" y="1184557"/>
                  <a:pt x="1184557" y="0"/>
                  <a:pt x="2645783" y="0"/>
                </a:cubicBezTo>
                <a:cubicBezTo>
                  <a:pt x="4107009" y="0"/>
                  <a:pt x="5291567" y="1184557"/>
                  <a:pt x="5291567" y="2645783"/>
                </a:cubicBezTo>
                <a:close/>
              </a:path>
            </a:pathLst>
          </a:custGeom>
          <a:solidFill>
            <a:schemeClr val="tx1"/>
          </a:solidFill>
          <a:ln w="50800" cap="flat">
            <a:gradFill flip="none" rotWithShape="1">
              <a:gsLst>
                <a:gs pos="0">
                  <a:srgbClr val="3070E5"/>
                </a:gs>
                <a:gs pos="35000">
                  <a:srgbClr val="1ABBE9"/>
                </a:gs>
                <a:gs pos="43000">
                  <a:srgbClr val="1ABBE9"/>
                </a:gs>
                <a:gs pos="60000">
                  <a:srgbClr val="FD017F"/>
                </a:gs>
                <a:gs pos="100000">
                  <a:srgbClr val="FCA601"/>
                </a:gs>
              </a:gsLst>
              <a:lin ang="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Picture 7" descr="Cisco logo">
            <a:extLst>
              <a:ext uri="{FF2B5EF4-FFF2-40B4-BE49-F238E27FC236}">
                <a16:creationId xmlns:a16="http://schemas.microsoft.com/office/drawing/2014/main" id="{B9331AB6-6224-8AE6-D971-790FC90D46C1}"/>
              </a:ext>
            </a:extLst>
          </p:cNvPr>
          <p:cNvPicPr/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81171" y="3181936"/>
            <a:ext cx="955675" cy="50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23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, Two Speak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FAB65E-774E-7C2F-9733-CE6410F8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60471"/>
            <a:ext cx="10888663" cy="435134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181224"/>
            <a:ext cx="6656388" cy="1554169"/>
          </a:xfrm>
          <a:prstGeom prst="rect">
            <a:avLst/>
          </a:prstGeo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827463"/>
            <a:ext cx="6656388" cy="223837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6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4360866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92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, Four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368B8A-B8FA-06EC-E6D8-DF0F60F2EF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244600"/>
            <a:ext cx="5048063" cy="1555148"/>
          </a:xfrm>
          <a:prstGeom prst="rect">
            <a:avLst/>
          </a:prstGeo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2886075"/>
            <a:ext cx="5048063" cy="228600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9E2B63B-5B68-90B7-7A62-17A839591C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1" y="3428789"/>
            <a:ext cx="5048090" cy="457200"/>
          </a:xfrm>
          <a:prstGeom prst="rect">
            <a:avLst/>
          </a:prstGeo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Name</a:t>
            </a:r>
          </a:p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Title placeholder, @social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80638510-2998-9359-2A51-B0CA834B62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051300"/>
            <a:ext cx="5047270" cy="459455"/>
          </a:xfrm>
          <a:prstGeom prst="rect">
            <a:avLst/>
          </a:prstGeom>
          <a:noFill/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0E61D1-59EB-7A86-0D12-9388193F45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49" y="4681134"/>
            <a:ext cx="5046663" cy="457200"/>
          </a:xfrm>
          <a:prstGeom prst="rect">
            <a:avLst/>
          </a:prstGeom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 marL="182880" indent="0">
              <a:spcAft>
                <a:spcPts val="0"/>
              </a:spcAft>
              <a:buNone/>
              <a:defRPr sz="1400"/>
            </a:lvl2pPr>
            <a:lvl3pPr marL="365760" indent="0">
              <a:spcAft>
                <a:spcPts val="0"/>
              </a:spcAft>
              <a:buNone/>
              <a:defRPr sz="1200"/>
            </a:lvl3pPr>
            <a:lvl4pPr marL="548640" indent="0">
              <a:spcAft>
                <a:spcPts val="0"/>
              </a:spcAft>
              <a:buNone/>
              <a:defRPr sz="1100"/>
            </a:lvl4pPr>
            <a:lvl5pPr marL="731520" indent="0">
              <a:spcAft>
                <a:spcPts val="0"/>
              </a:spcAft>
              <a:buNone/>
              <a:defRPr sz="1050"/>
            </a:lvl5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Speaker Name</a:t>
            </a:r>
          </a:p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Speaker Title placeholder, @social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175C0FC-DD02-0704-8A17-1B3037F861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848" y="5306439"/>
            <a:ext cx="5046663" cy="457200"/>
          </a:xfrm>
          <a:prstGeom prst="rect">
            <a:avLst/>
          </a:prstGeom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sz="1400"/>
            </a:lvl1pPr>
            <a:lvl2pPr marL="182880" indent="0">
              <a:buNone/>
              <a:defRPr sz="1200"/>
            </a:lvl2pPr>
            <a:lvl3pPr marL="365760" indent="0">
              <a:buNone/>
              <a:defRPr sz="1100"/>
            </a:lvl3pPr>
            <a:lvl4pPr marL="548640" indent="0">
              <a:buNone/>
              <a:defRPr sz="1050"/>
            </a:lvl4pPr>
            <a:lvl5pPr marL="731520" indent="0">
              <a:buNone/>
              <a:defRPr sz="1000"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4643" y="6360518"/>
            <a:ext cx="3906838" cy="497482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3" name="Graphic 21">
            <a:extLst>
              <a:ext uri="{FF2B5EF4-FFF2-40B4-BE49-F238E27FC236}">
                <a16:creationId xmlns:a16="http://schemas.microsoft.com/office/drawing/2014/main" id="{0B51E088-9CCC-0F69-112A-CEC9A65FA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6107248" y="781243"/>
            <a:ext cx="5303520" cy="5303520"/>
          </a:xfrm>
          <a:custGeom>
            <a:avLst/>
            <a:gdLst>
              <a:gd name="connsiteX0" fmla="*/ 5291567 w 5291566"/>
              <a:gd name="connsiteY0" fmla="*/ 2645783 h 5291566"/>
              <a:gd name="connsiteX1" fmla="*/ 2645783 w 5291566"/>
              <a:gd name="connsiteY1" fmla="*/ 5291567 h 5291566"/>
              <a:gd name="connsiteX2" fmla="*/ 0 w 5291566"/>
              <a:gd name="connsiteY2" fmla="*/ 2645783 h 5291566"/>
              <a:gd name="connsiteX3" fmla="*/ 2645783 w 5291566"/>
              <a:gd name="connsiteY3" fmla="*/ 0 h 5291566"/>
              <a:gd name="connsiteX4" fmla="*/ 5291567 w 5291566"/>
              <a:gd name="connsiteY4" fmla="*/ 2645783 h 529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1566" h="5291566">
                <a:moveTo>
                  <a:pt x="5291567" y="2645783"/>
                </a:moveTo>
                <a:cubicBezTo>
                  <a:pt x="5291567" y="4107009"/>
                  <a:pt x="4107009" y="5291567"/>
                  <a:pt x="2645783" y="5291567"/>
                </a:cubicBezTo>
                <a:cubicBezTo>
                  <a:pt x="1184557" y="5291567"/>
                  <a:pt x="0" y="4107009"/>
                  <a:pt x="0" y="2645783"/>
                </a:cubicBezTo>
                <a:cubicBezTo>
                  <a:pt x="0" y="1184557"/>
                  <a:pt x="1184557" y="0"/>
                  <a:pt x="2645783" y="0"/>
                </a:cubicBezTo>
                <a:cubicBezTo>
                  <a:pt x="4107009" y="0"/>
                  <a:pt x="5291567" y="1184557"/>
                  <a:pt x="5291567" y="2645783"/>
                </a:cubicBezTo>
                <a:close/>
              </a:path>
            </a:pathLst>
          </a:custGeom>
          <a:solidFill>
            <a:schemeClr val="tx1"/>
          </a:solidFill>
          <a:ln w="50800" cap="flat">
            <a:gradFill flip="none" rotWithShape="1">
              <a:gsLst>
                <a:gs pos="0">
                  <a:srgbClr val="3070E5"/>
                </a:gs>
                <a:gs pos="35000">
                  <a:srgbClr val="1ABBE9"/>
                </a:gs>
                <a:gs pos="43000">
                  <a:srgbClr val="1ABBE9"/>
                </a:gs>
                <a:gs pos="60000">
                  <a:srgbClr val="FD017F"/>
                </a:gs>
                <a:gs pos="100000">
                  <a:srgbClr val="FCA601"/>
                </a:gs>
              </a:gsLst>
              <a:lin ang="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 dirty="0"/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81171" y="3181936"/>
            <a:ext cx="955675" cy="50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979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, Four Speak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FAB65E-774E-7C2F-9733-CE6410F8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60471"/>
            <a:ext cx="10888663" cy="435134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  <a:prstGeom prst="rect">
            <a:avLst/>
          </a:prstGeo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3490766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, Four Speak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23850" y="320675"/>
            <a:ext cx="792163" cy="41622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492374"/>
            <a:ext cx="10167938" cy="1243019"/>
          </a:xfrm>
          <a:prstGeom prst="rect">
            <a:avLst/>
          </a:prstGeom>
        </p:spPr>
        <p:txBody>
          <a:bodyPr anchor="b" anchorCtr="0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Slide Title Layout 3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49" y="3827463"/>
            <a:ext cx="10167938" cy="223837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3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72EFECA-80DB-74BA-813F-3952A15A50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0688" y="4360863"/>
            <a:ext cx="4886325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990779"/>
            <a:ext cx="3725863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BBB47F0-F6D2-5FD5-1C2D-8963A9B280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8" y="4990779"/>
            <a:ext cx="4886325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418293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1, 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181224"/>
            <a:ext cx="6656388" cy="1554169"/>
          </a:xfrm>
          <a:prstGeom prst="rect">
            <a:avLst/>
          </a:prstGeo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827463"/>
            <a:ext cx="6656388" cy="223837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6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4360866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49324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2, Four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  <a:prstGeom prst="rect">
            <a:avLst/>
          </a:prstGeo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2727031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3, Six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  <a:prstGeom prst="rect">
            <a:avLst/>
          </a:prstGeo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989D1F9-5949-EAFF-931D-8121D6A66A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50" y="4986338"/>
            <a:ext cx="3725863" cy="457200"/>
          </a:xfrm>
          <a:prstGeom prst="rect">
            <a:avLst/>
          </a:prstGeo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3D1ACE7D-3D09-2D50-1C06-DBAD3893A9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30687" y="4986338"/>
            <a:ext cx="3727451" cy="45720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2822029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A470DCA-01D3-75CC-4B81-AF6AC1F46C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2749550" cy="49244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66DE8E-18DA-4564-080D-AD4F9F492D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08588" y="296863"/>
            <a:ext cx="550862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marL="0" indent="0">
              <a:lnSpc>
                <a:spcPct val="90000"/>
              </a:lnSpc>
              <a:buNone/>
              <a:defRPr kumimoji="0" lang="en-US" sz="3200" b="0" i="0" u="none" strike="noStrike" cap="none" spc="27" normalizeH="0" baseline="0" dirty="0" smtClean="0">
                <a:ln>
                  <a:noFill/>
                </a:ln>
                <a:solidFill>
                  <a:schemeClr val="tx2">
                    <a:lumMod val="60000"/>
                    <a:lumOff val="40000"/>
                  </a:schemeClr>
                </a:solidFill>
                <a:effectLst/>
                <a:uLnTx/>
                <a:uFillTx/>
                <a:latin typeface="+mj-lt"/>
                <a:cs typeface="CiscoSansTT Light" panose="020B0503020201020303" pitchFamily="34" charset="0"/>
              </a:defRPr>
            </a:lvl1pPr>
          </a:lstStyle>
          <a:p>
            <a:pPr marL="0" lvl="0" algn="r" defTabSz="914400" latinLnBrk="0"/>
            <a:r>
              <a:rPr lang="en-US" dirty="0"/>
              <a:t>##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21C779-BAEC-654A-5E9A-684AEBA7E3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4900" y="296863"/>
            <a:ext cx="5683250" cy="365125"/>
          </a:xfrm>
          <a:prstGeom prst="rect">
            <a:avLst/>
          </a:prstGeom>
          <a:noFill/>
        </p:spPr>
        <p:txBody>
          <a:bodyPr anchor="t" anchorCtr="0"/>
          <a:lstStyle>
            <a:lvl1pPr marL="0" indent="0" algn="l" defTabSz="912276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000"/>
              </a:spcAft>
              <a:buClrTx/>
              <a:buSzPct val="70000"/>
              <a:buFont typeface="Arial" panose="020B0604020202020204" pitchFamily="34" charset="0"/>
              <a:buNone/>
              <a:defRPr lang="en-US" sz="3200" b="0" i="0" u="none" kern="1200" dirty="0">
                <a:solidFill>
                  <a:schemeClr val="bg1"/>
                </a:solidFill>
                <a:latin typeface="+mj-lt"/>
                <a:ea typeface="CiscoSansTT Thin" charset="0"/>
                <a:cs typeface="CiscoSansTT Thin" charset="0"/>
              </a:defRPr>
            </a:lvl1pPr>
          </a:lstStyle>
          <a:p>
            <a:pPr lvl="0"/>
            <a:r>
              <a:rPr lang="en-US" dirty="0"/>
              <a:t>Agenda list placeholder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37F1A5-67B6-4A78-7FA7-0860E1B6F9B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200302-2202-F22C-D162-871BF904F46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766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DDE80-7DBF-21CF-9958-23501DCC0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70C929-6BEF-EE2A-8BAA-608AADF5EB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804FD-C1EB-F683-12BC-50D538819A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949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740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Top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EFB629D-1461-3E6E-194F-1E2781C5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4703763" cy="94645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2D1E1-C16C-597A-29F4-4F0B590395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84900" y="320675"/>
            <a:ext cx="5683250" cy="9239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/>
            </a:lvl1pPr>
            <a:lvl2pPr marL="182880" indent="0">
              <a:buNone/>
              <a:defRPr sz="1600" b="0"/>
            </a:lvl2pPr>
            <a:lvl3pPr marL="365760" indent="0">
              <a:buNone/>
              <a:defRPr sz="1400" b="0"/>
            </a:lvl3pPr>
            <a:lvl4pPr marL="548640" indent="0">
              <a:buNone/>
              <a:defRPr sz="1200" b="0"/>
            </a:lvl4pPr>
            <a:lvl5pPr marL="731520" indent="0">
              <a:buNone/>
              <a:defRPr sz="1100" b="0"/>
            </a:lvl5pPr>
          </a:lstStyle>
          <a:p>
            <a:pPr lvl="0"/>
            <a:r>
              <a:rPr lang="en-US" dirty="0"/>
              <a:t>Subheading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99622-5FA2-FEEE-3C33-0A896ADDB12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358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740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A259C3D-581C-B8BC-32B4-EE2B22A753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1114425"/>
            <a:ext cx="5772150" cy="4413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187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092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Section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85467-C0DB-C17E-5173-C6C6A323A1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0"/>
            <a:ext cx="5772150" cy="46634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100"/>
            </a:lvl2pPr>
            <a:lvl3pPr marL="365760" indent="0">
              <a:buNone/>
              <a:defRPr sz="1050"/>
            </a:lvl3pPr>
            <a:lvl4pPr marL="548640" indent="0">
              <a:buNone/>
              <a:defRPr sz="1000"/>
            </a:lvl4pPr>
            <a:lvl5pPr marL="731520" indent="0">
              <a:buNone/>
              <a:defRPr sz="900"/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5281613" cy="124777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033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Section,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5376922-1A18-EB35-1718-708DF44FBF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0"/>
            <a:ext cx="5772150" cy="466344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200"/>
            </a:lvl2pPr>
            <a:lvl3pPr marL="365760" indent="0">
              <a:buNone/>
              <a:defRPr sz="1200"/>
            </a:lvl3pPr>
            <a:lvl4pPr marL="548640" indent="0">
              <a:buNone/>
              <a:defRPr sz="1200"/>
            </a:lvl4pPr>
            <a:lvl5pPr marL="731520" indent="0">
              <a:buNone/>
              <a:defRPr sz="1200"/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70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Body Cop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125826-3231-68F4-7FEE-8A01F6F42B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81774" y="1244600"/>
            <a:ext cx="5286375" cy="4367213"/>
          </a:xfrm>
          <a:prstGeom prst="rect">
            <a:avLst/>
          </a:prstGeom>
        </p:spPr>
        <p:txBody>
          <a:bodyPr anchor="ctr" anchorCtr="0"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39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Section, Title, Body Cop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125826-3231-68F4-7FEE-8A01F6F42B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81774" y="1244600"/>
            <a:ext cx="5286375" cy="4367213"/>
          </a:xfrm>
          <a:prstGeom prst="rect">
            <a:avLst/>
          </a:prstGeom>
        </p:spPr>
        <p:txBody>
          <a:bodyPr anchor="ctr" anchorCtr="0"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3B0377C-E9B5-910F-ED3D-37BEFE7948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0"/>
            <a:ext cx="5772150" cy="466344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200"/>
            </a:lvl2pPr>
            <a:lvl3pPr marL="365760" indent="0">
              <a:buNone/>
              <a:defRPr sz="1200"/>
            </a:lvl3pPr>
            <a:lvl4pPr marL="548640" indent="0">
              <a:buNone/>
              <a:defRPr sz="1200"/>
            </a:lvl4pPr>
            <a:lvl5pPr marL="731520" indent="0">
              <a:buNone/>
              <a:defRPr sz="1200"/>
            </a:lvl5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59459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8446C9-235B-46D6-4205-A7F9CA719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9D85014-6407-80CC-06E8-253CF337A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A37B7C82-51A7-D72C-6268-AE69489D6F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A539CD-EBB4-244B-6A05-4354C3DDC3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952500"/>
            <a:ext cx="11544300" cy="5122863"/>
          </a:xfrm>
        </p:spPr>
        <p:txBody>
          <a:bodyPr/>
          <a:lstStyle>
            <a:lvl1pPr>
              <a:defRPr sz="16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1495041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5">
            <a:extLst>
              <a:ext uri="{FF2B5EF4-FFF2-40B4-BE49-F238E27FC236}">
                <a16:creationId xmlns:a16="http://schemas.microsoft.com/office/drawing/2014/main" id="{B38861B7-D21F-FDE3-1BD4-88912647D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FC7ADF94-35F7-6A3D-4E32-C9474975A15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</p:spPr>
        <p:txBody>
          <a:bodyPr/>
          <a:lstStyle>
            <a:lvl1pPr>
              <a:defRPr b="1"/>
            </a:lvl1pPr>
          </a:lstStyle>
          <a:p>
            <a:pPr defTabSz="814318">
              <a:defRPr/>
            </a:pPr>
            <a:r>
              <a:rPr lang="en-US"/>
              <a:t>Session ID: BRKSEC-XXXX</a:t>
            </a:r>
            <a:endParaRPr lang="en-US" b="1" dirty="0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C1AB2A44-60D7-3D73-6B14-F532F1A1B2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>
            <a:lvl1pPr>
              <a:defRPr b="1"/>
            </a:lvl1pPr>
          </a:lstStyle>
          <a:p>
            <a:fld id="{C3C42FAE-7A31-41D3-A712-51D9B15D0B10}" type="slidenum">
              <a:rPr lang="en-US" smtClean="0"/>
              <a:pPr/>
              <a:t>‹#›</a:t>
            </a:fld>
            <a:endParaRPr lang="en-US" b="1" dirty="0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5376E6-A5E9-B43D-3C62-EAE3A6E1B0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3851" y="2492376"/>
            <a:ext cx="5486400" cy="1868488"/>
          </a:xfrm>
        </p:spPr>
        <p:txBody>
          <a:bodyPr/>
          <a:lstStyle>
            <a:lvl1pPr>
              <a:defRPr sz="1600" b="1"/>
            </a:lvl1pPr>
            <a:lvl2pPr>
              <a:defRPr sz="1600" b="1"/>
            </a:lvl2pPr>
            <a:lvl3pPr>
              <a:defRPr sz="1600" b="1"/>
            </a:lvl3pPr>
            <a:lvl4pPr>
              <a:defRPr sz="1600" b="1"/>
            </a:lvl4pPr>
            <a:lvl5pPr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032C9BB3-2091-D606-8E81-D30EF9837A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1751" y="2494756"/>
            <a:ext cx="5486400" cy="1868488"/>
          </a:xfrm>
        </p:spPr>
        <p:txBody>
          <a:bodyPr/>
          <a:lstStyle>
            <a:lvl1pPr>
              <a:defRPr sz="1600" b="1"/>
            </a:lvl1pPr>
            <a:lvl2pPr>
              <a:defRPr sz="1600" b="1"/>
            </a:lvl2pPr>
            <a:lvl3pPr>
              <a:defRPr sz="1600" b="1"/>
            </a:lvl3pPr>
            <a:lvl4pPr>
              <a:defRPr sz="1600" b="1"/>
            </a:lvl4pPr>
            <a:lvl5pPr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022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3851" y="2492376"/>
            <a:ext cx="5486400" cy="1868488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1751" y="2494756"/>
            <a:ext cx="5486400" cy="1868488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828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48" y="2179638"/>
            <a:ext cx="347472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58639" y="2179638"/>
            <a:ext cx="347472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93430" y="2181225"/>
            <a:ext cx="347472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14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200" y="2179638"/>
            <a:ext cx="246888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1107" y="2179638"/>
            <a:ext cx="246888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72014" y="2179638"/>
            <a:ext cx="246888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DFF45C9-081C-CA2E-F4A7-8383A93B6B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92920" y="2179638"/>
            <a:ext cx="2468880" cy="249555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282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200" y="2179638"/>
            <a:ext cx="2011680" cy="249555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10180" y="2179638"/>
            <a:ext cx="2011680" cy="249555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90160" y="2179638"/>
            <a:ext cx="2011680" cy="249555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DFF45C9-081C-CA2E-F4A7-8383A93B6B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470140" y="2179638"/>
            <a:ext cx="2011680" cy="249555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B7038BF-5DE9-94EF-1E39-92627DD8ACA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50120" y="2181225"/>
            <a:ext cx="2011680" cy="2493963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08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35667AC3-0F7E-B82E-9B49-B09764356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11" y="301287"/>
            <a:ext cx="5760720" cy="994113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06FB23C-BFBD-6C08-4269-F80007FC8E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35065" y="301286"/>
            <a:ext cx="5760720" cy="5622680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1BC6BA88-E119-9F34-C7EC-980AF1F27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C67D413E-2D88-3FEF-F1E1-8B56173BA0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549C51B8-C3A9-B2D8-E7F1-F9C96BA9D3D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1" y="1473339"/>
            <a:ext cx="5760720" cy="4686162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2169584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663814D1-DDC5-101C-DC4F-80D2A580E0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3544" y="372129"/>
            <a:ext cx="7634288" cy="762407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0B5DB85-2831-D157-F127-23AC163E0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39296" y="308082"/>
            <a:ext cx="3727450" cy="5952473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55448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4D0773FD-025A-0072-CABE-888617E8A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C1FA7A6E-076A-4F68-933E-E5E379785E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6FB6AB7-6B7B-E4CE-EE50-48D940DEBB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3550" y="1319866"/>
            <a:ext cx="7235825" cy="4940689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2009257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E8F67649-B793-D88B-948C-C90DB66DC4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244" y="390972"/>
            <a:ext cx="4413318" cy="827369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A09200D-93B0-B42F-DBAB-7990B28D309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67429" y="195579"/>
            <a:ext cx="7119162" cy="5799362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AECBC77F-2C38-E4B5-8097-6E8017765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4CBB74D8-3547-6EFD-47CB-1EBD34F3E8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E98E9C8-64AF-75EE-E664-C1E6333E7F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4354" y="1359243"/>
            <a:ext cx="4413317" cy="4955060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3880047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11EDAEC0-319C-07EA-8A48-3E2C672092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4413" y="341751"/>
            <a:ext cx="5961493" cy="84449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819A350F-67CC-4AA6-C507-913BA02F0DD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2929" y="375858"/>
            <a:ext cx="5592297" cy="5744451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5BCF6DB-D3E2-3F40-0391-0015A83C8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5F3C56F4-9C1C-FEA9-A943-185AEEE612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6026AAAB-3016-9473-B68E-E020BBA463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8859" y="1511824"/>
            <a:ext cx="5937047" cy="4715981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82166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Slide Title, Section, Body, 2/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01574EB0-609A-7063-5DF0-1FE33F36B0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3401" y="459942"/>
            <a:ext cx="7235824" cy="67035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0C432B9-29F9-2E6F-EA6C-EA3AEB6981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14311" y="269271"/>
            <a:ext cx="3890549" cy="6022199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55448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E770FA50-9C4F-A1B8-FF36-F081528F8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A90BC26-E8B2-F5B7-957A-C6295DD844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BA5701D-14CD-7E59-E7AD-3247091A98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43400" y="1407680"/>
            <a:ext cx="7235825" cy="4883790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3353146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Section, Title 1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E5DCC177-9AF6-EBF7-049C-658596E5B1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5042" y="323312"/>
            <a:ext cx="4190858" cy="523392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BC6CA8C-D2FD-92B9-B422-F582179AAC9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6100" y="272588"/>
            <a:ext cx="7057149" cy="5774794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01A4C5-E983-6F2E-6F25-2CF02234D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46C45D37-6E2D-9FC6-7963-58C04D3B74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0DFBA05A-277C-ECA6-BAE8-282A6A9D9D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802218" y="1045955"/>
            <a:ext cx="4190858" cy="515713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2024239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23850" y="952500"/>
            <a:ext cx="11544300" cy="5122863"/>
          </a:xfrm>
          <a:prstGeom prst="roundRect">
            <a:avLst>
              <a:gd name="adj" fmla="val 1503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18872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65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4">
            <a:extLst>
              <a:ext uri="{FF2B5EF4-FFF2-40B4-BE49-F238E27FC236}">
                <a16:creationId xmlns:a16="http://schemas.microsoft.com/office/drawing/2014/main" id="{BBBEB14F-0685-C307-EFE1-1A032CD17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3116793"/>
            <a:ext cx="5284788" cy="12461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9DC54BDD-215C-7233-17E9-68EABA02455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84901" y="795338"/>
            <a:ext cx="5284788" cy="5284788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4D4398B4-CF9D-ADD3-F030-25989B6A3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C56CEB0E-F883-1318-CECC-41A962B9C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56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E63F33D-6703-1882-9AF2-763FF56144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C9E7EE12-4B35-55B4-6325-6341C57A1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622300"/>
            <a:ext cx="3328989" cy="15589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9462AE3-196C-5889-F5A3-A4988C8213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51" y="3429000"/>
            <a:ext cx="3328988" cy="2646363"/>
          </a:xfrm>
        </p:spPr>
        <p:txBody>
          <a:bodyPr anchor="b" anchorCtr="0"/>
          <a:lstStyle>
            <a:lvl1pPr marL="0" indent="0">
              <a:buNone/>
              <a:defRPr sz="160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B4AFD21D-DC28-B1DC-A008-B685DD4B746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049713" y="622300"/>
            <a:ext cx="7818436" cy="5453063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B24C4D61-E082-FE08-CD96-4B913D04C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12" name="Slide Number Placeholder 2">
            <a:extLst>
              <a:ext uri="{FF2B5EF4-FFF2-40B4-BE49-F238E27FC236}">
                <a16:creationId xmlns:a16="http://schemas.microsoft.com/office/drawing/2014/main" id="{E09FCE68-A7DA-7A7E-B21C-2994E12BB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142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235E1CA-9312-DAF7-316D-47FC31C482B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0"/>
            <a:ext cx="5772150" cy="466342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100"/>
            </a:lvl2pPr>
            <a:lvl3pPr marL="365760" indent="0">
              <a:buNone/>
              <a:defRPr sz="1050"/>
            </a:lvl3pPr>
            <a:lvl4pPr marL="548640" indent="0">
              <a:buNone/>
              <a:defRPr sz="1000"/>
            </a:lvl4pPr>
            <a:lvl5pPr marL="731520" indent="0">
              <a:buNone/>
              <a:defRPr sz="900"/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D1843D90-C214-096C-8F8B-FE37943EB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5281613" cy="1247775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E3A9C834-35F9-D39B-7AE2-9B3A76029EA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320675"/>
            <a:ext cx="5766436" cy="5754687"/>
          </a:xfrm>
          <a:prstGeom prst="roundRect">
            <a:avLst>
              <a:gd name="adj" fmla="val 1714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</a:t>
            </a:r>
            <a:br>
              <a:rPr lang="en-US" dirty="0"/>
            </a:br>
            <a:r>
              <a:rPr lang="en-US" dirty="0"/>
              <a:t>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51B98C0A-A3C4-EC1B-FB12-B1556EF6C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7642714B-970D-16C8-5FE7-0E674AE491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354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,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>
            <a:extLst>
              <a:ext uri="{FF2B5EF4-FFF2-40B4-BE49-F238E27FC236}">
                <a16:creationId xmlns:a16="http://schemas.microsoft.com/office/drawing/2014/main" id="{0231B1C4-CE8F-6AC7-DC73-F0B3F17B2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8F49CB57-8D7E-6849-F18F-D1B499B8BDD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23850" y="952500"/>
            <a:ext cx="11544300" cy="5122863"/>
          </a:xfrm>
          <a:prstGeom prst="roundRect">
            <a:avLst>
              <a:gd name="adj" fmla="val 1503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8E6F009D-559C-C7E0-E9D0-B7ECD4426C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CB748AD6-1F1E-CD58-5BC0-257D2D102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5243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Section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0537925A-E224-179D-BB3F-170636649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CEC6117-FF92-F52D-D7EC-B0F1E8C29A3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1154430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CCBC9908-B405-9E30-A7AA-CFAABF33A5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3850" y="1244600"/>
            <a:ext cx="11544300" cy="4830763"/>
          </a:xfrm>
          <a:prstGeom prst="roundRect">
            <a:avLst>
              <a:gd name="adj" fmla="val 1897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65174831-F906-E5E7-CE1B-82538DD4DC3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6ED973B4-18A6-0449-8848-CAD4466A1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758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F1EB2572-4EE3-548E-0522-F4F14EB685F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7D5EE5-5658-4B01-18A2-31D3A90BA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B6E999-D1A6-F592-75ED-0438E54F1EC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2F67EE3E-6A5B-D55B-0AF4-BF18E8C7C40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41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228A6B23-B233-2D03-AE02-2FDEE10C996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A95D1FD-87D0-4164-AB5B-E247504C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2" y="4540250"/>
            <a:ext cx="10747375" cy="1071563"/>
          </a:xfrm>
        </p:spPr>
        <p:txBody>
          <a:bodyPr anchor="b" anchorCtr="0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76C9B7E-CA9C-057B-E575-C2160FE51E6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8FDE5CC-F464-B9DE-BE3E-C9C89F53AE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618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ED6A7A-5F5E-D9F0-9686-4A70841112E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F429E7A-5593-B61C-0C9D-D7A8800F22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97038" y="-7937"/>
            <a:ext cx="8794750" cy="466344"/>
          </a:xfrm>
        </p:spPr>
        <p:txBody>
          <a:bodyPr anchor="b" anchorCtr="0"/>
          <a:lstStyle>
            <a:lvl1pPr marL="0" indent="0" algn="ctr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 dirty="0"/>
              <a:t>Section title placeholder</a:t>
            </a: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99E31CA-D5F7-6E09-76D0-73EF005F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D5D8A57-B5C0-F960-AE17-C5992ED9D2B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230688" y="6445885"/>
            <a:ext cx="3727450" cy="411480"/>
          </a:xfr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0E29522-262F-B1C6-404A-5B8F60B842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9115425" y="6448929"/>
            <a:ext cx="1773238" cy="411480"/>
          </a:xfr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890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Section,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97038" y="-7937"/>
            <a:ext cx="8794750" cy="466344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 dirty="0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25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per 2/3 Photo, Section,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7937"/>
            <a:ext cx="12192000" cy="4675188"/>
          </a:xfrm>
          <a:prstGeom prst="roundRect">
            <a:avLst>
              <a:gd name="adj" fmla="val 0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37160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-7937"/>
            <a:ext cx="8612188" cy="466344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 dirty="0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5003800"/>
            <a:ext cx="8612188" cy="1071563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6049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4" descr="Quotation Mark">
            <a:extLst>
              <a:ext uri="{FF2B5EF4-FFF2-40B4-BE49-F238E27FC236}">
                <a16:creationId xmlns:a16="http://schemas.microsoft.com/office/drawing/2014/main" id="{4B52BC46-48EA-B916-39B5-C5FF3FB612BC}"/>
              </a:ext>
            </a:extLst>
          </p:cNvPr>
          <p:cNvSpPr/>
          <p:nvPr/>
        </p:nvSpPr>
        <p:spPr>
          <a:xfrm>
            <a:off x="5731161" y="1132840"/>
            <a:ext cx="516694" cy="416701"/>
          </a:xfrm>
          <a:custGeom>
            <a:avLst/>
            <a:gdLst>
              <a:gd name="connsiteX0" fmla="*/ 418890 w 728197"/>
              <a:gd name="connsiteY0" fmla="*/ 587273 h 587273"/>
              <a:gd name="connsiteX1" fmla="*/ 383998 w 728197"/>
              <a:gd name="connsiteY1" fmla="*/ 552884 h 587273"/>
              <a:gd name="connsiteX2" fmla="*/ 383998 w 728197"/>
              <a:gd name="connsiteY2" fmla="*/ 552793 h 587273"/>
              <a:gd name="connsiteX3" fmla="*/ 383998 w 728197"/>
              <a:gd name="connsiteY3" fmla="*/ 367917 h 587273"/>
              <a:gd name="connsiteX4" fmla="*/ 513570 w 728197"/>
              <a:gd name="connsiteY4" fmla="*/ 79508 h 587273"/>
              <a:gd name="connsiteX5" fmla="*/ 728198 w 728197"/>
              <a:gd name="connsiteY5" fmla="*/ 0 h 587273"/>
              <a:gd name="connsiteX6" fmla="*/ 728198 w 728197"/>
              <a:gd name="connsiteY6" fmla="*/ 134713 h 587273"/>
              <a:gd name="connsiteX7" fmla="*/ 583354 w 728197"/>
              <a:gd name="connsiteY7" fmla="*/ 316104 h 587273"/>
              <a:gd name="connsiteX8" fmla="*/ 658414 w 728197"/>
              <a:gd name="connsiteY8" fmla="*/ 316104 h 587273"/>
              <a:gd name="connsiteX9" fmla="*/ 693398 w 728197"/>
              <a:gd name="connsiteY9" fmla="*/ 350585 h 587273"/>
              <a:gd name="connsiteX10" fmla="*/ 693398 w 728197"/>
              <a:gd name="connsiteY10" fmla="*/ 350677 h 587273"/>
              <a:gd name="connsiteX11" fmla="*/ 693398 w 728197"/>
              <a:gd name="connsiteY11" fmla="*/ 552426 h 587273"/>
              <a:gd name="connsiteX12" fmla="*/ 658599 w 728197"/>
              <a:gd name="connsiteY12" fmla="*/ 586907 h 587273"/>
              <a:gd name="connsiteX13" fmla="*/ 658506 w 728197"/>
              <a:gd name="connsiteY13" fmla="*/ 586907 h 587273"/>
              <a:gd name="connsiteX14" fmla="*/ 34892 w 728197"/>
              <a:gd name="connsiteY14" fmla="*/ 587273 h 587273"/>
              <a:gd name="connsiteX15" fmla="*/ 0 w 728197"/>
              <a:gd name="connsiteY15" fmla="*/ 552884 h 587273"/>
              <a:gd name="connsiteX16" fmla="*/ 0 w 728197"/>
              <a:gd name="connsiteY16" fmla="*/ 552793 h 587273"/>
              <a:gd name="connsiteX17" fmla="*/ 0 w 728197"/>
              <a:gd name="connsiteY17" fmla="*/ 367917 h 587273"/>
              <a:gd name="connsiteX18" fmla="*/ 129573 w 728197"/>
              <a:gd name="connsiteY18" fmla="*/ 79508 h 587273"/>
              <a:gd name="connsiteX19" fmla="*/ 344200 w 728197"/>
              <a:gd name="connsiteY19" fmla="*/ 0 h 587273"/>
              <a:gd name="connsiteX20" fmla="*/ 344200 w 728197"/>
              <a:gd name="connsiteY20" fmla="*/ 134713 h 587273"/>
              <a:gd name="connsiteX21" fmla="*/ 198986 w 728197"/>
              <a:gd name="connsiteY21" fmla="*/ 316104 h 587273"/>
              <a:gd name="connsiteX22" fmla="*/ 274046 w 728197"/>
              <a:gd name="connsiteY22" fmla="*/ 316104 h 587273"/>
              <a:gd name="connsiteX23" fmla="*/ 308938 w 728197"/>
              <a:gd name="connsiteY23" fmla="*/ 350677 h 587273"/>
              <a:gd name="connsiteX24" fmla="*/ 308938 w 728197"/>
              <a:gd name="connsiteY24" fmla="*/ 552426 h 587273"/>
              <a:gd name="connsiteX25" fmla="*/ 274138 w 728197"/>
              <a:gd name="connsiteY25" fmla="*/ 586907 h 587273"/>
              <a:gd name="connsiteX26" fmla="*/ 274046 w 728197"/>
              <a:gd name="connsiteY26" fmla="*/ 586907 h 58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28197" h="587273">
                <a:moveTo>
                  <a:pt x="418890" y="587273"/>
                </a:moveTo>
                <a:cubicBezTo>
                  <a:pt x="399670" y="587324"/>
                  <a:pt x="384048" y="571928"/>
                  <a:pt x="383998" y="552884"/>
                </a:cubicBezTo>
                <a:cubicBezTo>
                  <a:pt x="383998" y="552854"/>
                  <a:pt x="383998" y="552823"/>
                  <a:pt x="383998" y="552793"/>
                </a:cubicBezTo>
                <a:lnTo>
                  <a:pt x="383998" y="367917"/>
                </a:lnTo>
                <a:cubicBezTo>
                  <a:pt x="383998" y="240082"/>
                  <a:pt x="427189" y="143945"/>
                  <a:pt x="513570" y="79508"/>
                </a:cubicBezTo>
                <a:cubicBezTo>
                  <a:pt x="571693" y="35795"/>
                  <a:pt x="643235" y="9292"/>
                  <a:pt x="728198" y="0"/>
                </a:cubicBezTo>
                <a:lnTo>
                  <a:pt x="728198" y="134713"/>
                </a:lnTo>
                <a:cubicBezTo>
                  <a:pt x="631694" y="155439"/>
                  <a:pt x="583419" y="215902"/>
                  <a:pt x="583354" y="316104"/>
                </a:cubicBezTo>
                <a:lnTo>
                  <a:pt x="658414" y="316104"/>
                </a:lnTo>
                <a:cubicBezTo>
                  <a:pt x="677683" y="316054"/>
                  <a:pt x="693343" y="331491"/>
                  <a:pt x="693398" y="350585"/>
                </a:cubicBezTo>
                <a:cubicBezTo>
                  <a:pt x="693398" y="350615"/>
                  <a:pt x="693398" y="350646"/>
                  <a:pt x="693398" y="350677"/>
                </a:cubicBezTo>
                <a:lnTo>
                  <a:pt x="693398" y="552426"/>
                </a:lnTo>
                <a:cubicBezTo>
                  <a:pt x="693398" y="571469"/>
                  <a:pt x="677822" y="586907"/>
                  <a:pt x="658599" y="586907"/>
                </a:cubicBezTo>
                <a:cubicBezTo>
                  <a:pt x="658571" y="586907"/>
                  <a:pt x="658534" y="586907"/>
                  <a:pt x="658506" y="586907"/>
                </a:cubicBezTo>
                <a:close/>
                <a:moveTo>
                  <a:pt x="34892" y="587273"/>
                </a:moveTo>
                <a:cubicBezTo>
                  <a:pt x="15673" y="587324"/>
                  <a:pt x="51" y="571928"/>
                  <a:pt x="0" y="552884"/>
                </a:cubicBezTo>
                <a:cubicBezTo>
                  <a:pt x="0" y="552854"/>
                  <a:pt x="0" y="552823"/>
                  <a:pt x="0" y="552793"/>
                </a:cubicBezTo>
                <a:lnTo>
                  <a:pt x="0" y="367917"/>
                </a:lnTo>
                <a:cubicBezTo>
                  <a:pt x="0" y="240082"/>
                  <a:pt x="43191" y="143945"/>
                  <a:pt x="129573" y="79508"/>
                </a:cubicBezTo>
                <a:cubicBezTo>
                  <a:pt x="187695" y="35795"/>
                  <a:pt x="259238" y="9292"/>
                  <a:pt x="344200" y="0"/>
                </a:cubicBezTo>
                <a:lnTo>
                  <a:pt x="344200" y="134713"/>
                </a:lnTo>
                <a:cubicBezTo>
                  <a:pt x="247391" y="155439"/>
                  <a:pt x="198986" y="215902"/>
                  <a:pt x="198986" y="316104"/>
                </a:cubicBezTo>
                <a:lnTo>
                  <a:pt x="274046" y="316104"/>
                </a:lnTo>
                <a:cubicBezTo>
                  <a:pt x="293316" y="316104"/>
                  <a:pt x="308938" y="331583"/>
                  <a:pt x="308938" y="350677"/>
                </a:cubicBezTo>
                <a:lnTo>
                  <a:pt x="308938" y="552426"/>
                </a:lnTo>
                <a:cubicBezTo>
                  <a:pt x="308938" y="571469"/>
                  <a:pt x="293358" y="586907"/>
                  <a:pt x="274138" y="586907"/>
                </a:cubicBezTo>
                <a:cubicBezTo>
                  <a:pt x="274108" y="586907"/>
                  <a:pt x="274076" y="586907"/>
                  <a:pt x="274046" y="586907"/>
                </a:cubicBezTo>
                <a:close/>
              </a:path>
            </a:pathLst>
          </a:custGeom>
          <a:noFill/>
          <a:ln w="15875" cap="flat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270000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7038" y="1876424"/>
            <a:ext cx="8794750" cy="2174875"/>
          </a:xfrm>
          <a:prstGeom prst="rect">
            <a:avLst/>
          </a:prstGeom>
        </p:spPr>
        <p:txBody>
          <a:bodyPr/>
          <a:lstStyle>
            <a:lvl1pPr algn="ctr">
              <a:defRPr sz="4000"/>
            </a:lvl1pPr>
          </a:lstStyle>
          <a:p>
            <a:r>
              <a:rPr lang="en-US" dirty="0"/>
              <a:t>Quote slide 1, </a:t>
            </a:r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consectetuer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</a:t>
            </a:r>
            <a:r>
              <a:rPr lang="en-GB" dirty="0" err="1"/>
              <a:t>diam</a:t>
            </a:r>
            <a:r>
              <a:rPr lang="en-GB" dirty="0"/>
              <a:t> </a:t>
            </a:r>
            <a:r>
              <a:rPr lang="en-GB" dirty="0" err="1"/>
              <a:t>nonummy</a:t>
            </a:r>
            <a:r>
              <a:rPr lang="en-GB" dirty="0"/>
              <a:t> </a:t>
            </a:r>
            <a:r>
              <a:rPr lang="en-GB" dirty="0" err="1"/>
              <a:t>nibh</a:t>
            </a:r>
            <a:r>
              <a:rPr lang="en-GB" dirty="0"/>
              <a:t> </a:t>
            </a:r>
            <a:r>
              <a:rPr lang="en-GB" dirty="0" err="1"/>
              <a:t>euismod</a:t>
            </a:r>
            <a:r>
              <a:rPr lang="en-GB" dirty="0"/>
              <a:t> </a:t>
            </a:r>
            <a:r>
              <a:rPr lang="en-GB" dirty="0" err="1"/>
              <a:t>tincidunt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laoreet</a:t>
            </a:r>
            <a:r>
              <a:rPr lang="en-GB" dirty="0"/>
              <a:t> dolore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7038" y="4360863"/>
            <a:ext cx="8794750" cy="62547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9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4" descr="Quotation Mark">
            <a:extLst>
              <a:ext uri="{FF2B5EF4-FFF2-40B4-BE49-F238E27FC236}">
                <a16:creationId xmlns:a16="http://schemas.microsoft.com/office/drawing/2014/main" id="{4B52BC46-48EA-B916-39B5-C5FF3FB612BC}"/>
              </a:ext>
            </a:extLst>
          </p:cNvPr>
          <p:cNvSpPr/>
          <p:nvPr/>
        </p:nvSpPr>
        <p:spPr>
          <a:xfrm>
            <a:off x="5731161" y="963295"/>
            <a:ext cx="516694" cy="416701"/>
          </a:xfrm>
          <a:custGeom>
            <a:avLst/>
            <a:gdLst>
              <a:gd name="connsiteX0" fmla="*/ 418890 w 728197"/>
              <a:gd name="connsiteY0" fmla="*/ 587273 h 587273"/>
              <a:gd name="connsiteX1" fmla="*/ 383998 w 728197"/>
              <a:gd name="connsiteY1" fmla="*/ 552884 h 587273"/>
              <a:gd name="connsiteX2" fmla="*/ 383998 w 728197"/>
              <a:gd name="connsiteY2" fmla="*/ 552793 h 587273"/>
              <a:gd name="connsiteX3" fmla="*/ 383998 w 728197"/>
              <a:gd name="connsiteY3" fmla="*/ 367917 h 587273"/>
              <a:gd name="connsiteX4" fmla="*/ 513570 w 728197"/>
              <a:gd name="connsiteY4" fmla="*/ 79508 h 587273"/>
              <a:gd name="connsiteX5" fmla="*/ 728198 w 728197"/>
              <a:gd name="connsiteY5" fmla="*/ 0 h 587273"/>
              <a:gd name="connsiteX6" fmla="*/ 728198 w 728197"/>
              <a:gd name="connsiteY6" fmla="*/ 134713 h 587273"/>
              <a:gd name="connsiteX7" fmla="*/ 583354 w 728197"/>
              <a:gd name="connsiteY7" fmla="*/ 316104 h 587273"/>
              <a:gd name="connsiteX8" fmla="*/ 658414 w 728197"/>
              <a:gd name="connsiteY8" fmla="*/ 316104 h 587273"/>
              <a:gd name="connsiteX9" fmla="*/ 693398 w 728197"/>
              <a:gd name="connsiteY9" fmla="*/ 350585 h 587273"/>
              <a:gd name="connsiteX10" fmla="*/ 693398 w 728197"/>
              <a:gd name="connsiteY10" fmla="*/ 350677 h 587273"/>
              <a:gd name="connsiteX11" fmla="*/ 693398 w 728197"/>
              <a:gd name="connsiteY11" fmla="*/ 552426 h 587273"/>
              <a:gd name="connsiteX12" fmla="*/ 658599 w 728197"/>
              <a:gd name="connsiteY12" fmla="*/ 586907 h 587273"/>
              <a:gd name="connsiteX13" fmla="*/ 658506 w 728197"/>
              <a:gd name="connsiteY13" fmla="*/ 586907 h 587273"/>
              <a:gd name="connsiteX14" fmla="*/ 34892 w 728197"/>
              <a:gd name="connsiteY14" fmla="*/ 587273 h 587273"/>
              <a:gd name="connsiteX15" fmla="*/ 0 w 728197"/>
              <a:gd name="connsiteY15" fmla="*/ 552884 h 587273"/>
              <a:gd name="connsiteX16" fmla="*/ 0 w 728197"/>
              <a:gd name="connsiteY16" fmla="*/ 552793 h 587273"/>
              <a:gd name="connsiteX17" fmla="*/ 0 w 728197"/>
              <a:gd name="connsiteY17" fmla="*/ 367917 h 587273"/>
              <a:gd name="connsiteX18" fmla="*/ 129573 w 728197"/>
              <a:gd name="connsiteY18" fmla="*/ 79508 h 587273"/>
              <a:gd name="connsiteX19" fmla="*/ 344200 w 728197"/>
              <a:gd name="connsiteY19" fmla="*/ 0 h 587273"/>
              <a:gd name="connsiteX20" fmla="*/ 344200 w 728197"/>
              <a:gd name="connsiteY20" fmla="*/ 134713 h 587273"/>
              <a:gd name="connsiteX21" fmla="*/ 198986 w 728197"/>
              <a:gd name="connsiteY21" fmla="*/ 316104 h 587273"/>
              <a:gd name="connsiteX22" fmla="*/ 274046 w 728197"/>
              <a:gd name="connsiteY22" fmla="*/ 316104 h 587273"/>
              <a:gd name="connsiteX23" fmla="*/ 308938 w 728197"/>
              <a:gd name="connsiteY23" fmla="*/ 350677 h 587273"/>
              <a:gd name="connsiteX24" fmla="*/ 308938 w 728197"/>
              <a:gd name="connsiteY24" fmla="*/ 552426 h 587273"/>
              <a:gd name="connsiteX25" fmla="*/ 274138 w 728197"/>
              <a:gd name="connsiteY25" fmla="*/ 586907 h 587273"/>
              <a:gd name="connsiteX26" fmla="*/ 274046 w 728197"/>
              <a:gd name="connsiteY26" fmla="*/ 586907 h 58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28197" h="587273">
                <a:moveTo>
                  <a:pt x="418890" y="587273"/>
                </a:moveTo>
                <a:cubicBezTo>
                  <a:pt x="399670" y="587324"/>
                  <a:pt x="384048" y="571928"/>
                  <a:pt x="383998" y="552884"/>
                </a:cubicBezTo>
                <a:cubicBezTo>
                  <a:pt x="383998" y="552854"/>
                  <a:pt x="383998" y="552823"/>
                  <a:pt x="383998" y="552793"/>
                </a:cubicBezTo>
                <a:lnTo>
                  <a:pt x="383998" y="367917"/>
                </a:lnTo>
                <a:cubicBezTo>
                  <a:pt x="383998" y="240082"/>
                  <a:pt x="427189" y="143945"/>
                  <a:pt x="513570" y="79508"/>
                </a:cubicBezTo>
                <a:cubicBezTo>
                  <a:pt x="571693" y="35795"/>
                  <a:pt x="643235" y="9292"/>
                  <a:pt x="728198" y="0"/>
                </a:cubicBezTo>
                <a:lnTo>
                  <a:pt x="728198" y="134713"/>
                </a:lnTo>
                <a:cubicBezTo>
                  <a:pt x="631694" y="155439"/>
                  <a:pt x="583419" y="215902"/>
                  <a:pt x="583354" y="316104"/>
                </a:cubicBezTo>
                <a:lnTo>
                  <a:pt x="658414" y="316104"/>
                </a:lnTo>
                <a:cubicBezTo>
                  <a:pt x="677683" y="316054"/>
                  <a:pt x="693343" y="331491"/>
                  <a:pt x="693398" y="350585"/>
                </a:cubicBezTo>
                <a:cubicBezTo>
                  <a:pt x="693398" y="350615"/>
                  <a:pt x="693398" y="350646"/>
                  <a:pt x="693398" y="350677"/>
                </a:cubicBezTo>
                <a:lnTo>
                  <a:pt x="693398" y="552426"/>
                </a:lnTo>
                <a:cubicBezTo>
                  <a:pt x="693398" y="571469"/>
                  <a:pt x="677822" y="586907"/>
                  <a:pt x="658599" y="586907"/>
                </a:cubicBezTo>
                <a:cubicBezTo>
                  <a:pt x="658571" y="586907"/>
                  <a:pt x="658534" y="586907"/>
                  <a:pt x="658506" y="586907"/>
                </a:cubicBezTo>
                <a:close/>
                <a:moveTo>
                  <a:pt x="34892" y="587273"/>
                </a:moveTo>
                <a:cubicBezTo>
                  <a:pt x="15673" y="587324"/>
                  <a:pt x="51" y="571928"/>
                  <a:pt x="0" y="552884"/>
                </a:cubicBezTo>
                <a:cubicBezTo>
                  <a:pt x="0" y="552854"/>
                  <a:pt x="0" y="552823"/>
                  <a:pt x="0" y="552793"/>
                </a:cubicBezTo>
                <a:lnTo>
                  <a:pt x="0" y="367917"/>
                </a:lnTo>
                <a:cubicBezTo>
                  <a:pt x="0" y="240082"/>
                  <a:pt x="43191" y="143945"/>
                  <a:pt x="129573" y="79508"/>
                </a:cubicBezTo>
                <a:cubicBezTo>
                  <a:pt x="187695" y="35795"/>
                  <a:pt x="259238" y="9292"/>
                  <a:pt x="344200" y="0"/>
                </a:cubicBezTo>
                <a:lnTo>
                  <a:pt x="344200" y="134713"/>
                </a:lnTo>
                <a:cubicBezTo>
                  <a:pt x="247391" y="155439"/>
                  <a:pt x="198986" y="215902"/>
                  <a:pt x="198986" y="316104"/>
                </a:cubicBezTo>
                <a:lnTo>
                  <a:pt x="274046" y="316104"/>
                </a:lnTo>
                <a:cubicBezTo>
                  <a:pt x="293316" y="316104"/>
                  <a:pt x="308938" y="331583"/>
                  <a:pt x="308938" y="350677"/>
                </a:cubicBezTo>
                <a:lnTo>
                  <a:pt x="308938" y="552426"/>
                </a:lnTo>
                <a:cubicBezTo>
                  <a:pt x="308938" y="571469"/>
                  <a:pt x="293358" y="586907"/>
                  <a:pt x="274138" y="586907"/>
                </a:cubicBezTo>
                <a:cubicBezTo>
                  <a:pt x="274108" y="586907"/>
                  <a:pt x="274076" y="586907"/>
                  <a:pt x="274046" y="586907"/>
                </a:cubicBezTo>
                <a:close/>
              </a:path>
            </a:pathLst>
          </a:custGeom>
          <a:noFill/>
          <a:ln w="15875" cap="flat">
            <a:solidFill>
              <a:schemeClr val="accent1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7038" y="1706879"/>
            <a:ext cx="8794750" cy="2174875"/>
          </a:xfrm>
          <a:prstGeom prst="rect">
            <a:avLst/>
          </a:prstGeom>
        </p:spPr>
        <p:txBody>
          <a:bodyPr/>
          <a:lstStyle>
            <a:lvl1pPr algn="ctr">
              <a:defRPr sz="4000"/>
            </a:lvl1pPr>
          </a:lstStyle>
          <a:p>
            <a:r>
              <a:rPr lang="en-US" dirty="0"/>
              <a:t>Quote slide 1, </a:t>
            </a:r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consectetuer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</a:t>
            </a:r>
            <a:r>
              <a:rPr lang="en-GB" dirty="0" err="1"/>
              <a:t>diam</a:t>
            </a:r>
            <a:r>
              <a:rPr lang="en-GB" dirty="0"/>
              <a:t> </a:t>
            </a:r>
            <a:r>
              <a:rPr lang="en-GB" dirty="0" err="1"/>
              <a:t>nonummy</a:t>
            </a:r>
            <a:r>
              <a:rPr lang="en-GB" dirty="0"/>
              <a:t> </a:t>
            </a:r>
            <a:r>
              <a:rPr lang="en-GB" dirty="0" err="1"/>
              <a:t>nibh</a:t>
            </a:r>
            <a:r>
              <a:rPr lang="en-GB" dirty="0"/>
              <a:t> </a:t>
            </a:r>
            <a:r>
              <a:rPr lang="en-GB" dirty="0" err="1"/>
              <a:t>euismod</a:t>
            </a:r>
            <a:r>
              <a:rPr lang="en-GB" dirty="0"/>
              <a:t> </a:t>
            </a:r>
            <a:r>
              <a:rPr lang="en-GB" dirty="0" err="1"/>
              <a:t>tincidunt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laoreet</a:t>
            </a:r>
            <a:r>
              <a:rPr lang="en-GB" dirty="0"/>
              <a:t> dolore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7038" y="4191318"/>
            <a:ext cx="8794750" cy="62547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77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244600"/>
            <a:ext cx="5373688" cy="3167380"/>
          </a:xfrm>
          <a:prstGeom prst="rect">
            <a:avLst/>
          </a:prstGeom>
        </p:spPr>
        <p:txBody>
          <a:bodyPr/>
          <a:lstStyle>
            <a:lvl1pPr algn="l">
              <a:defRPr sz="4000"/>
            </a:lvl1pPr>
          </a:lstStyle>
          <a:p>
            <a:r>
              <a:rPr lang="en-US" dirty="0"/>
              <a:t>“Quote slide 1, </a:t>
            </a:r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</a:t>
            </a:r>
            <a:r>
              <a:rPr lang="en-GB" dirty="0" err="1"/>
              <a:t>diam</a:t>
            </a:r>
            <a:r>
              <a:rPr lang="en-GB" dirty="0"/>
              <a:t> no </a:t>
            </a:r>
            <a:r>
              <a:rPr lang="en-GB" dirty="0" err="1"/>
              <a:t>nummy</a:t>
            </a:r>
            <a:r>
              <a:rPr lang="en-GB" dirty="0"/>
              <a:t> </a:t>
            </a:r>
            <a:r>
              <a:rPr lang="en-GB" dirty="0" err="1"/>
              <a:t>nibh</a:t>
            </a:r>
            <a:r>
              <a:rPr lang="en-GB" dirty="0"/>
              <a:t> </a:t>
            </a:r>
            <a:r>
              <a:rPr lang="en-GB" dirty="0" err="1"/>
              <a:t>euismod</a:t>
            </a:r>
            <a:r>
              <a:rPr lang="en-GB" dirty="0"/>
              <a:t> </a:t>
            </a:r>
            <a:r>
              <a:rPr lang="en-GB" dirty="0" err="1"/>
              <a:t>tincidunt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laoreet</a:t>
            </a:r>
            <a:r>
              <a:rPr lang="en-GB" dirty="0"/>
              <a:t>”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0" y="4726305"/>
            <a:ext cx="5373688" cy="673417"/>
          </a:xfrm>
          <a:prstGeom prst="rect">
            <a:avLst/>
          </a:prstGeom>
        </p:spPr>
        <p:txBody>
          <a:bodyPr/>
          <a:lstStyle>
            <a:lvl1pPr marL="0" indent="0" algn="l"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381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Title, Body Copy, Graph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EFB629D-1461-3E6E-194F-1E2781C5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5683250" cy="94645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2D1E1-C16C-597A-29F4-4F0B590395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1555750"/>
            <a:ext cx="5683250" cy="9239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/>
            </a:lvl1pPr>
            <a:lvl2pPr marL="182880" indent="0">
              <a:buNone/>
              <a:defRPr sz="1600" b="0"/>
            </a:lvl2pPr>
            <a:lvl3pPr marL="365760" indent="0">
              <a:buNone/>
              <a:defRPr sz="1400" b="0"/>
            </a:lvl3pPr>
            <a:lvl4pPr marL="548640" indent="0">
              <a:buNone/>
              <a:defRPr sz="1200" b="0"/>
            </a:lvl4pPr>
            <a:lvl5pPr marL="731520" indent="0">
              <a:buNone/>
              <a:defRPr sz="1100" b="0"/>
            </a:lvl5pPr>
          </a:lstStyle>
          <a:p>
            <a:pPr lvl="0"/>
            <a:r>
              <a:rPr lang="en-US" dirty="0"/>
              <a:t>Body copy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99622-5FA2-FEEE-3C33-0A896ADDB12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2944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C50E13-06E5-F6BB-7667-EE8E9893D0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005315C-F3C4-4817-6DB5-825E9E8E9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798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har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BD67761C-12AC-06B4-1032-66C47B765FE0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722313" y="1555750"/>
            <a:ext cx="10747375" cy="4519613"/>
          </a:xfrm>
          <a:prstGeom prst="rect">
            <a:avLst/>
          </a:prstGeo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below to add a 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533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B0E688F9-03DF-D354-A8AF-EF5349F39C6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323850" y="1555750"/>
            <a:ext cx="11544300" cy="4519613"/>
          </a:xfrm>
          <a:prstGeom prst="rect">
            <a:avLst/>
          </a:prstGeo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below to add a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719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9EC94CF-F758-4A7C-3B39-A1EFC1EA815A}"/>
              </a:ext>
            </a:extLst>
          </p:cNvPr>
          <p:cNvSpPr>
            <a:spLocks noGrp="1"/>
          </p:cNvSpPr>
          <p:nvPr>
            <p:ph type="chart" sz="quarter" idx="12" hasCustomPrompt="1"/>
          </p:nvPr>
        </p:nvSpPr>
        <p:spPr>
          <a:xfrm>
            <a:off x="6581775" y="952500"/>
            <a:ext cx="4887913" cy="4968875"/>
          </a:xfrm>
          <a:prstGeom prst="rect">
            <a:avLst/>
          </a:prstGeo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below to add 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615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, Title, Sub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0C9451-8976-3C96-3C4E-F9624BB31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063" y="952500"/>
            <a:ext cx="7634288" cy="2476500"/>
          </a:xfrm>
          <a:prstGeom prst="rect">
            <a:avLst/>
          </a:prstGeom>
        </p:spPr>
        <p:txBody>
          <a:bodyPr anchor="b" anchorCtr="0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D4A8F9-F7CA-7BED-9594-D64F51EE92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8063" y="3738563"/>
            <a:ext cx="7634287" cy="9366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182880" indent="0" algn="ctr">
              <a:buNone/>
              <a:defRPr/>
            </a:lvl2pPr>
            <a:lvl3pPr marL="365760" indent="0" algn="ctr">
              <a:buNone/>
              <a:defRPr/>
            </a:lvl3pPr>
            <a:lvl4pPr marL="548640" indent="0" algn="ctr">
              <a:buNone/>
              <a:defRPr/>
            </a:lvl4pPr>
            <a:lvl5pPr marL="73152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3146B2-9533-23DF-7DA9-0EBFD969778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D4EDA1-89C5-8341-7EDE-FCCAAA0607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4313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Statement 1, Title,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BE3366F-F43E-6996-B128-0A001300FD2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tIns="2743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Image placeholder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6B6A35-8740-9D1E-A189-71BC5C742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063" y="952500"/>
            <a:ext cx="7634288" cy="1537465"/>
          </a:xfrm>
          <a:prstGeom prst="rect">
            <a:avLst/>
          </a:prstGeom>
        </p:spPr>
        <p:txBody>
          <a:bodyPr anchor="b" anchorCtr="0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D4A8F9-F7CA-7BED-9594-D64F51EE92B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8063" y="2492374"/>
            <a:ext cx="7634287" cy="31115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182880" indent="0" algn="ctr">
              <a:buNone/>
              <a:defRPr/>
            </a:lvl2pPr>
            <a:lvl3pPr marL="365760" indent="0" algn="ctr">
              <a:buNone/>
              <a:defRPr/>
            </a:lvl3pPr>
            <a:lvl4pPr marL="548640" indent="0" algn="ctr">
              <a:buNone/>
              <a:defRPr/>
            </a:lvl4pPr>
            <a:lvl5pPr marL="73152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703969-9100-4398-1394-9B9B34222C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FB270-12CC-4B92-85FD-B7710644F26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498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85A1-2C43-8640-F232-FC5413728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231"/>
            <a:ext cx="7634288" cy="1870075"/>
          </a:xfrm>
          <a:prstGeom prst="rect">
            <a:avLst/>
          </a:prstGeo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4528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F17AB4-9E08-0A74-D302-44EB1D55B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634288" cy="1868488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102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CEAE-269F-9001-82E1-E63AB481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634288" cy="1868487"/>
          </a:xfrm>
          <a:prstGeom prst="rect">
            <a:avLst/>
          </a:prstGeo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40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CEAE-269F-9001-82E1-E63AB481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235825" cy="1868487"/>
          </a:xfrm>
          <a:prstGeom prst="rect">
            <a:avLst/>
          </a:prstGeo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68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5412D7-A614-E163-F131-6847698E7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44601"/>
            <a:ext cx="10888663" cy="436721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FD99A5-A6E1-0514-02DB-84C6BD187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3114676"/>
            <a:ext cx="2749550" cy="623888"/>
          </a:xfrm>
          <a:prstGeom prst="rect">
            <a:avLst/>
          </a:prstGeom>
        </p:spPr>
        <p:txBody>
          <a:bodyPr anchor="ctr" anchorCtr="0"/>
          <a:lstStyle>
            <a:lvl1pPr>
              <a:defRPr/>
            </a:lvl1pPr>
          </a:lstStyle>
          <a:p>
            <a:r>
              <a:rPr lang="en-US" dirty="0"/>
              <a:t>Thank you</a:t>
            </a:r>
          </a:p>
        </p:txBody>
      </p:sp>
      <p:pic>
        <p:nvPicPr>
          <p:cNvPr id="18" name="Picture 7" descr="Cisco logo">
            <a:extLst>
              <a:ext uri="{FF2B5EF4-FFF2-40B4-BE49-F238E27FC236}">
                <a16:creationId xmlns:a16="http://schemas.microsoft.com/office/drawing/2014/main" id="{56775E76-582E-6CCC-1676-4F670B0BFC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80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FD99A5-A6E1-0514-02DB-84C6BD187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3114676"/>
            <a:ext cx="2749550" cy="623888"/>
          </a:xfrm>
          <a:prstGeom prst="rect">
            <a:avLst/>
          </a:prstGeom>
        </p:spPr>
        <p:txBody>
          <a:bodyPr anchor="ctr" anchorCtr="0"/>
          <a:lstStyle>
            <a:lvl1pPr>
              <a:defRPr/>
            </a:lvl1pPr>
          </a:lstStyle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01774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aphic 2" descr="Cisco logo">
            <a:extLst>
              <a:ext uri="{FF2B5EF4-FFF2-40B4-BE49-F238E27FC236}">
                <a16:creationId xmlns:a16="http://schemas.microsoft.com/office/drawing/2014/main" id="{9A32CA38-C4CF-D4BC-78F1-F151F8F9799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87122" y="2978332"/>
            <a:ext cx="1217756" cy="640080"/>
            <a:chOff x="7202835" y="2919593"/>
            <a:chExt cx="1014444" cy="533215"/>
          </a:xfrm>
          <a:solidFill>
            <a:schemeClr val="bg1"/>
          </a:solidFill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0848F511-CD0C-4E21-1411-CA7D0F6E3A43}"/>
                </a:ext>
              </a:extLst>
            </p:cNvPr>
            <p:cNvSpPr/>
            <p:nvPr/>
          </p:nvSpPr>
          <p:spPr>
            <a:xfrm>
              <a:off x="7489875" y="3273956"/>
              <a:ext cx="44467" cy="175170"/>
            </a:xfrm>
            <a:custGeom>
              <a:avLst/>
              <a:gdLst>
                <a:gd name="connsiteX0" fmla="*/ 0 w 44467"/>
                <a:gd name="connsiteY0" fmla="*/ 0 h 175170"/>
                <a:gd name="connsiteX1" fmla="*/ 44467 w 44467"/>
                <a:gd name="connsiteY1" fmla="*/ 0 h 175170"/>
                <a:gd name="connsiteX2" fmla="*/ 44467 w 44467"/>
                <a:gd name="connsiteY2" fmla="*/ 175170 h 175170"/>
                <a:gd name="connsiteX3" fmla="*/ 0 w 44467"/>
                <a:gd name="connsiteY3" fmla="*/ 175170 h 17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467" h="175170">
                  <a:moveTo>
                    <a:pt x="0" y="0"/>
                  </a:moveTo>
                  <a:lnTo>
                    <a:pt x="44467" y="0"/>
                  </a:lnTo>
                  <a:lnTo>
                    <a:pt x="44467" y="175170"/>
                  </a:lnTo>
                  <a:lnTo>
                    <a:pt x="0" y="175170"/>
                  </a:lnTo>
                  <a:close/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5" name="Freeform 25">
              <a:extLst>
                <a:ext uri="{FF2B5EF4-FFF2-40B4-BE49-F238E27FC236}">
                  <a16:creationId xmlns:a16="http://schemas.microsoft.com/office/drawing/2014/main" id="{CE7BD058-D0FF-047D-F5E7-7A0A610E086D}"/>
                </a:ext>
              </a:extLst>
            </p:cNvPr>
            <p:cNvSpPr/>
            <p:nvPr/>
          </p:nvSpPr>
          <p:spPr>
            <a:xfrm>
              <a:off x="7758493" y="3270889"/>
              <a:ext cx="134399" cy="181394"/>
            </a:xfrm>
            <a:custGeom>
              <a:avLst/>
              <a:gdLst>
                <a:gd name="connsiteX0" fmla="*/ 0 w 134399"/>
                <a:gd name="connsiteY0" fmla="*/ 90652 h 181394"/>
                <a:gd name="connsiteX1" fmla="*/ 93835 w 134399"/>
                <a:gd name="connsiteY1" fmla="*/ 181394 h 181394"/>
                <a:gd name="connsiteX2" fmla="*/ 134400 w 134399"/>
                <a:gd name="connsiteY2" fmla="*/ 175170 h 181394"/>
                <a:gd name="connsiteX3" fmla="*/ 134400 w 134399"/>
                <a:gd name="connsiteY3" fmla="*/ 128176 h 181394"/>
                <a:gd name="connsiteX4" fmla="*/ 97011 w 134399"/>
                <a:gd name="connsiteY4" fmla="*/ 137196 h 181394"/>
                <a:gd name="connsiteX5" fmla="*/ 50003 w 134399"/>
                <a:gd name="connsiteY5" fmla="*/ 90472 h 181394"/>
                <a:gd name="connsiteX6" fmla="*/ 97011 w 134399"/>
                <a:gd name="connsiteY6" fmla="*/ 43747 h 181394"/>
                <a:gd name="connsiteX7" fmla="*/ 134400 w 134399"/>
                <a:gd name="connsiteY7" fmla="*/ 52768 h 181394"/>
                <a:gd name="connsiteX8" fmla="*/ 134400 w 134399"/>
                <a:gd name="connsiteY8" fmla="*/ 6314 h 181394"/>
                <a:gd name="connsiteX9" fmla="*/ 93835 w 134399"/>
                <a:gd name="connsiteY9" fmla="*/ 0 h 181394"/>
                <a:gd name="connsiteX10" fmla="*/ 0 w 134399"/>
                <a:gd name="connsiteY10" fmla="*/ 90652 h 18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399" h="181394">
                  <a:moveTo>
                    <a:pt x="0" y="90652"/>
                  </a:moveTo>
                  <a:cubicBezTo>
                    <a:pt x="0" y="147118"/>
                    <a:pt x="43832" y="181394"/>
                    <a:pt x="93835" y="181394"/>
                  </a:cubicBezTo>
                  <a:cubicBezTo>
                    <a:pt x="107583" y="181261"/>
                    <a:pt x="121250" y="179165"/>
                    <a:pt x="134400" y="175170"/>
                  </a:cubicBezTo>
                  <a:lnTo>
                    <a:pt x="134400" y="128176"/>
                  </a:lnTo>
                  <a:cubicBezTo>
                    <a:pt x="122893" y="134240"/>
                    <a:pt x="110034" y="137341"/>
                    <a:pt x="97011" y="137196"/>
                  </a:cubicBezTo>
                  <a:cubicBezTo>
                    <a:pt x="71048" y="137196"/>
                    <a:pt x="50003" y="116276"/>
                    <a:pt x="50003" y="90472"/>
                  </a:cubicBezTo>
                  <a:cubicBezTo>
                    <a:pt x="50003" y="64667"/>
                    <a:pt x="71048" y="43747"/>
                    <a:pt x="97011" y="43747"/>
                  </a:cubicBezTo>
                  <a:cubicBezTo>
                    <a:pt x="110034" y="43598"/>
                    <a:pt x="122893" y="46700"/>
                    <a:pt x="134400" y="52768"/>
                  </a:cubicBezTo>
                  <a:lnTo>
                    <a:pt x="134400" y="6314"/>
                  </a:lnTo>
                  <a:cubicBezTo>
                    <a:pt x="121287" y="2146"/>
                    <a:pt x="107602" y="15"/>
                    <a:pt x="93835" y="0"/>
                  </a:cubicBezTo>
                  <a:cubicBezTo>
                    <a:pt x="39385" y="0"/>
                    <a:pt x="0" y="38335"/>
                    <a:pt x="0" y="9065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6" name="Freeform 26">
              <a:extLst>
                <a:ext uri="{FF2B5EF4-FFF2-40B4-BE49-F238E27FC236}">
                  <a16:creationId xmlns:a16="http://schemas.microsoft.com/office/drawing/2014/main" id="{83623A44-0F0F-1370-66F6-0846CAF90985}"/>
                </a:ext>
              </a:extLst>
            </p:cNvPr>
            <p:cNvSpPr/>
            <p:nvPr/>
          </p:nvSpPr>
          <p:spPr>
            <a:xfrm>
              <a:off x="7294401" y="3270889"/>
              <a:ext cx="134581" cy="181394"/>
            </a:xfrm>
            <a:custGeom>
              <a:avLst/>
              <a:gdLst>
                <a:gd name="connsiteX0" fmla="*/ 0 w 134581"/>
                <a:gd name="connsiteY0" fmla="*/ 90652 h 181394"/>
                <a:gd name="connsiteX1" fmla="*/ 93926 w 134581"/>
                <a:gd name="connsiteY1" fmla="*/ 181394 h 181394"/>
                <a:gd name="connsiteX2" fmla="*/ 134581 w 134581"/>
                <a:gd name="connsiteY2" fmla="*/ 175170 h 181394"/>
                <a:gd name="connsiteX3" fmla="*/ 134581 w 134581"/>
                <a:gd name="connsiteY3" fmla="*/ 128176 h 181394"/>
                <a:gd name="connsiteX4" fmla="*/ 97193 w 134581"/>
                <a:gd name="connsiteY4" fmla="*/ 137196 h 181394"/>
                <a:gd name="connsiteX5" fmla="*/ 50184 w 134581"/>
                <a:gd name="connsiteY5" fmla="*/ 90472 h 181394"/>
                <a:gd name="connsiteX6" fmla="*/ 97193 w 134581"/>
                <a:gd name="connsiteY6" fmla="*/ 43747 h 181394"/>
                <a:gd name="connsiteX7" fmla="*/ 134581 w 134581"/>
                <a:gd name="connsiteY7" fmla="*/ 52768 h 181394"/>
                <a:gd name="connsiteX8" fmla="*/ 134581 w 134581"/>
                <a:gd name="connsiteY8" fmla="*/ 6314 h 181394"/>
                <a:gd name="connsiteX9" fmla="*/ 93926 w 134581"/>
                <a:gd name="connsiteY9" fmla="*/ 0 h 181394"/>
                <a:gd name="connsiteX10" fmla="*/ 181 w 134581"/>
                <a:gd name="connsiteY10" fmla="*/ 90652 h 18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581" h="181394">
                  <a:moveTo>
                    <a:pt x="0" y="90652"/>
                  </a:moveTo>
                  <a:cubicBezTo>
                    <a:pt x="0" y="147118"/>
                    <a:pt x="43832" y="181394"/>
                    <a:pt x="93926" y="181394"/>
                  </a:cubicBezTo>
                  <a:cubicBezTo>
                    <a:pt x="107708" y="181268"/>
                    <a:pt x="121400" y="179172"/>
                    <a:pt x="134581" y="175170"/>
                  </a:cubicBezTo>
                  <a:lnTo>
                    <a:pt x="134581" y="128176"/>
                  </a:lnTo>
                  <a:cubicBezTo>
                    <a:pt x="123065" y="134222"/>
                    <a:pt x="110216" y="137322"/>
                    <a:pt x="97193" y="137196"/>
                  </a:cubicBezTo>
                  <a:cubicBezTo>
                    <a:pt x="71231" y="137196"/>
                    <a:pt x="50184" y="116276"/>
                    <a:pt x="50184" y="90472"/>
                  </a:cubicBezTo>
                  <a:cubicBezTo>
                    <a:pt x="50184" y="64667"/>
                    <a:pt x="71231" y="43747"/>
                    <a:pt x="97193" y="43747"/>
                  </a:cubicBezTo>
                  <a:cubicBezTo>
                    <a:pt x="110217" y="43613"/>
                    <a:pt x="123068" y="46714"/>
                    <a:pt x="134581" y="52768"/>
                  </a:cubicBezTo>
                  <a:lnTo>
                    <a:pt x="134581" y="6314"/>
                  </a:lnTo>
                  <a:cubicBezTo>
                    <a:pt x="121434" y="2159"/>
                    <a:pt x="107722" y="30"/>
                    <a:pt x="93926" y="0"/>
                  </a:cubicBezTo>
                  <a:cubicBezTo>
                    <a:pt x="39476" y="0"/>
                    <a:pt x="181" y="38335"/>
                    <a:pt x="181" y="9065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7" name="Freeform 27">
              <a:extLst>
                <a:ext uri="{FF2B5EF4-FFF2-40B4-BE49-F238E27FC236}">
                  <a16:creationId xmlns:a16="http://schemas.microsoft.com/office/drawing/2014/main" id="{8ABAB402-379C-A6D8-AF39-B22717AC8652}"/>
                </a:ext>
              </a:extLst>
            </p:cNvPr>
            <p:cNvSpPr/>
            <p:nvPr/>
          </p:nvSpPr>
          <p:spPr>
            <a:xfrm>
              <a:off x="7943079" y="3270861"/>
              <a:ext cx="182591" cy="181947"/>
            </a:xfrm>
            <a:custGeom>
              <a:avLst/>
              <a:gdLst>
                <a:gd name="connsiteX0" fmla="*/ 89568 w 182591"/>
                <a:gd name="connsiteY0" fmla="*/ 137224 h 181947"/>
                <a:gd name="connsiteX1" fmla="*/ 42832 w 182591"/>
                <a:gd name="connsiteY1" fmla="*/ 91494 h 181947"/>
                <a:gd name="connsiteX2" fmla="*/ 88842 w 182591"/>
                <a:gd name="connsiteY2" fmla="*/ 45041 h 181947"/>
                <a:gd name="connsiteX3" fmla="*/ 135578 w 182591"/>
                <a:gd name="connsiteY3" fmla="*/ 90772 h 181947"/>
                <a:gd name="connsiteX4" fmla="*/ 135578 w 182591"/>
                <a:gd name="connsiteY4" fmla="*/ 91131 h 181947"/>
                <a:gd name="connsiteX5" fmla="*/ 91220 w 182591"/>
                <a:gd name="connsiteY5" fmla="*/ 137218 h 181947"/>
                <a:gd name="connsiteX6" fmla="*/ 89568 w 182591"/>
                <a:gd name="connsiteY6" fmla="*/ 137224 h 181947"/>
                <a:gd name="connsiteX7" fmla="*/ 89568 w 182591"/>
                <a:gd name="connsiteY7" fmla="*/ 479 h 181947"/>
                <a:gd name="connsiteX8" fmla="*/ 17 w 182591"/>
                <a:gd name="connsiteY8" fmla="*/ 92919 h 181947"/>
                <a:gd name="connsiteX9" fmla="*/ 93017 w 182591"/>
                <a:gd name="connsiteY9" fmla="*/ 181931 h 181947"/>
                <a:gd name="connsiteX10" fmla="*/ 182586 w 182591"/>
                <a:gd name="connsiteY10" fmla="*/ 91131 h 181947"/>
                <a:gd name="connsiteX11" fmla="*/ 92781 w 182591"/>
                <a:gd name="connsiteY11" fmla="*/ 5 h 181947"/>
                <a:gd name="connsiteX12" fmla="*/ 89568 w 182591"/>
                <a:gd name="connsiteY12" fmla="*/ 28 h 1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2591" h="181947">
                  <a:moveTo>
                    <a:pt x="89568" y="137224"/>
                  </a:moveTo>
                  <a:cubicBezTo>
                    <a:pt x="63959" y="137423"/>
                    <a:pt x="43032" y="116949"/>
                    <a:pt x="42832" y="91494"/>
                  </a:cubicBezTo>
                  <a:cubicBezTo>
                    <a:pt x="42633" y="66038"/>
                    <a:pt x="63233" y="45241"/>
                    <a:pt x="88842" y="45041"/>
                  </a:cubicBezTo>
                  <a:cubicBezTo>
                    <a:pt x="114452" y="44842"/>
                    <a:pt x="135378" y="65317"/>
                    <a:pt x="135578" y="90772"/>
                  </a:cubicBezTo>
                  <a:cubicBezTo>
                    <a:pt x="135578" y="90891"/>
                    <a:pt x="135578" y="91011"/>
                    <a:pt x="135578" y="91131"/>
                  </a:cubicBezTo>
                  <a:cubicBezTo>
                    <a:pt x="136132" y="116033"/>
                    <a:pt x="116267" y="136667"/>
                    <a:pt x="91220" y="137218"/>
                  </a:cubicBezTo>
                  <a:cubicBezTo>
                    <a:pt x="90666" y="137229"/>
                    <a:pt x="90122" y="137232"/>
                    <a:pt x="89568" y="137224"/>
                  </a:cubicBezTo>
                  <a:moveTo>
                    <a:pt x="89568" y="479"/>
                  </a:moveTo>
                  <a:cubicBezTo>
                    <a:pt x="39157" y="1425"/>
                    <a:pt x="-936" y="42812"/>
                    <a:pt x="17" y="92919"/>
                  </a:cubicBezTo>
                  <a:cubicBezTo>
                    <a:pt x="969" y="143026"/>
                    <a:pt x="42605" y="182877"/>
                    <a:pt x="93017" y="181931"/>
                  </a:cubicBezTo>
                  <a:cubicBezTo>
                    <a:pt x="142784" y="180997"/>
                    <a:pt x="182623" y="140607"/>
                    <a:pt x="182586" y="91131"/>
                  </a:cubicBezTo>
                  <a:cubicBezTo>
                    <a:pt x="183104" y="41317"/>
                    <a:pt x="142893" y="519"/>
                    <a:pt x="92781" y="5"/>
                  </a:cubicBezTo>
                  <a:cubicBezTo>
                    <a:pt x="91710" y="-6"/>
                    <a:pt x="90639" y="1"/>
                    <a:pt x="89568" y="28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8" name="Freeform 28">
              <a:extLst>
                <a:ext uri="{FF2B5EF4-FFF2-40B4-BE49-F238E27FC236}">
                  <a16:creationId xmlns:a16="http://schemas.microsoft.com/office/drawing/2014/main" id="{A0F49F63-D861-23D0-7A32-6898EA38AA9E}"/>
                </a:ext>
              </a:extLst>
            </p:cNvPr>
            <p:cNvSpPr/>
            <p:nvPr/>
          </p:nvSpPr>
          <p:spPr>
            <a:xfrm>
              <a:off x="7593692" y="3270799"/>
              <a:ext cx="121059" cy="181484"/>
            </a:xfrm>
            <a:custGeom>
              <a:avLst/>
              <a:gdLst>
                <a:gd name="connsiteX0" fmla="*/ 79678 w 121059"/>
                <a:gd name="connsiteY0" fmla="*/ 72612 h 181484"/>
                <a:gd name="connsiteX1" fmla="*/ 67427 w 121059"/>
                <a:gd name="connsiteY1" fmla="*/ 68733 h 181484"/>
                <a:gd name="connsiteX2" fmla="*/ 47099 w 121059"/>
                <a:gd name="connsiteY2" fmla="*/ 52046 h 181484"/>
                <a:gd name="connsiteX3" fmla="*/ 74324 w 121059"/>
                <a:gd name="connsiteY3" fmla="*/ 37614 h 181484"/>
                <a:gd name="connsiteX4" fmla="*/ 109081 w 121059"/>
                <a:gd name="connsiteY4" fmla="*/ 43026 h 181484"/>
                <a:gd name="connsiteX5" fmla="*/ 109081 w 121059"/>
                <a:gd name="connsiteY5" fmla="*/ 5592 h 181484"/>
                <a:gd name="connsiteX6" fmla="*/ 65703 w 121059"/>
                <a:gd name="connsiteY6" fmla="*/ 0 h 181484"/>
                <a:gd name="connsiteX7" fmla="*/ 0 w 121059"/>
                <a:gd name="connsiteY7" fmla="*/ 54752 h 181484"/>
                <a:gd name="connsiteX8" fmla="*/ 45375 w 121059"/>
                <a:gd name="connsiteY8" fmla="*/ 105986 h 181484"/>
                <a:gd name="connsiteX9" fmla="*/ 54994 w 121059"/>
                <a:gd name="connsiteY9" fmla="*/ 109143 h 181484"/>
                <a:gd name="connsiteX10" fmla="*/ 74778 w 121059"/>
                <a:gd name="connsiteY10" fmla="*/ 126462 h 181484"/>
                <a:gd name="connsiteX11" fmla="*/ 42471 w 121059"/>
                <a:gd name="connsiteY11" fmla="*/ 142878 h 181484"/>
                <a:gd name="connsiteX12" fmla="*/ 454 w 121059"/>
                <a:gd name="connsiteY12" fmla="*/ 136384 h 181484"/>
                <a:gd name="connsiteX13" fmla="*/ 454 w 121059"/>
                <a:gd name="connsiteY13" fmla="*/ 176704 h 181484"/>
                <a:gd name="connsiteX14" fmla="*/ 48460 w 121059"/>
                <a:gd name="connsiteY14" fmla="*/ 181484 h 181484"/>
                <a:gd name="connsiteX15" fmla="*/ 121060 w 121059"/>
                <a:gd name="connsiteY15" fmla="*/ 122673 h 181484"/>
                <a:gd name="connsiteX16" fmla="*/ 79043 w 121059"/>
                <a:gd name="connsiteY16" fmla="*/ 72612 h 181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059" h="181484">
                  <a:moveTo>
                    <a:pt x="79678" y="72612"/>
                  </a:moveTo>
                  <a:lnTo>
                    <a:pt x="67427" y="68733"/>
                  </a:lnTo>
                  <a:cubicBezTo>
                    <a:pt x="60167" y="66388"/>
                    <a:pt x="47099" y="62690"/>
                    <a:pt x="47099" y="52046"/>
                  </a:cubicBezTo>
                  <a:cubicBezTo>
                    <a:pt x="47099" y="43567"/>
                    <a:pt x="56718" y="37614"/>
                    <a:pt x="74324" y="37614"/>
                  </a:cubicBezTo>
                  <a:cubicBezTo>
                    <a:pt x="86085" y="38079"/>
                    <a:pt x="97746" y="39896"/>
                    <a:pt x="109081" y="43026"/>
                  </a:cubicBezTo>
                  <a:lnTo>
                    <a:pt x="109081" y="5592"/>
                  </a:lnTo>
                  <a:cubicBezTo>
                    <a:pt x="94888" y="2071"/>
                    <a:pt x="80331" y="194"/>
                    <a:pt x="65703" y="0"/>
                  </a:cubicBezTo>
                  <a:cubicBezTo>
                    <a:pt x="24684" y="0"/>
                    <a:pt x="0" y="22009"/>
                    <a:pt x="0" y="54752"/>
                  </a:cubicBezTo>
                  <a:cubicBezTo>
                    <a:pt x="0" y="83797"/>
                    <a:pt x="20691" y="98229"/>
                    <a:pt x="45375" y="105986"/>
                  </a:cubicBezTo>
                  <a:cubicBezTo>
                    <a:pt x="48188" y="106888"/>
                    <a:pt x="52272" y="108151"/>
                    <a:pt x="54994" y="109143"/>
                  </a:cubicBezTo>
                  <a:cubicBezTo>
                    <a:pt x="65975" y="112571"/>
                    <a:pt x="74778" y="117622"/>
                    <a:pt x="74778" y="126462"/>
                  </a:cubicBezTo>
                  <a:cubicBezTo>
                    <a:pt x="74778" y="135301"/>
                    <a:pt x="64614" y="142878"/>
                    <a:pt x="42471" y="142878"/>
                  </a:cubicBezTo>
                  <a:cubicBezTo>
                    <a:pt x="28250" y="142457"/>
                    <a:pt x="14130" y="140275"/>
                    <a:pt x="454" y="136384"/>
                  </a:cubicBezTo>
                  <a:lnTo>
                    <a:pt x="454" y="176704"/>
                  </a:lnTo>
                  <a:cubicBezTo>
                    <a:pt x="16281" y="179724"/>
                    <a:pt x="32343" y="181324"/>
                    <a:pt x="48460" y="181484"/>
                  </a:cubicBezTo>
                  <a:cubicBezTo>
                    <a:pt x="82491" y="181484"/>
                    <a:pt x="121060" y="166691"/>
                    <a:pt x="121060" y="122673"/>
                  </a:cubicBezTo>
                  <a:cubicBezTo>
                    <a:pt x="121060" y="101296"/>
                    <a:pt x="107901" y="81632"/>
                    <a:pt x="79043" y="7261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9" name="Freeform 29">
              <a:extLst>
                <a:ext uri="{FF2B5EF4-FFF2-40B4-BE49-F238E27FC236}">
                  <a16:creationId xmlns:a16="http://schemas.microsoft.com/office/drawing/2014/main" id="{62CA1BBC-594E-0B3B-ACB5-5180E647EB68}"/>
                </a:ext>
              </a:extLst>
            </p:cNvPr>
            <p:cNvSpPr/>
            <p:nvPr/>
          </p:nvSpPr>
          <p:spPr>
            <a:xfrm>
              <a:off x="7202835" y="3063878"/>
              <a:ext cx="44194" cy="88432"/>
            </a:xfrm>
            <a:custGeom>
              <a:avLst/>
              <a:gdLst>
                <a:gd name="connsiteX0" fmla="*/ 22143 w 44194"/>
                <a:gd name="connsiteY0" fmla="*/ 0 h 88432"/>
                <a:gd name="connsiteX1" fmla="*/ 0 w 44194"/>
                <a:gd name="connsiteY1" fmla="*/ 21919 h 88432"/>
                <a:gd name="connsiteX2" fmla="*/ 0 w 44194"/>
                <a:gd name="connsiteY2" fmla="*/ 67831 h 88432"/>
                <a:gd name="connsiteX3" fmla="*/ 23514 w 44194"/>
                <a:gd name="connsiteY3" fmla="*/ 88387 h 88432"/>
                <a:gd name="connsiteX4" fmla="*/ 44195 w 44194"/>
                <a:gd name="connsiteY4" fmla="*/ 67831 h 88432"/>
                <a:gd name="connsiteX5" fmla="*/ 44195 w 44194"/>
                <a:gd name="connsiteY5" fmla="*/ 21919 h 88432"/>
                <a:gd name="connsiteX6" fmla="*/ 22143 w 44194"/>
                <a:gd name="connsiteY6" fmla="*/ 0 h 8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94" h="88432">
                  <a:moveTo>
                    <a:pt x="22143" y="0"/>
                  </a:moveTo>
                  <a:cubicBezTo>
                    <a:pt x="9949" y="0"/>
                    <a:pt x="50" y="9799"/>
                    <a:pt x="0" y="21919"/>
                  </a:cubicBezTo>
                  <a:lnTo>
                    <a:pt x="0" y="67831"/>
                  </a:lnTo>
                  <a:cubicBezTo>
                    <a:pt x="782" y="79961"/>
                    <a:pt x="11310" y="89165"/>
                    <a:pt x="23514" y="88387"/>
                  </a:cubicBezTo>
                  <a:cubicBezTo>
                    <a:pt x="34627" y="87679"/>
                    <a:pt x="43483" y="78877"/>
                    <a:pt x="44195" y="67831"/>
                  </a:cubicBezTo>
                  <a:lnTo>
                    <a:pt x="44195" y="21919"/>
                  </a:lnTo>
                  <a:cubicBezTo>
                    <a:pt x="44195" y="9813"/>
                    <a:pt x="34321" y="0"/>
                    <a:pt x="22143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0" name="Freeform 30">
              <a:extLst>
                <a:ext uri="{FF2B5EF4-FFF2-40B4-BE49-F238E27FC236}">
                  <a16:creationId xmlns:a16="http://schemas.microsoft.com/office/drawing/2014/main" id="{51B57147-07A3-179D-3B44-669E31BA0779}"/>
                </a:ext>
              </a:extLst>
            </p:cNvPr>
            <p:cNvSpPr/>
            <p:nvPr/>
          </p:nvSpPr>
          <p:spPr>
            <a:xfrm>
              <a:off x="7324348" y="3003533"/>
              <a:ext cx="44104" cy="150094"/>
            </a:xfrm>
            <a:custGeom>
              <a:avLst/>
              <a:gdLst>
                <a:gd name="connsiteX0" fmla="*/ 22052 w 44104"/>
                <a:gd name="connsiteY0" fmla="*/ 150094 h 150094"/>
                <a:gd name="connsiteX1" fmla="*/ 44104 w 44104"/>
                <a:gd name="connsiteY1" fmla="*/ 128176 h 150094"/>
                <a:gd name="connsiteX2" fmla="*/ 44104 w 44104"/>
                <a:gd name="connsiteY2" fmla="*/ 21919 h 150094"/>
                <a:gd name="connsiteX3" fmla="*/ 22052 w 44104"/>
                <a:gd name="connsiteY3" fmla="*/ 0 h 150094"/>
                <a:gd name="connsiteX4" fmla="*/ 0 w 44104"/>
                <a:gd name="connsiteY4" fmla="*/ 21919 h 150094"/>
                <a:gd name="connsiteX5" fmla="*/ 0 w 44104"/>
                <a:gd name="connsiteY5" fmla="*/ 128176 h 150094"/>
                <a:gd name="connsiteX6" fmla="*/ 22052 w 44104"/>
                <a:gd name="connsiteY6" fmla="*/ 150094 h 15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150094">
                  <a:moveTo>
                    <a:pt x="22052" y="150094"/>
                  </a:moveTo>
                  <a:cubicBezTo>
                    <a:pt x="34231" y="150094"/>
                    <a:pt x="44104" y="140281"/>
                    <a:pt x="44104" y="128176"/>
                  </a:cubicBez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  <a:cubicBezTo>
                    <a:pt x="9873" y="0"/>
                    <a:pt x="0" y="9813"/>
                    <a:pt x="0" y="21919"/>
                  </a:cubicBezTo>
                  <a:lnTo>
                    <a:pt x="0" y="128176"/>
                  </a:lnTo>
                  <a:cubicBezTo>
                    <a:pt x="0" y="140281"/>
                    <a:pt x="9873" y="150094"/>
                    <a:pt x="22052" y="150094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1" name="Freeform 31">
              <a:extLst>
                <a:ext uri="{FF2B5EF4-FFF2-40B4-BE49-F238E27FC236}">
                  <a16:creationId xmlns:a16="http://schemas.microsoft.com/office/drawing/2014/main" id="{D2F4977B-6C3A-1749-28D3-74067758D800}"/>
                </a:ext>
              </a:extLst>
            </p:cNvPr>
            <p:cNvSpPr/>
            <p:nvPr/>
          </p:nvSpPr>
          <p:spPr>
            <a:xfrm>
              <a:off x="7445589" y="2921000"/>
              <a:ext cx="44104" cy="276375"/>
            </a:xfrm>
            <a:custGeom>
              <a:avLst/>
              <a:gdLst>
                <a:gd name="connsiteX0" fmla="*/ 22052 w 44104"/>
                <a:gd name="connsiteY0" fmla="*/ 0 h 276375"/>
                <a:gd name="connsiteX1" fmla="*/ 0 w 44104"/>
                <a:gd name="connsiteY1" fmla="*/ 21919 h 276375"/>
                <a:gd name="connsiteX2" fmla="*/ 0 w 44104"/>
                <a:gd name="connsiteY2" fmla="*/ 254457 h 276375"/>
                <a:gd name="connsiteX3" fmla="*/ 22052 w 44104"/>
                <a:gd name="connsiteY3" fmla="*/ 276376 h 276375"/>
                <a:gd name="connsiteX4" fmla="*/ 44104 w 44104"/>
                <a:gd name="connsiteY4" fmla="*/ 254457 h 276375"/>
                <a:gd name="connsiteX5" fmla="*/ 44104 w 44104"/>
                <a:gd name="connsiteY5" fmla="*/ 21919 h 276375"/>
                <a:gd name="connsiteX6" fmla="*/ 22052 w 44104"/>
                <a:gd name="connsiteY6" fmla="*/ 0 h 27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276375">
                  <a:moveTo>
                    <a:pt x="22052" y="0"/>
                  </a:moveTo>
                  <a:cubicBezTo>
                    <a:pt x="9873" y="0"/>
                    <a:pt x="0" y="9813"/>
                    <a:pt x="0" y="21919"/>
                  </a:cubicBezTo>
                  <a:lnTo>
                    <a:pt x="0" y="254457"/>
                  </a:lnTo>
                  <a:cubicBezTo>
                    <a:pt x="0" y="266563"/>
                    <a:pt x="9873" y="276376"/>
                    <a:pt x="22052" y="276376"/>
                  </a:cubicBezTo>
                  <a:cubicBezTo>
                    <a:pt x="34231" y="276376"/>
                    <a:pt x="44104" y="266563"/>
                    <a:pt x="44104" y="254457"/>
                  </a:cubicBez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2" name="Freeform 32">
              <a:extLst>
                <a:ext uri="{FF2B5EF4-FFF2-40B4-BE49-F238E27FC236}">
                  <a16:creationId xmlns:a16="http://schemas.microsoft.com/office/drawing/2014/main" id="{7539BE40-6861-0AFB-E72A-25B2630122C7}"/>
                </a:ext>
              </a:extLst>
            </p:cNvPr>
            <p:cNvSpPr/>
            <p:nvPr/>
          </p:nvSpPr>
          <p:spPr>
            <a:xfrm>
              <a:off x="7566921" y="3003533"/>
              <a:ext cx="44104" cy="150094"/>
            </a:xfrm>
            <a:custGeom>
              <a:avLst/>
              <a:gdLst>
                <a:gd name="connsiteX0" fmla="*/ 44104 w 44104"/>
                <a:gd name="connsiteY0" fmla="*/ 128176 h 150094"/>
                <a:gd name="connsiteX1" fmla="*/ 44104 w 44104"/>
                <a:gd name="connsiteY1" fmla="*/ 21919 h 150094"/>
                <a:gd name="connsiteX2" fmla="*/ 22052 w 44104"/>
                <a:gd name="connsiteY2" fmla="*/ 0 h 150094"/>
                <a:gd name="connsiteX3" fmla="*/ 0 w 44104"/>
                <a:gd name="connsiteY3" fmla="*/ 21919 h 150094"/>
                <a:gd name="connsiteX4" fmla="*/ 0 w 44104"/>
                <a:gd name="connsiteY4" fmla="*/ 128176 h 150094"/>
                <a:gd name="connsiteX5" fmla="*/ 22052 w 44104"/>
                <a:gd name="connsiteY5" fmla="*/ 150094 h 150094"/>
                <a:gd name="connsiteX6" fmla="*/ 44104 w 44104"/>
                <a:gd name="connsiteY6" fmla="*/ 128176 h 15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150094">
                  <a:moveTo>
                    <a:pt x="44104" y="128176"/>
                  </a:move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  <a:cubicBezTo>
                    <a:pt x="9874" y="0"/>
                    <a:pt x="0" y="9813"/>
                    <a:pt x="0" y="21919"/>
                  </a:cubicBezTo>
                  <a:lnTo>
                    <a:pt x="0" y="128176"/>
                  </a:lnTo>
                  <a:cubicBezTo>
                    <a:pt x="0" y="140281"/>
                    <a:pt x="9874" y="150094"/>
                    <a:pt x="22052" y="150094"/>
                  </a:cubicBezTo>
                  <a:cubicBezTo>
                    <a:pt x="34231" y="150094"/>
                    <a:pt x="44104" y="140281"/>
                    <a:pt x="44104" y="128176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3" name="Freeform 33">
              <a:extLst>
                <a:ext uri="{FF2B5EF4-FFF2-40B4-BE49-F238E27FC236}">
                  <a16:creationId xmlns:a16="http://schemas.microsoft.com/office/drawing/2014/main" id="{8726BE87-6F3D-1887-CD70-E89DF7FE7BFC}"/>
                </a:ext>
              </a:extLst>
            </p:cNvPr>
            <p:cNvSpPr/>
            <p:nvPr/>
          </p:nvSpPr>
          <p:spPr>
            <a:xfrm>
              <a:off x="7687800" y="3063876"/>
              <a:ext cx="44104" cy="89751"/>
            </a:xfrm>
            <a:custGeom>
              <a:avLst/>
              <a:gdLst>
                <a:gd name="connsiteX0" fmla="*/ 22415 w 44104"/>
                <a:gd name="connsiteY0" fmla="*/ 2 h 89751"/>
                <a:gd name="connsiteX1" fmla="*/ 0 w 44104"/>
                <a:gd name="connsiteY1" fmla="*/ 21738 h 89751"/>
                <a:gd name="connsiteX2" fmla="*/ 0 w 44104"/>
                <a:gd name="connsiteY2" fmla="*/ 21921 h 89751"/>
                <a:gd name="connsiteX3" fmla="*/ 0 w 44104"/>
                <a:gd name="connsiteY3" fmla="*/ 67833 h 89751"/>
                <a:gd name="connsiteX4" fmla="*/ 22052 w 44104"/>
                <a:gd name="connsiteY4" fmla="*/ 89752 h 89751"/>
                <a:gd name="connsiteX5" fmla="*/ 44104 w 44104"/>
                <a:gd name="connsiteY5" fmla="*/ 67833 h 89751"/>
                <a:gd name="connsiteX6" fmla="*/ 44104 w 44104"/>
                <a:gd name="connsiteY6" fmla="*/ 21921 h 89751"/>
                <a:gd name="connsiteX7" fmla="*/ 22143 w 44104"/>
                <a:gd name="connsiteY7" fmla="*/ 2 h 8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04" h="89751">
                  <a:moveTo>
                    <a:pt x="22415" y="2"/>
                  </a:moveTo>
                  <a:cubicBezTo>
                    <a:pt x="10191" y="-148"/>
                    <a:pt x="154" y="9584"/>
                    <a:pt x="0" y="21738"/>
                  </a:cubicBezTo>
                  <a:cubicBezTo>
                    <a:pt x="0" y="21799"/>
                    <a:pt x="0" y="21860"/>
                    <a:pt x="0" y="21921"/>
                  </a:cubicBezTo>
                  <a:lnTo>
                    <a:pt x="0" y="67833"/>
                  </a:lnTo>
                  <a:cubicBezTo>
                    <a:pt x="0" y="79939"/>
                    <a:pt x="9874" y="89752"/>
                    <a:pt x="22052" y="89752"/>
                  </a:cubicBezTo>
                  <a:cubicBezTo>
                    <a:pt x="34231" y="89752"/>
                    <a:pt x="44104" y="79939"/>
                    <a:pt x="44104" y="67833"/>
                  </a:cubicBezTo>
                  <a:lnTo>
                    <a:pt x="44104" y="21921"/>
                  </a:lnTo>
                  <a:cubicBezTo>
                    <a:pt x="44104" y="9850"/>
                    <a:pt x="34285" y="51"/>
                    <a:pt x="22143" y="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4" name="Freeform 34">
              <a:extLst>
                <a:ext uri="{FF2B5EF4-FFF2-40B4-BE49-F238E27FC236}">
                  <a16:creationId xmlns:a16="http://schemas.microsoft.com/office/drawing/2014/main" id="{EB3564BA-B2F9-645B-AD4D-30EC3199A221}"/>
                </a:ext>
              </a:extLst>
            </p:cNvPr>
            <p:cNvSpPr/>
            <p:nvPr/>
          </p:nvSpPr>
          <p:spPr>
            <a:xfrm>
              <a:off x="7809447" y="3002127"/>
              <a:ext cx="44107" cy="151500"/>
            </a:xfrm>
            <a:custGeom>
              <a:avLst/>
              <a:gdLst>
                <a:gd name="connsiteX0" fmla="*/ 22009 w 44107"/>
                <a:gd name="connsiteY0" fmla="*/ 151500 h 151500"/>
                <a:gd name="connsiteX1" fmla="*/ 44061 w 44107"/>
                <a:gd name="connsiteY1" fmla="*/ 129582 h 151500"/>
                <a:gd name="connsiteX2" fmla="*/ 44061 w 44107"/>
                <a:gd name="connsiteY2" fmla="*/ 23325 h 151500"/>
                <a:gd name="connsiteX3" fmla="*/ 23470 w 44107"/>
                <a:gd name="connsiteY3" fmla="*/ 46 h 151500"/>
                <a:gd name="connsiteX4" fmla="*/ 48 w 44107"/>
                <a:gd name="connsiteY4" fmla="*/ 20514 h 151500"/>
                <a:gd name="connsiteX5" fmla="*/ 48 w 44107"/>
                <a:gd name="connsiteY5" fmla="*/ 23325 h 151500"/>
                <a:gd name="connsiteX6" fmla="*/ 48 w 44107"/>
                <a:gd name="connsiteY6" fmla="*/ 129582 h 151500"/>
                <a:gd name="connsiteX7" fmla="*/ 21918 w 44107"/>
                <a:gd name="connsiteY7" fmla="*/ 151500 h 151500"/>
                <a:gd name="connsiteX8" fmla="*/ 22009 w 44107"/>
                <a:gd name="connsiteY8" fmla="*/ 151500 h 15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7" h="151500">
                  <a:moveTo>
                    <a:pt x="22009" y="151500"/>
                  </a:moveTo>
                  <a:cubicBezTo>
                    <a:pt x="34188" y="151500"/>
                    <a:pt x="44061" y="141688"/>
                    <a:pt x="44061" y="129582"/>
                  </a:cubicBezTo>
                  <a:lnTo>
                    <a:pt x="44061" y="23325"/>
                  </a:lnTo>
                  <a:cubicBezTo>
                    <a:pt x="44841" y="11244"/>
                    <a:pt x="35621" y="822"/>
                    <a:pt x="23470" y="46"/>
                  </a:cubicBezTo>
                  <a:cubicBezTo>
                    <a:pt x="11319" y="-730"/>
                    <a:pt x="828" y="8434"/>
                    <a:pt x="48" y="20514"/>
                  </a:cubicBezTo>
                  <a:cubicBezTo>
                    <a:pt x="-16" y="21451"/>
                    <a:pt x="-16" y="22389"/>
                    <a:pt x="48" y="23325"/>
                  </a:cubicBezTo>
                  <a:lnTo>
                    <a:pt x="48" y="129582"/>
                  </a:lnTo>
                  <a:cubicBezTo>
                    <a:pt x="-7" y="141637"/>
                    <a:pt x="9785" y="151451"/>
                    <a:pt x="21918" y="151500"/>
                  </a:cubicBezTo>
                  <a:cubicBezTo>
                    <a:pt x="21945" y="151500"/>
                    <a:pt x="21982" y="151500"/>
                    <a:pt x="22009" y="15150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5" name="Freeform 35">
              <a:extLst>
                <a:ext uri="{FF2B5EF4-FFF2-40B4-BE49-F238E27FC236}">
                  <a16:creationId xmlns:a16="http://schemas.microsoft.com/office/drawing/2014/main" id="{0B4EEF7D-1D1F-7611-2AD6-3168E2EE165C}"/>
                </a:ext>
              </a:extLst>
            </p:cNvPr>
            <p:cNvSpPr/>
            <p:nvPr/>
          </p:nvSpPr>
          <p:spPr>
            <a:xfrm>
              <a:off x="7930779" y="2919593"/>
              <a:ext cx="44108" cy="279187"/>
            </a:xfrm>
            <a:custGeom>
              <a:avLst/>
              <a:gdLst>
                <a:gd name="connsiteX0" fmla="*/ 44061 w 44108"/>
                <a:gd name="connsiteY0" fmla="*/ 255863 h 279187"/>
                <a:gd name="connsiteX1" fmla="*/ 44061 w 44108"/>
                <a:gd name="connsiteY1" fmla="*/ 23325 h 279187"/>
                <a:gd name="connsiteX2" fmla="*/ 23470 w 44108"/>
                <a:gd name="connsiteY2" fmla="*/ 46 h 279187"/>
                <a:gd name="connsiteX3" fmla="*/ 48 w 44108"/>
                <a:gd name="connsiteY3" fmla="*/ 20514 h 279187"/>
                <a:gd name="connsiteX4" fmla="*/ 48 w 44108"/>
                <a:gd name="connsiteY4" fmla="*/ 23325 h 279187"/>
                <a:gd name="connsiteX5" fmla="*/ 48 w 44108"/>
                <a:gd name="connsiteY5" fmla="*/ 255863 h 279187"/>
                <a:gd name="connsiteX6" fmla="*/ 20639 w 44108"/>
                <a:gd name="connsiteY6" fmla="*/ 279142 h 279187"/>
                <a:gd name="connsiteX7" fmla="*/ 44061 w 44108"/>
                <a:gd name="connsiteY7" fmla="*/ 258674 h 279187"/>
                <a:gd name="connsiteX8" fmla="*/ 44061 w 44108"/>
                <a:gd name="connsiteY8" fmla="*/ 255863 h 27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8" h="279187">
                  <a:moveTo>
                    <a:pt x="44061" y="255863"/>
                  </a:moveTo>
                  <a:lnTo>
                    <a:pt x="44061" y="23325"/>
                  </a:lnTo>
                  <a:cubicBezTo>
                    <a:pt x="44842" y="11244"/>
                    <a:pt x="35621" y="822"/>
                    <a:pt x="23470" y="46"/>
                  </a:cubicBezTo>
                  <a:cubicBezTo>
                    <a:pt x="11319" y="-730"/>
                    <a:pt x="828" y="8434"/>
                    <a:pt x="48" y="20514"/>
                  </a:cubicBezTo>
                  <a:cubicBezTo>
                    <a:pt x="-16" y="21450"/>
                    <a:pt x="-16" y="22389"/>
                    <a:pt x="48" y="23325"/>
                  </a:cubicBezTo>
                  <a:lnTo>
                    <a:pt x="48" y="255863"/>
                  </a:lnTo>
                  <a:cubicBezTo>
                    <a:pt x="-733" y="267944"/>
                    <a:pt x="8487" y="278366"/>
                    <a:pt x="20639" y="279142"/>
                  </a:cubicBezTo>
                  <a:cubicBezTo>
                    <a:pt x="32790" y="279919"/>
                    <a:pt x="43281" y="270754"/>
                    <a:pt x="44061" y="258674"/>
                  </a:cubicBezTo>
                  <a:cubicBezTo>
                    <a:pt x="44125" y="257737"/>
                    <a:pt x="44125" y="256799"/>
                    <a:pt x="44061" y="255863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6" name="Freeform 36">
              <a:extLst>
                <a:ext uri="{FF2B5EF4-FFF2-40B4-BE49-F238E27FC236}">
                  <a16:creationId xmlns:a16="http://schemas.microsoft.com/office/drawing/2014/main" id="{9A55B643-50C9-ECA1-F047-7AF4A01DADB7}"/>
                </a:ext>
              </a:extLst>
            </p:cNvPr>
            <p:cNvSpPr/>
            <p:nvPr/>
          </p:nvSpPr>
          <p:spPr>
            <a:xfrm>
              <a:off x="8051886" y="3003443"/>
              <a:ext cx="44285" cy="150187"/>
            </a:xfrm>
            <a:custGeom>
              <a:avLst/>
              <a:gdLst>
                <a:gd name="connsiteX0" fmla="*/ 21961 w 44285"/>
                <a:gd name="connsiteY0" fmla="*/ 150185 h 150187"/>
                <a:gd name="connsiteX1" fmla="*/ 44286 w 44285"/>
                <a:gd name="connsiteY1" fmla="*/ 128720 h 150187"/>
                <a:gd name="connsiteX2" fmla="*/ 44286 w 44285"/>
                <a:gd name="connsiteY2" fmla="*/ 128266 h 150187"/>
                <a:gd name="connsiteX3" fmla="*/ 44286 w 44285"/>
                <a:gd name="connsiteY3" fmla="*/ 22009 h 150187"/>
                <a:gd name="connsiteX4" fmla="*/ 22143 w 44285"/>
                <a:gd name="connsiteY4" fmla="*/ 0 h 150187"/>
                <a:gd name="connsiteX5" fmla="*/ 0 w 44285"/>
                <a:gd name="connsiteY5" fmla="*/ 22009 h 150187"/>
                <a:gd name="connsiteX6" fmla="*/ 0 w 44285"/>
                <a:gd name="connsiteY6" fmla="*/ 128266 h 150187"/>
                <a:gd name="connsiteX7" fmla="*/ 22052 w 44285"/>
                <a:gd name="connsiteY7" fmla="*/ 150185 h 15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285" h="150187">
                  <a:moveTo>
                    <a:pt x="21961" y="150185"/>
                  </a:moveTo>
                  <a:cubicBezTo>
                    <a:pt x="34086" y="150384"/>
                    <a:pt x="44086" y="140774"/>
                    <a:pt x="44286" y="128720"/>
                  </a:cubicBezTo>
                  <a:cubicBezTo>
                    <a:pt x="44286" y="128569"/>
                    <a:pt x="44286" y="128417"/>
                    <a:pt x="44286" y="128266"/>
                  </a:cubicBezTo>
                  <a:lnTo>
                    <a:pt x="44286" y="22009"/>
                  </a:lnTo>
                  <a:cubicBezTo>
                    <a:pt x="44286" y="9854"/>
                    <a:pt x="34376" y="0"/>
                    <a:pt x="22143" y="0"/>
                  </a:cubicBezTo>
                  <a:cubicBezTo>
                    <a:pt x="9910" y="0"/>
                    <a:pt x="0" y="9854"/>
                    <a:pt x="0" y="22009"/>
                  </a:cubicBezTo>
                  <a:lnTo>
                    <a:pt x="0" y="128266"/>
                  </a:lnTo>
                  <a:cubicBezTo>
                    <a:pt x="0" y="140372"/>
                    <a:pt x="9874" y="150185"/>
                    <a:pt x="22052" y="150185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46A6ACD1-E596-9055-243C-B9CF5CFB813D}"/>
                </a:ext>
              </a:extLst>
            </p:cNvPr>
            <p:cNvSpPr/>
            <p:nvPr/>
          </p:nvSpPr>
          <p:spPr>
            <a:xfrm>
              <a:off x="8173172" y="3063878"/>
              <a:ext cx="44107" cy="91156"/>
            </a:xfrm>
            <a:custGeom>
              <a:avLst/>
              <a:gdLst>
                <a:gd name="connsiteX0" fmla="*/ 22007 w 44107"/>
                <a:gd name="connsiteY0" fmla="*/ 0 h 91156"/>
                <a:gd name="connsiteX1" fmla="*/ 46 w 44107"/>
                <a:gd name="connsiteY1" fmla="*/ 21829 h 91156"/>
                <a:gd name="connsiteX2" fmla="*/ 46 w 44107"/>
                <a:gd name="connsiteY2" fmla="*/ 21919 h 91156"/>
                <a:gd name="connsiteX3" fmla="*/ 46 w 44107"/>
                <a:gd name="connsiteY3" fmla="*/ 67831 h 91156"/>
                <a:gd name="connsiteX4" fmla="*/ 20637 w 44107"/>
                <a:gd name="connsiteY4" fmla="*/ 91110 h 91156"/>
                <a:gd name="connsiteX5" fmla="*/ 44059 w 44107"/>
                <a:gd name="connsiteY5" fmla="*/ 70642 h 91156"/>
                <a:gd name="connsiteX6" fmla="*/ 44059 w 44107"/>
                <a:gd name="connsiteY6" fmla="*/ 67831 h 91156"/>
                <a:gd name="connsiteX7" fmla="*/ 44059 w 44107"/>
                <a:gd name="connsiteY7" fmla="*/ 21919 h 91156"/>
                <a:gd name="connsiteX8" fmla="*/ 22007 w 44107"/>
                <a:gd name="connsiteY8" fmla="*/ 0 h 9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7" h="91156">
                  <a:moveTo>
                    <a:pt x="22007" y="0"/>
                  </a:moveTo>
                  <a:cubicBezTo>
                    <a:pt x="9874" y="0"/>
                    <a:pt x="46" y="9773"/>
                    <a:pt x="46" y="21829"/>
                  </a:cubicBezTo>
                  <a:cubicBezTo>
                    <a:pt x="46" y="21858"/>
                    <a:pt x="46" y="21889"/>
                    <a:pt x="46" y="21919"/>
                  </a:cubicBezTo>
                  <a:lnTo>
                    <a:pt x="46" y="67831"/>
                  </a:lnTo>
                  <a:cubicBezTo>
                    <a:pt x="-734" y="79912"/>
                    <a:pt x="8486" y="90334"/>
                    <a:pt x="20637" y="91110"/>
                  </a:cubicBezTo>
                  <a:cubicBezTo>
                    <a:pt x="32789" y="91887"/>
                    <a:pt x="43279" y="82722"/>
                    <a:pt x="44059" y="70642"/>
                  </a:cubicBezTo>
                  <a:cubicBezTo>
                    <a:pt x="44123" y="69705"/>
                    <a:pt x="44123" y="68767"/>
                    <a:pt x="44059" y="67831"/>
                  </a:cubicBezTo>
                  <a:lnTo>
                    <a:pt x="44059" y="21919"/>
                  </a:lnTo>
                  <a:cubicBezTo>
                    <a:pt x="44059" y="9813"/>
                    <a:pt x="34186" y="0"/>
                    <a:pt x="22007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 Medium" panose="020B0503020201020303" pitchFamily="34" charset="0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3859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486231D-216A-E0E6-3CFF-101FA3480C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0" name="SmartArt Placeholder 5">
            <a:extLst>
              <a:ext uri="{FF2B5EF4-FFF2-40B4-BE49-F238E27FC236}">
                <a16:creationId xmlns:a16="http://schemas.microsoft.com/office/drawing/2014/main" id="{F63AE1E9-844D-51C6-A959-E37978636705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323850" y="883920"/>
            <a:ext cx="4847590" cy="540512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4D819456-BC6B-FF07-798C-E1AC7BBB0D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42560" y="883920"/>
            <a:ext cx="6625590" cy="5405120"/>
          </a:xfrm>
        </p:spPr>
        <p:txBody>
          <a:bodyPr/>
          <a:lstStyle/>
          <a:p>
            <a:pPr lvl="0"/>
            <a:r>
              <a:rPr lang="en-US" dirty="0"/>
              <a:t>Sub Title</a:t>
            </a:r>
          </a:p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4284763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6F7E610-29F6-0C6C-7BE4-B6F187448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8A57EFC0-2C16-5540-FC07-F4DEEB481F4D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323850" y="883920"/>
            <a:ext cx="11544300" cy="254508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927F9E52-EAC5-FAF7-2927-28EB8050C2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522330"/>
            <a:ext cx="11544300" cy="2766709"/>
          </a:xfrm>
        </p:spPr>
        <p:txBody>
          <a:bodyPr/>
          <a:lstStyle/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3371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C578F4C-002B-EB56-9EE2-DE796DF6F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149AA45A-E835-B7CC-E48D-25E7AA86029F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6096000" y="873760"/>
            <a:ext cx="5772150" cy="546608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A8DFF85-C402-E563-4342-454F8BCEAC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873760"/>
            <a:ext cx="5640070" cy="5466080"/>
          </a:xfrm>
        </p:spPr>
        <p:txBody>
          <a:bodyPr/>
          <a:lstStyle/>
          <a:p>
            <a:pPr lvl="0"/>
            <a:r>
              <a:rPr lang="en-US"/>
              <a:t>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32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FC81FB2-B9F2-0772-75CF-351F3F8F04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6" name="Chart Placeholder 5">
            <a:extLst>
              <a:ext uri="{FF2B5EF4-FFF2-40B4-BE49-F238E27FC236}">
                <a16:creationId xmlns:a16="http://schemas.microsoft.com/office/drawing/2014/main" id="{BEC3893A-02F2-97D7-C672-F5760605963D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6451600" y="1625598"/>
            <a:ext cx="5416550" cy="4632325"/>
          </a:xfrm>
        </p:spPr>
        <p:txBody>
          <a:bodyPr/>
          <a:lstStyle/>
          <a:p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EC1E64C4-DB86-BF06-A4F2-52099E8C81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863601"/>
            <a:ext cx="11544300" cy="49244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Summary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07B3266-D8CA-29A6-32B7-31415A12D9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1878227"/>
            <a:ext cx="5873750" cy="2815693"/>
          </a:xfrm>
        </p:spPr>
        <p:txBody>
          <a:bodyPr/>
          <a:lstStyle/>
          <a:p>
            <a:pPr lvl="0"/>
            <a:r>
              <a:rPr lang="en-US" dirty="0"/>
              <a:t>Points</a:t>
            </a:r>
          </a:p>
        </p:txBody>
      </p:sp>
      <p:sp>
        <p:nvSpPr>
          <p:cNvPr id="19" name="Text Placeholder 13">
            <a:extLst>
              <a:ext uri="{FF2B5EF4-FFF2-40B4-BE49-F238E27FC236}">
                <a16:creationId xmlns:a16="http://schemas.microsoft.com/office/drawing/2014/main" id="{031219F4-0B25-FACB-F9DF-590227B37E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0" y="4881881"/>
            <a:ext cx="5873750" cy="1376044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035309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EC9E42B-1C9E-CE13-2EF2-C886F2ECF4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D31F28E-0D83-D1E7-D459-A18C977666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863601"/>
            <a:ext cx="11544300" cy="49244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Summary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EF0A9D03-F90F-7A64-385C-05E9D416CA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94400" y="1692876"/>
            <a:ext cx="5873750" cy="2919448"/>
          </a:xfrm>
        </p:spPr>
        <p:txBody>
          <a:bodyPr/>
          <a:lstStyle/>
          <a:p>
            <a:pPr lvl="0"/>
            <a:r>
              <a:rPr lang="en-US" dirty="0"/>
              <a:t>Points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7B3FA6C-80C3-CDD1-CB79-51EE335EEF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94400" y="4885282"/>
            <a:ext cx="5873750" cy="1376044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Conclusion</a:t>
            </a:r>
          </a:p>
        </p:txBody>
      </p:sp>
      <p:sp>
        <p:nvSpPr>
          <p:cNvPr id="13" name="Chart Placeholder 14">
            <a:extLst>
              <a:ext uri="{FF2B5EF4-FFF2-40B4-BE49-F238E27FC236}">
                <a16:creationId xmlns:a16="http://schemas.microsoft.com/office/drawing/2014/main" id="{9EE57E5E-B111-2C7D-C502-506FF65585C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323850" y="1544003"/>
            <a:ext cx="5396230" cy="471732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163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16872-2ED5-8613-F156-95863B8AC2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5AE66F1-562C-1BA3-7D6B-361141CC49B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863601"/>
            <a:ext cx="11544300" cy="87376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Summary</a:t>
            </a:r>
          </a:p>
        </p:txBody>
      </p:sp>
      <p:sp>
        <p:nvSpPr>
          <p:cNvPr id="12" name="Chart Placeholder 7">
            <a:extLst>
              <a:ext uri="{FF2B5EF4-FFF2-40B4-BE49-F238E27FC236}">
                <a16:creationId xmlns:a16="http://schemas.microsoft.com/office/drawing/2014/main" id="{417EEAE1-6273-4802-760A-30F6E379D97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23850" y="2070100"/>
            <a:ext cx="6747510" cy="427990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4DD06F58-095F-A5EB-4953-8A4C3EC6B1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21600" y="3213100"/>
            <a:ext cx="4146550" cy="2781298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8939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B277E7-27DC-B5BD-68E6-B1052128F2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81F828E-49AA-1263-5774-20D7EB3E00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863601"/>
            <a:ext cx="11544300" cy="87376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Summary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BD4842CD-F344-FF2F-B5AF-20638E029F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3070873"/>
            <a:ext cx="4146550" cy="242824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Conclusion</a:t>
            </a:r>
          </a:p>
        </p:txBody>
      </p:sp>
      <p:sp>
        <p:nvSpPr>
          <p:cNvPr id="10" name="Chart Placeholder 11">
            <a:extLst>
              <a:ext uri="{FF2B5EF4-FFF2-40B4-BE49-F238E27FC236}">
                <a16:creationId xmlns:a16="http://schemas.microsoft.com/office/drawing/2014/main" id="{779D3C07-66AA-12D4-7897-30925A68C7CE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744720" y="2011998"/>
            <a:ext cx="7123430" cy="423640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849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539C7-CEA8-B819-1717-5BC4552448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62560"/>
            <a:ext cx="5924550" cy="77655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1" name="Chart Placeholder 5">
            <a:extLst>
              <a:ext uri="{FF2B5EF4-FFF2-40B4-BE49-F238E27FC236}">
                <a16:creationId xmlns:a16="http://schemas.microsoft.com/office/drawing/2014/main" id="{4C6CDA55-937F-7068-FB4B-EC2213F254AF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6421120" y="162560"/>
            <a:ext cx="5447030" cy="489979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48C50A25-AA73-282E-48B7-CE9A24C4BF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1248032"/>
            <a:ext cx="5924550" cy="3598288"/>
          </a:xfrm>
        </p:spPr>
        <p:txBody>
          <a:bodyPr/>
          <a:lstStyle/>
          <a:p>
            <a:pPr lvl="0"/>
            <a:r>
              <a:rPr lang="en-US" dirty="0"/>
              <a:t>Sub Title 1</a:t>
            </a:r>
          </a:p>
          <a:p>
            <a:pPr lvl="0"/>
            <a:r>
              <a:rPr lang="en-US" dirty="0"/>
              <a:t>Points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3B9078A-AF0E-CD5A-F682-41CDD73F9B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5151120"/>
            <a:ext cx="11544300" cy="1209039"/>
          </a:xfrm>
        </p:spPr>
        <p:txBody>
          <a:bodyPr/>
          <a:lstStyle/>
          <a:p>
            <a:pPr lvl="0"/>
            <a:r>
              <a:rPr lang="en-US" dirty="0"/>
              <a:t>Sub Title 2</a:t>
            </a:r>
          </a:p>
          <a:p>
            <a:pPr lvl="0"/>
            <a:r>
              <a:rPr lang="en-US" dirty="0"/>
              <a:t>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724B17-CEDE-47B0-BB74-A8D9FD150599}"/>
              </a:ext>
            </a:extLst>
          </p:cNvPr>
          <p:cNvSpPr txBox="1"/>
          <p:nvPr userDrawn="1"/>
        </p:nvSpPr>
        <p:spPr>
          <a:xfrm>
            <a:off x="5242560" y="258064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88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endParaRPr lang="en-US" sz="1600" kern="1200" dirty="0" err="1">
              <a:solidFill>
                <a:schemeClr val="bg1"/>
              </a:solidFill>
              <a:latin typeface="+mn-lt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5115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AE88127-08D3-598B-72F1-0E5AC2E6A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2401"/>
            <a:ext cx="11656060" cy="5080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01B9B1CB-C30A-C7FA-1A6C-85B1676A513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43040" y="988541"/>
            <a:ext cx="5436870" cy="4176558"/>
          </a:xfrm>
        </p:spPr>
        <p:txBody>
          <a:bodyPr/>
          <a:lstStyle/>
          <a:p>
            <a:pPr lvl="0"/>
            <a:r>
              <a:rPr lang="en-US" dirty="0"/>
              <a:t>Text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34EB14B-D53E-C332-DEA1-E881AB61CC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5364479"/>
            <a:ext cx="11656060" cy="965201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Conclusion</a:t>
            </a:r>
          </a:p>
        </p:txBody>
      </p:sp>
      <p:sp>
        <p:nvSpPr>
          <p:cNvPr id="14" name="Chart Placeholder 13">
            <a:extLst>
              <a:ext uri="{FF2B5EF4-FFF2-40B4-BE49-F238E27FC236}">
                <a16:creationId xmlns:a16="http://schemas.microsoft.com/office/drawing/2014/main" id="{DD835E9E-296E-047C-DB81-59D8E681937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323850" y="859782"/>
            <a:ext cx="6076950" cy="438544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95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08C60E8-F5CE-30CA-AF2B-A41FBCBEB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2401"/>
            <a:ext cx="11656060" cy="5080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99D349B-0D2B-5DE7-91AF-AA9C1E8BA7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942958"/>
            <a:ext cx="5436870" cy="4138965"/>
          </a:xfrm>
        </p:spPr>
        <p:txBody>
          <a:bodyPr/>
          <a:lstStyle/>
          <a:p>
            <a:pPr lvl="0"/>
            <a:r>
              <a:rPr lang="en-US" dirty="0"/>
              <a:t>Text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7CC7726-D066-0DC0-77D5-693E0B11C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5364479"/>
            <a:ext cx="11656060" cy="965201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Conclusion</a:t>
            </a:r>
          </a:p>
        </p:txBody>
      </p:sp>
      <p:sp>
        <p:nvSpPr>
          <p:cNvPr id="14" name="Chart Placeholder 13">
            <a:extLst>
              <a:ext uri="{FF2B5EF4-FFF2-40B4-BE49-F238E27FC236}">
                <a16:creationId xmlns:a16="http://schemas.microsoft.com/office/drawing/2014/main" id="{7F176395-73F9-389E-1B0F-62E0A0055B90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5943600" y="776605"/>
            <a:ext cx="6036310" cy="430531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2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74EDD-B8F5-5FE7-48B7-DE799C844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49" y="152401"/>
            <a:ext cx="11637491" cy="52832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82F40BE-4FD1-9F54-063E-650125266F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1036320"/>
            <a:ext cx="4828918" cy="5140960"/>
          </a:xfrm>
        </p:spPr>
        <p:txBody>
          <a:bodyPr/>
          <a:lstStyle/>
          <a:p>
            <a:pPr lvl="0"/>
            <a:r>
              <a:rPr lang="en-US" dirty="0"/>
              <a:t>Text</a:t>
            </a:r>
          </a:p>
        </p:txBody>
      </p:sp>
      <p:sp>
        <p:nvSpPr>
          <p:cNvPr id="9" name="Chart Placeholder 10">
            <a:extLst>
              <a:ext uri="{FF2B5EF4-FFF2-40B4-BE49-F238E27FC236}">
                <a16:creationId xmlns:a16="http://schemas.microsoft.com/office/drawing/2014/main" id="{46E6A4F5-41AE-0CA0-4CD7-C8FC62DB3E2D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598160" y="873760"/>
            <a:ext cx="6363181" cy="530352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34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869D5-6C17-519F-0D99-FCA12DA5A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" y="158229"/>
            <a:ext cx="11694161" cy="4997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Chart Placeholder 10">
            <a:extLst>
              <a:ext uri="{FF2B5EF4-FFF2-40B4-BE49-F238E27FC236}">
                <a16:creationId xmlns:a16="http://schemas.microsoft.com/office/drawing/2014/main" id="{3AD4A1E9-5C1B-AEE8-B778-8F6B0B953649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243840" y="882693"/>
            <a:ext cx="6705600" cy="532265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93BA13F-92EC-E446-3B17-E3D6D7821D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3921" y="1037967"/>
            <a:ext cx="4704080" cy="5167383"/>
          </a:xfrm>
        </p:spPr>
        <p:txBody>
          <a:bodyPr/>
          <a:lstStyle/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294728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56B3-7E85-8DD7-5A6A-20D9981BC2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119" y="172721"/>
            <a:ext cx="11636221" cy="487680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B95CDC80-A5BD-E53A-40D3-49048A042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120" y="873758"/>
            <a:ext cx="5659119" cy="5323842"/>
          </a:xfrm>
        </p:spPr>
        <p:txBody>
          <a:bodyPr/>
          <a:lstStyle/>
          <a:p>
            <a:pPr lvl="0"/>
            <a:r>
              <a:rPr lang="en-US"/>
              <a:t>Text</a:t>
            </a:r>
            <a:endParaRPr lang="en-US" dirty="0"/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6FFFC88B-DBB6-B926-F818-B992268EC3E6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6207762" y="873759"/>
            <a:ext cx="5753579" cy="532384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691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75CFD-A91B-3DC5-F11B-1FD55B3352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4161" y="160638"/>
            <a:ext cx="11663679" cy="54040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3A554B9F-0458-9C77-F608-7AC8AD0D5C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80" y="885102"/>
            <a:ext cx="5699760" cy="5271858"/>
          </a:xfrm>
        </p:spPr>
        <p:txBody>
          <a:bodyPr/>
          <a:lstStyle/>
          <a:p>
            <a:pPr lvl="0"/>
            <a:r>
              <a:rPr lang="en-US" dirty="0"/>
              <a:t>Points</a:t>
            </a:r>
          </a:p>
        </p:txBody>
      </p:sp>
      <p:sp>
        <p:nvSpPr>
          <p:cNvPr id="9" name="Chart Placeholder 10">
            <a:extLst>
              <a:ext uri="{FF2B5EF4-FFF2-40B4-BE49-F238E27FC236}">
                <a16:creationId xmlns:a16="http://schemas.microsoft.com/office/drawing/2014/main" id="{79979559-77A8-0064-5B5D-72B85DD452DE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4161" y="885103"/>
            <a:ext cx="5537199" cy="538361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774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4B47-A841-BBD8-FFA1-68706E3A3A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681863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SmartArt Placeholder 5">
            <a:extLst>
              <a:ext uri="{FF2B5EF4-FFF2-40B4-BE49-F238E27FC236}">
                <a16:creationId xmlns:a16="http://schemas.microsoft.com/office/drawing/2014/main" id="{0779B066-DC88-D52E-006E-FEAD953636F0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7355840" y="298146"/>
            <a:ext cx="4724400" cy="597057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000CB34-95E9-5B73-3591-27845A818C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967754"/>
            <a:ext cx="6818630" cy="5372086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74778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49FD8-B45B-6EA1-41A0-5536CE8585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2570" y="298146"/>
            <a:ext cx="1162558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SmartArt Placeholder 5">
            <a:extLst>
              <a:ext uri="{FF2B5EF4-FFF2-40B4-BE49-F238E27FC236}">
                <a16:creationId xmlns:a16="http://schemas.microsoft.com/office/drawing/2014/main" id="{93F2D8BC-1EFC-62BC-58C9-216634184DC6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242570" y="873760"/>
            <a:ext cx="4339590" cy="547624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0F962E0-6672-C1A8-788F-F4A03877D5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91760" y="985520"/>
            <a:ext cx="6676390" cy="52832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1852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69CAD36-43CB-7DD8-6395-402F6EAD4B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474B1FF0-041A-367D-0783-CD3774189CCA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7142480" y="1229360"/>
            <a:ext cx="4725670" cy="414528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125AAA5-8682-2455-194D-8B202121B4B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1066800"/>
            <a:ext cx="5345430" cy="501904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3431630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415A13A-16F5-8FFF-F0E9-26B00A8433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2570" y="1965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D9D091F6-C830-C3A8-84D8-F1A775071489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552450" y="1356360"/>
            <a:ext cx="4725670" cy="414528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74DC7F2-E5DA-0C63-4503-BCDD70380C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94120" y="903923"/>
            <a:ext cx="5345430" cy="501904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</p:spTree>
    <p:extLst>
      <p:ext uri="{BB962C8B-B14F-4D97-AF65-F5344CB8AC3E}">
        <p14:creationId xmlns:p14="http://schemas.microsoft.com/office/powerpoint/2010/main" val="3580838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2DC747-CB1C-6C25-A005-2D253E676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37F2B079-D0F4-EF02-96F3-999C2436AED3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323850" y="790589"/>
            <a:ext cx="11544300" cy="28435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92DC31B7-76EE-436B-6359-01327D7705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746500"/>
            <a:ext cx="11544300" cy="246126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43759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C5BE83EB-4C8C-6F9D-E1D0-6C1CCAE01D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sz="2400" dirty="0"/>
              <a:t>Slide Title</a:t>
            </a:r>
            <a:endParaRPr lang="en-US" dirty="0"/>
          </a:p>
        </p:txBody>
      </p:sp>
      <p:sp>
        <p:nvSpPr>
          <p:cNvPr id="10" name="SmartArt Placeholder 6">
            <a:extLst>
              <a:ext uri="{FF2B5EF4-FFF2-40B4-BE49-F238E27FC236}">
                <a16:creationId xmlns:a16="http://schemas.microsoft.com/office/drawing/2014/main" id="{10CF51F2-BF28-F975-1D54-AB0AB3F7F98B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258560" y="985520"/>
            <a:ext cx="5609590" cy="524256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6A355D4-0B59-05A8-D836-BFA90B568B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985520"/>
            <a:ext cx="5487670" cy="524256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1241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C5E0CEA2-4A54-4B65-BB31-48145CC22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sz="2400" dirty="0"/>
              <a:t>Slide Title</a:t>
            </a:r>
            <a:endParaRPr lang="en-US" dirty="0"/>
          </a:p>
        </p:txBody>
      </p:sp>
      <p:sp>
        <p:nvSpPr>
          <p:cNvPr id="10" name="SmartArt Placeholder 6">
            <a:extLst>
              <a:ext uri="{FF2B5EF4-FFF2-40B4-BE49-F238E27FC236}">
                <a16:creationId xmlns:a16="http://schemas.microsoft.com/office/drawing/2014/main" id="{52B62A3D-6E82-712D-FD54-FDF62C51793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323850" y="1097280"/>
            <a:ext cx="5609590" cy="524256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F6EC0DF-0DD1-0F70-BE2E-4934CE5304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480" y="1097280"/>
            <a:ext cx="5487670" cy="524256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7334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A9E884C-3768-5476-0B20-5D61B2ECD0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61542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5BF26858-A23C-C4C3-569A-C67523BFABFE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323850" y="883920"/>
            <a:ext cx="6442710" cy="54559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7038516-39D5-1E90-0965-44CB425FFA5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3280" y="1005840"/>
            <a:ext cx="4745990" cy="519176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sz="1600" dirty="0"/>
              <a:t>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331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2B1769-0F70-7902-C0ED-E25BBF1CB7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61542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7C414E83-815D-316B-0181-3D816C59E389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5405120" y="896634"/>
            <a:ext cx="6534150" cy="54559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A467CB9-0B23-C0C5-BBD4-F8364543C8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730" y="1022357"/>
            <a:ext cx="4847590" cy="519176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sz="1600" dirty="0"/>
              <a:t>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2855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45C04A-057C-FC21-BE06-FD4593579D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4B35A2E3-B9A4-F2E7-E651-E9AAE2F55D44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323850" y="883920"/>
            <a:ext cx="11544300" cy="540512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39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430F34E-34AB-DAB3-E588-318BD4D153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SmartArt Placeholder 5">
            <a:extLst>
              <a:ext uri="{FF2B5EF4-FFF2-40B4-BE49-F238E27FC236}">
                <a16:creationId xmlns:a16="http://schemas.microsoft.com/office/drawing/2014/main" id="{B3BAFCE9-F133-A5EE-1564-0CFC1A66348F}"/>
              </a:ext>
            </a:extLst>
          </p:cNvPr>
          <p:cNvSpPr>
            <a:spLocks noGrp="1"/>
          </p:cNvSpPr>
          <p:nvPr>
            <p:ph type="dgm" sz="quarter" idx="12"/>
          </p:nvPr>
        </p:nvSpPr>
        <p:spPr>
          <a:xfrm>
            <a:off x="3931920" y="1808480"/>
            <a:ext cx="4328160" cy="353568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38E037F-ABC1-511F-A2F4-00D876F216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894080"/>
            <a:ext cx="4197350" cy="179957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9DD4B7E-B1E6-EC48-846D-B31C897CED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562476"/>
            <a:ext cx="4197350" cy="179957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 3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BDD5038C-D7BC-89C4-4365-B79B70D0A7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70802" y="4562475"/>
            <a:ext cx="4197350" cy="1799575"/>
          </a:xfrm>
        </p:spPr>
        <p:txBody>
          <a:bodyPr/>
          <a:lstStyle>
            <a:lvl1pPr algn="r">
              <a:defRPr sz="1600"/>
            </a:lvl1pPr>
          </a:lstStyle>
          <a:p>
            <a:pPr lvl="0"/>
            <a:r>
              <a:rPr lang="en-US" dirty="0"/>
              <a:t>Point 4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2E34826-1F41-EAAB-4AD9-A0E203BB3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70802" y="917353"/>
            <a:ext cx="4197350" cy="1799575"/>
          </a:xfrm>
        </p:spPr>
        <p:txBody>
          <a:bodyPr/>
          <a:lstStyle>
            <a:lvl1pPr algn="r">
              <a:defRPr sz="1600"/>
            </a:lvl1pPr>
          </a:lstStyle>
          <a:p>
            <a:pPr lvl="0"/>
            <a:r>
              <a:rPr lang="en-US" dirty="0"/>
              <a:t>Point 3</a:t>
            </a:r>
          </a:p>
        </p:txBody>
      </p:sp>
    </p:spTree>
    <p:extLst>
      <p:ext uri="{BB962C8B-B14F-4D97-AF65-F5344CB8AC3E}">
        <p14:creationId xmlns:p14="http://schemas.microsoft.com/office/powerpoint/2010/main" val="570752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40A90-B493-6CFC-ED00-B5C3EE0A8C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262136" cy="573219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FCD0D8-D253-482F-93B7-4468EA1D675E}"/>
              </a:ext>
            </a:extLst>
          </p:cNvPr>
          <p:cNvGrpSpPr/>
          <p:nvPr userDrawn="1"/>
        </p:nvGrpSpPr>
        <p:grpSpPr>
          <a:xfrm>
            <a:off x="7603683" y="5082572"/>
            <a:ext cx="2470465" cy="333842"/>
            <a:chOff x="7731905" y="5342805"/>
            <a:chExt cx="2470465" cy="333842"/>
          </a:xfrm>
        </p:grpSpPr>
        <p:sp>
          <p:nvSpPr>
            <p:cNvPr id="4" name="Graphic 2">
              <a:extLst>
                <a:ext uri="{FF2B5EF4-FFF2-40B4-BE49-F238E27FC236}">
                  <a16:creationId xmlns:a16="http://schemas.microsoft.com/office/drawing/2014/main" id="{39CCCC3C-8F8F-D231-87AF-031F10EB9700}"/>
                </a:ext>
              </a:extLst>
            </p:cNvPr>
            <p:cNvSpPr/>
            <p:nvPr/>
          </p:nvSpPr>
          <p:spPr>
            <a:xfrm>
              <a:off x="7731905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Graphic 4">
              <a:extLst>
                <a:ext uri="{FF2B5EF4-FFF2-40B4-BE49-F238E27FC236}">
                  <a16:creationId xmlns:a16="http://schemas.microsoft.com/office/drawing/2014/main" id="{857E4370-F04C-69A2-6AFA-1055EF3B1035}"/>
                </a:ext>
              </a:extLst>
            </p:cNvPr>
            <p:cNvSpPr/>
            <p:nvPr/>
          </p:nvSpPr>
          <p:spPr>
            <a:xfrm>
              <a:off x="8115700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Graphic 3">
              <a:extLst>
                <a:ext uri="{FF2B5EF4-FFF2-40B4-BE49-F238E27FC236}">
                  <a16:creationId xmlns:a16="http://schemas.microsoft.com/office/drawing/2014/main" id="{02C7957D-B9E8-EA4F-42A6-511FB13D3964}"/>
                </a:ext>
              </a:extLst>
            </p:cNvPr>
            <p:cNvSpPr/>
            <p:nvPr/>
          </p:nvSpPr>
          <p:spPr>
            <a:xfrm>
              <a:off x="8499495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Graphic 11">
              <a:extLst>
                <a:ext uri="{FF2B5EF4-FFF2-40B4-BE49-F238E27FC236}">
                  <a16:creationId xmlns:a16="http://schemas.microsoft.com/office/drawing/2014/main" id="{08374F22-F0DE-4069-649F-B48086521E6D}"/>
                </a:ext>
              </a:extLst>
            </p:cNvPr>
            <p:cNvSpPr/>
            <p:nvPr/>
          </p:nvSpPr>
          <p:spPr>
            <a:xfrm>
              <a:off x="8883290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2">
              <a:extLst>
                <a:ext uri="{FF2B5EF4-FFF2-40B4-BE49-F238E27FC236}">
                  <a16:creationId xmlns:a16="http://schemas.microsoft.com/office/drawing/2014/main" id="{D6D13581-EAA5-397A-A9C9-C97C9796A8DE}"/>
                </a:ext>
              </a:extLst>
            </p:cNvPr>
            <p:cNvSpPr/>
            <p:nvPr/>
          </p:nvSpPr>
          <p:spPr>
            <a:xfrm>
              <a:off x="9267085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Graphic 14">
              <a:extLst>
                <a:ext uri="{FF2B5EF4-FFF2-40B4-BE49-F238E27FC236}">
                  <a16:creationId xmlns:a16="http://schemas.microsoft.com/office/drawing/2014/main" id="{E8DA79B4-0914-765D-EAA9-5975F9572132}"/>
                </a:ext>
              </a:extLst>
            </p:cNvPr>
            <p:cNvSpPr/>
            <p:nvPr/>
          </p:nvSpPr>
          <p:spPr>
            <a:xfrm>
              <a:off x="9650880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Graphic 15">
              <a:extLst>
                <a:ext uri="{FF2B5EF4-FFF2-40B4-BE49-F238E27FC236}">
                  <a16:creationId xmlns:a16="http://schemas.microsoft.com/office/drawing/2014/main" id="{CE46FC3B-77F8-911C-D39C-9E5FE9610E2A}"/>
                </a:ext>
              </a:extLst>
            </p:cNvPr>
            <p:cNvSpPr/>
            <p:nvPr/>
          </p:nvSpPr>
          <p:spPr>
            <a:xfrm>
              <a:off x="10034673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5" name="Rectangle: Rounded Corners 5">
            <a:extLst>
              <a:ext uri="{FF2B5EF4-FFF2-40B4-BE49-F238E27FC236}">
                <a16:creationId xmlns:a16="http://schemas.microsoft.com/office/drawing/2014/main" id="{E8742A60-CF00-0CD0-9FE3-1E9DF3E1A266}"/>
              </a:ext>
            </a:extLst>
          </p:cNvPr>
          <p:cNvSpPr/>
          <p:nvPr userDrawn="1"/>
        </p:nvSpPr>
        <p:spPr>
          <a:xfrm>
            <a:off x="6205887" y="2027586"/>
            <a:ext cx="4451034" cy="1005840"/>
          </a:xfrm>
          <a:prstGeom prst="roundRect">
            <a:avLst>
              <a:gd name="adj" fmla="val 6093"/>
            </a:avLst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2880" tIns="182880" rIns="182880" bIns="182880" rtlCol="0" anchor="ctr" anchorCtr="0"/>
          <a:lstStyle/>
          <a:p>
            <a:pPr algn="ctr" defTabSz="412367">
              <a:spcAft>
                <a:spcPts val="800"/>
              </a:spcAft>
            </a:pPr>
            <a:endParaRPr lang="en-US" sz="2000">
              <a:solidFill>
                <a:srgbClr val="00BCEB"/>
              </a:solidFill>
              <a:latin typeface="+mj-lt"/>
              <a:cs typeface="CiscoSansTT Medium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2FCFF51-39F0-8D41-C7DA-CE41E9713D7E}"/>
              </a:ext>
            </a:extLst>
          </p:cNvPr>
          <p:cNvCxnSpPr>
            <a:cxnSpLocks/>
          </p:cNvCxnSpPr>
          <p:nvPr userDrawn="1"/>
        </p:nvCxnSpPr>
        <p:spPr>
          <a:xfrm flipH="1">
            <a:off x="1531415" y="3420505"/>
            <a:ext cx="3111263" cy="0"/>
          </a:xfrm>
          <a:prstGeom prst="straightConnector1">
            <a:avLst/>
          </a:prstGeom>
          <a:ln w="15875">
            <a:solidFill>
              <a:schemeClr val="bg1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C503623-CC76-B511-1294-3D2AE3424F10}"/>
              </a:ext>
            </a:extLst>
          </p:cNvPr>
          <p:cNvCxnSpPr>
            <a:cxnSpLocks/>
          </p:cNvCxnSpPr>
          <p:nvPr userDrawn="1"/>
        </p:nvCxnSpPr>
        <p:spPr>
          <a:xfrm>
            <a:off x="7551624" y="3420505"/>
            <a:ext cx="3108960" cy="0"/>
          </a:xfrm>
          <a:prstGeom prst="straightConnector1">
            <a:avLst/>
          </a:prstGeom>
          <a:ln w="15875">
            <a:solidFill>
              <a:schemeClr val="bg1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323185B-3EDA-1A50-304B-FFB04EEBCDE1}"/>
              </a:ext>
            </a:extLst>
          </p:cNvPr>
          <p:cNvGrpSpPr/>
          <p:nvPr userDrawn="1"/>
        </p:nvGrpSpPr>
        <p:grpSpPr>
          <a:xfrm rot="10800000">
            <a:off x="2117853" y="5082572"/>
            <a:ext cx="2470465" cy="333842"/>
            <a:chOff x="7731905" y="5342805"/>
            <a:chExt cx="2470465" cy="333842"/>
          </a:xfrm>
        </p:grpSpPr>
        <p:sp>
          <p:nvSpPr>
            <p:cNvPr id="41" name="Graphic 2">
              <a:extLst>
                <a:ext uri="{FF2B5EF4-FFF2-40B4-BE49-F238E27FC236}">
                  <a16:creationId xmlns:a16="http://schemas.microsoft.com/office/drawing/2014/main" id="{A112E0BE-2684-403B-F28F-94FA9C6EE611}"/>
                </a:ext>
              </a:extLst>
            </p:cNvPr>
            <p:cNvSpPr/>
            <p:nvPr/>
          </p:nvSpPr>
          <p:spPr>
            <a:xfrm>
              <a:off x="7731905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Graphic 4">
              <a:extLst>
                <a:ext uri="{FF2B5EF4-FFF2-40B4-BE49-F238E27FC236}">
                  <a16:creationId xmlns:a16="http://schemas.microsoft.com/office/drawing/2014/main" id="{919892DB-DC35-4262-8C2C-B9624D2E3D4B}"/>
                </a:ext>
              </a:extLst>
            </p:cNvPr>
            <p:cNvSpPr/>
            <p:nvPr/>
          </p:nvSpPr>
          <p:spPr>
            <a:xfrm>
              <a:off x="8115700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Graphic 3">
              <a:extLst>
                <a:ext uri="{FF2B5EF4-FFF2-40B4-BE49-F238E27FC236}">
                  <a16:creationId xmlns:a16="http://schemas.microsoft.com/office/drawing/2014/main" id="{64569EDF-2429-A6A9-BBD9-3F63D1E0A059}"/>
                </a:ext>
              </a:extLst>
            </p:cNvPr>
            <p:cNvSpPr/>
            <p:nvPr/>
          </p:nvSpPr>
          <p:spPr>
            <a:xfrm>
              <a:off x="8499495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Graphic 11">
              <a:extLst>
                <a:ext uri="{FF2B5EF4-FFF2-40B4-BE49-F238E27FC236}">
                  <a16:creationId xmlns:a16="http://schemas.microsoft.com/office/drawing/2014/main" id="{0DBF0822-0025-94FB-E638-8CB409635796}"/>
                </a:ext>
              </a:extLst>
            </p:cNvPr>
            <p:cNvSpPr/>
            <p:nvPr/>
          </p:nvSpPr>
          <p:spPr>
            <a:xfrm>
              <a:off x="8883290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Graphic 12">
              <a:extLst>
                <a:ext uri="{FF2B5EF4-FFF2-40B4-BE49-F238E27FC236}">
                  <a16:creationId xmlns:a16="http://schemas.microsoft.com/office/drawing/2014/main" id="{85BEE7D4-C66C-EC87-3263-3B12BEBAF9A3}"/>
                </a:ext>
              </a:extLst>
            </p:cNvPr>
            <p:cNvSpPr/>
            <p:nvPr/>
          </p:nvSpPr>
          <p:spPr>
            <a:xfrm>
              <a:off x="9267085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Graphic 14">
              <a:extLst>
                <a:ext uri="{FF2B5EF4-FFF2-40B4-BE49-F238E27FC236}">
                  <a16:creationId xmlns:a16="http://schemas.microsoft.com/office/drawing/2014/main" id="{5BB76E22-DF49-C971-72B9-76C8BDBDF573}"/>
                </a:ext>
              </a:extLst>
            </p:cNvPr>
            <p:cNvSpPr/>
            <p:nvPr/>
          </p:nvSpPr>
          <p:spPr>
            <a:xfrm>
              <a:off x="9650880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Graphic 15">
              <a:extLst>
                <a:ext uri="{FF2B5EF4-FFF2-40B4-BE49-F238E27FC236}">
                  <a16:creationId xmlns:a16="http://schemas.microsoft.com/office/drawing/2014/main" id="{C7F6290F-F2CD-D51C-3B1B-BF55DCE4000B}"/>
                </a:ext>
              </a:extLst>
            </p:cNvPr>
            <p:cNvSpPr/>
            <p:nvPr/>
          </p:nvSpPr>
          <p:spPr>
            <a:xfrm>
              <a:off x="10034673" y="5342805"/>
              <a:ext cx="167697" cy="333842"/>
            </a:xfrm>
            <a:custGeom>
              <a:avLst/>
              <a:gdLst>
                <a:gd name="connsiteX0" fmla="*/ 0 w 167697"/>
                <a:gd name="connsiteY0" fmla="*/ 333842 h 333842"/>
                <a:gd name="connsiteX1" fmla="*/ 167698 w 167697"/>
                <a:gd name="connsiteY1" fmla="*/ 166921 h 333842"/>
                <a:gd name="connsiteX2" fmla="*/ 0 w 167697"/>
                <a:gd name="connsiteY2" fmla="*/ 0 h 333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97" h="333842">
                  <a:moveTo>
                    <a:pt x="0" y="333842"/>
                  </a:moveTo>
                  <a:lnTo>
                    <a:pt x="167698" y="166921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2" name="Rectangle: Rounded Corners 12">
            <a:extLst>
              <a:ext uri="{FF2B5EF4-FFF2-40B4-BE49-F238E27FC236}">
                <a16:creationId xmlns:a16="http://schemas.microsoft.com/office/drawing/2014/main" id="{828B8399-4489-12DC-369B-B88F676A7AA0}"/>
              </a:ext>
            </a:extLst>
          </p:cNvPr>
          <p:cNvSpPr/>
          <p:nvPr userDrawn="1"/>
        </p:nvSpPr>
        <p:spPr>
          <a:xfrm>
            <a:off x="1532987" y="2027586"/>
            <a:ext cx="4453128" cy="1005840"/>
          </a:xfrm>
          <a:prstGeom prst="roundRect">
            <a:avLst>
              <a:gd name="adj" fmla="val 6093"/>
            </a:avLst>
          </a:prstGeom>
          <a:ln w="19050">
            <a:gradFill flip="none" rotWithShape="1">
              <a:gsLst>
                <a:gs pos="0">
                  <a:schemeClr val="accent2"/>
                </a:gs>
                <a:gs pos="66000">
                  <a:schemeClr val="accent1"/>
                </a:gs>
                <a:gs pos="49000">
                  <a:schemeClr val="accent1"/>
                </a:gs>
                <a:gs pos="81000">
                  <a:schemeClr val="accent3"/>
                </a:gs>
                <a:gs pos="100000">
                  <a:schemeClr val="accent4"/>
                </a:gs>
              </a:gsLst>
              <a:lin ang="0" scaled="1"/>
              <a:tileRect/>
            </a:gra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2880" tIns="182880" rIns="182880" bIns="182880" rtlCol="0" anchor="ctr" anchorCtr="0"/>
          <a:lstStyle/>
          <a:p>
            <a:pPr algn="ctr" defTabSz="412367">
              <a:spcAft>
                <a:spcPts val="800"/>
              </a:spcAft>
            </a:pPr>
            <a:endParaRPr lang="en-US" sz="2000">
              <a:solidFill>
                <a:srgbClr val="00BCEB"/>
              </a:solidFill>
              <a:latin typeface="+mj-lt"/>
              <a:cs typeface="CiscoSansTT Medium"/>
            </a:endParaRPr>
          </a:p>
        </p:txBody>
      </p:sp>
      <p:sp>
        <p:nvSpPr>
          <p:cNvPr id="53" name="Rectangle: Rounded Corners 23">
            <a:extLst>
              <a:ext uri="{FF2B5EF4-FFF2-40B4-BE49-F238E27FC236}">
                <a16:creationId xmlns:a16="http://schemas.microsoft.com/office/drawing/2014/main" id="{F4C0C8C9-AFF7-488B-A409-AF753A1FEBA4}"/>
              </a:ext>
            </a:extLst>
          </p:cNvPr>
          <p:cNvSpPr/>
          <p:nvPr userDrawn="1"/>
        </p:nvSpPr>
        <p:spPr>
          <a:xfrm>
            <a:off x="1531415" y="3794339"/>
            <a:ext cx="9129169" cy="1005840"/>
          </a:xfrm>
          <a:prstGeom prst="roundRect">
            <a:avLst>
              <a:gd name="adj" fmla="val 7453"/>
            </a:avLst>
          </a:prstGeom>
          <a:ln w="12700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645920" tIns="91440" rIns="1645920" bIns="45720" rtlCol="0" anchor="ctr"/>
          <a:lstStyle/>
          <a:p>
            <a:pPr algn="ctr" defTabSz="412367" fontAlgn="base">
              <a:spcBef>
                <a:spcPct val="0"/>
              </a:spcBef>
              <a:spcAft>
                <a:spcPts val="800"/>
              </a:spcAft>
              <a:defRPr/>
            </a:pPr>
            <a:endParaRPr lang="en-US" sz="2000">
              <a:solidFill>
                <a:srgbClr val="00BCEB"/>
              </a:solidFill>
              <a:latin typeface="+mj-lt"/>
              <a:cs typeface="CiscoSansTT Medium"/>
            </a:endParaRPr>
          </a:p>
        </p:txBody>
      </p:sp>
      <p:sp>
        <p:nvSpPr>
          <p:cNvPr id="54" name="Picture Placeholder 38">
            <a:extLst>
              <a:ext uri="{FF2B5EF4-FFF2-40B4-BE49-F238E27FC236}">
                <a16:creationId xmlns:a16="http://schemas.microsoft.com/office/drawing/2014/main" id="{BD05DE36-9F07-385C-70A7-C0082E0351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4469" y="3970278"/>
            <a:ext cx="732155" cy="653961"/>
          </a:xfrm>
        </p:spPr>
        <p:txBody>
          <a:bodyPr/>
          <a:lstStyle/>
          <a:p>
            <a:endParaRPr lang="en-US"/>
          </a:p>
        </p:txBody>
      </p:sp>
      <p:sp>
        <p:nvSpPr>
          <p:cNvPr id="55" name="Picture Placeholder 38">
            <a:extLst>
              <a:ext uri="{FF2B5EF4-FFF2-40B4-BE49-F238E27FC236}">
                <a16:creationId xmlns:a16="http://schemas.microsoft.com/office/drawing/2014/main" id="{6563C9B5-1D80-C3EA-FEB8-577A74F0EF0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9490" y="2188654"/>
            <a:ext cx="732155" cy="653961"/>
          </a:xfrm>
        </p:spPr>
        <p:txBody>
          <a:bodyPr/>
          <a:lstStyle/>
          <a:p>
            <a:endParaRPr lang="en-US"/>
          </a:p>
        </p:txBody>
      </p:sp>
      <p:sp>
        <p:nvSpPr>
          <p:cNvPr id="56" name="Picture Placeholder 38">
            <a:extLst>
              <a:ext uri="{FF2B5EF4-FFF2-40B4-BE49-F238E27FC236}">
                <a16:creationId xmlns:a16="http://schemas.microsoft.com/office/drawing/2014/main" id="{75705739-226B-BDB5-D576-6128CB378A6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99306" y="2211976"/>
            <a:ext cx="732155" cy="653961"/>
          </a:xfrm>
        </p:spPr>
        <p:txBody>
          <a:bodyPr/>
          <a:lstStyle/>
          <a:p>
            <a:endParaRPr lang="en-US"/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B9552190-93EB-A341-FD98-1B73545C99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21418" y="2330995"/>
            <a:ext cx="3145946" cy="41592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6E5AB1A-4E34-5DE7-AD3B-5AE259BF492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44080" y="2307671"/>
            <a:ext cx="3281680" cy="41592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366A041A-EBF9-8F22-76B3-583CEE49FF8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6922" y="4089295"/>
            <a:ext cx="3009078" cy="41592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</p:spTree>
    <p:extLst>
      <p:ext uri="{BB962C8B-B14F-4D97-AF65-F5344CB8AC3E}">
        <p14:creationId xmlns:p14="http://schemas.microsoft.com/office/powerpoint/2010/main" val="1828749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958C-77D0-D308-C521-3BA6F5191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BAF4976-C35F-F3E7-4D1C-E6B7E955DE38}"/>
              </a:ext>
            </a:extLst>
          </p:cNvPr>
          <p:cNvSpPr/>
          <p:nvPr userDrawn="1"/>
        </p:nvSpPr>
        <p:spPr>
          <a:xfrm>
            <a:off x="613609" y="2505315"/>
            <a:ext cx="2707106" cy="2625483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69FF1F-3D23-A605-C680-589FE73F1E0A}"/>
              </a:ext>
            </a:extLst>
          </p:cNvPr>
          <p:cNvSpPr/>
          <p:nvPr userDrawn="1"/>
        </p:nvSpPr>
        <p:spPr>
          <a:xfrm>
            <a:off x="625641" y="2505316"/>
            <a:ext cx="2707106" cy="2625484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64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6483743-D398-15E3-0CEB-42C305B2F674}"/>
              </a:ext>
            </a:extLst>
          </p:cNvPr>
          <p:cNvSpPr/>
          <p:nvPr userDrawn="1"/>
        </p:nvSpPr>
        <p:spPr>
          <a:xfrm>
            <a:off x="4740860" y="2505316"/>
            <a:ext cx="2707106" cy="2625482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64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FBC692-ED5A-95CB-2BA0-6886A494181C}"/>
              </a:ext>
            </a:extLst>
          </p:cNvPr>
          <p:cNvSpPr/>
          <p:nvPr userDrawn="1"/>
        </p:nvSpPr>
        <p:spPr>
          <a:xfrm>
            <a:off x="8856079" y="2505315"/>
            <a:ext cx="2707106" cy="2625481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64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48377E-DB3F-3243-250A-56F05B3A40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9962" y="2703837"/>
            <a:ext cx="914400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56A5DD36-46AA-9B22-BA11-324D219886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37213" y="2703837"/>
            <a:ext cx="914400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271B9A8-1497-EDD0-07F9-145D7CBA5B0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752432" y="2703837"/>
            <a:ext cx="914400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1158CE-EEDF-FF98-12A4-0A41D4F082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6981" y="4047067"/>
            <a:ext cx="2384425" cy="91440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9353A257-2DB9-9F7E-E78F-7FEF8172CEB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02200" y="4047067"/>
            <a:ext cx="2384425" cy="91440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9" name="Text Placeholder 16">
            <a:extLst>
              <a:ext uri="{FF2B5EF4-FFF2-40B4-BE49-F238E27FC236}">
                <a16:creationId xmlns:a16="http://schemas.microsoft.com/office/drawing/2014/main" id="{AB6FA402-3B28-385C-A436-B11FF8B662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20594" y="4021970"/>
            <a:ext cx="2384425" cy="91440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</p:spTree>
    <p:extLst>
      <p:ext uri="{BB962C8B-B14F-4D97-AF65-F5344CB8AC3E}">
        <p14:creationId xmlns:p14="http://schemas.microsoft.com/office/powerpoint/2010/main" val="2987561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E509F2B-6360-1C2E-ADCB-64B8790D7915}"/>
              </a:ext>
            </a:extLst>
          </p:cNvPr>
          <p:cNvSpPr/>
          <p:nvPr userDrawn="1"/>
        </p:nvSpPr>
        <p:spPr>
          <a:xfrm>
            <a:off x="4784820" y="4147895"/>
            <a:ext cx="6827520" cy="1440812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CC16E1-3F7F-8F92-8490-AB7891AD364F}"/>
              </a:ext>
            </a:extLst>
          </p:cNvPr>
          <p:cNvCxnSpPr>
            <a:cxnSpLocks/>
          </p:cNvCxnSpPr>
          <p:nvPr userDrawn="1"/>
        </p:nvCxnSpPr>
        <p:spPr>
          <a:xfrm>
            <a:off x="7630160" y="4198509"/>
            <a:ext cx="0" cy="1390198"/>
          </a:xfrm>
          <a:prstGeom prst="line">
            <a:avLst/>
          </a:prstGeom>
          <a:ln w="12700">
            <a:solidFill>
              <a:schemeClr val="bg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A7E3F52-2217-0220-9508-59FE939F14A9}"/>
              </a:ext>
            </a:extLst>
          </p:cNvPr>
          <p:cNvSpPr/>
          <p:nvPr userDrawn="1"/>
        </p:nvSpPr>
        <p:spPr>
          <a:xfrm>
            <a:off x="5577840" y="2477692"/>
            <a:ext cx="6059174" cy="1440812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7076758-E583-5EA8-ACDD-12176CBEFD23}"/>
              </a:ext>
            </a:extLst>
          </p:cNvPr>
          <p:cNvCxnSpPr>
            <a:cxnSpLocks/>
          </p:cNvCxnSpPr>
          <p:nvPr userDrawn="1"/>
        </p:nvCxnSpPr>
        <p:spPr>
          <a:xfrm>
            <a:off x="8280400" y="2529230"/>
            <a:ext cx="0" cy="1337864"/>
          </a:xfrm>
          <a:prstGeom prst="line">
            <a:avLst/>
          </a:prstGeom>
          <a:ln w="12700">
            <a:solidFill>
              <a:schemeClr val="bg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2053A88-E904-A21F-E765-7F8547F7DE54}"/>
              </a:ext>
            </a:extLst>
          </p:cNvPr>
          <p:cNvSpPr/>
          <p:nvPr userDrawn="1"/>
        </p:nvSpPr>
        <p:spPr>
          <a:xfrm>
            <a:off x="6244046" y="708615"/>
            <a:ext cx="5392968" cy="1440813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79E7D4F-4408-FE57-95C3-000E12CB909F}"/>
              </a:ext>
            </a:extLst>
          </p:cNvPr>
          <p:cNvCxnSpPr>
            <a:cxnSpLocks/>
          </p:cNvCxnSpPr>
          <p:nvPr userDrawn="1"/>
        </p:nvCxnSpPr>
        <p:spPr>
          <a:xfrm>
            <a:off x="8722776" y="779735"/>
            <a:ext cx="0" cy="1298120"/>
          </a:xfrm>
          <a:prstGeom prst="line">
            <a:avLst/>
          </a:prstGeom>
          <a:ln w="12700">
            <a:solidFill>
              <a:schemeClr val="bg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2191CF8-26F0-254E-BAA9-CC735FD368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44221" y="779735"/>
            <a:ext cx="2438557" cy="129812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EAE7169-D6A1-C0EF-3BBA-944AFA2B485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74964" y="1127668"/>
            <a:ext cx="666387" cy="53952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A2E8ACE4-9C3D-D51B-40E0-D641A4B96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70215" y="945404"/>
            <a:ext cx="1437212" cy="897400"/>
          </a:xfrm>
        </p:spPr>
        <p:txBody>
          <a:bodyPr/>
          <a:lstStyle>
            <a:lvl1pPr algn="ctr">
              <a:buNone/>
              <a:defRPr sz="14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9" name="Picture Placeholder 26">
            <a:extLst>
              <a:ext uri="{FF2B5EF4-FFF2-40B4-BE49-F238E27FC236}">
                <a16:creationId xmlns:a16="http://schemas.microsoft.com/office/drawing/2014/main" id="{B6074FFF-3DDF-AF07-FEFA-99B77E4A0FF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4753" y="2925470"/>
            <a:ext cx="666387" cy="539523"/>
          </a:xfrm>
        </p:spPr>
        <p:txBody>
          <a:bodyPr/>
          <a:lstStyle/>
          <a:p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CB05F1D8-C0A6-3566-8B68-B52FF33E27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4770" y="2764469"/>
            <a:ext cx="1437212" cy="967687"/>
          </a:xfrm>
        </p:spPr>
        <p:txBody>
          <a:bodyPr/>
          <a:lstStyle>
            <a:lvl1pPr algn="ctr">
              <a:buNone/>
              <a:defRPr sz="14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1CAF413-29D2-7DD1-A574-72305A43CA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1959" y="2529230"/>
            <a:ext cx="2825967" cy="1337864"/>
          </a:xfrm>
        </p:spPr>
        <p:txBody>
          <a:bodyPr/>
          <a:lstStyle>
            <a:lvl1pPr algn="l">
              <a:buFont typeface="Arial" panose="020B0604020202020204" pitchFamily="34" charset="0"/>
              <a:buChar char="•"/>
              <a:defRPr sz="1400" b="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2" name="Picture Placeholder 26">
            <a:extLst>
              <a:ext uri="{FF2B5EF4-FFF2-40B4-BE49-F238E27FC236}">
                <a16:creationId xmlns:a16="http://schemas.microsoft.com/office/drawing/2014/main" id="{B6487CD0-613D-32CA-17B1-1052F9EE4D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7886" y="4623846"/>
            <a:ext cx="666387" cy="539523"/>
          </a:xfrm>
        </p:spPr>
        <p:txBody>
          <a:bodyPr/>
          <a:lstStyle/>
          <a:p>
            <a:endParaRPr lang="en-US"/>
          </a:p>
        </p:txBody>
      </p:sp>
      <p:sp>
        <p:nvSpPr>
          <p:cNvPr id="33" name="Text Placeholder 24">
            <a:extLst>
              <a:ext uri="{FF2B5EF4-FFF2-40B4-BE49-F238E27FC236}">
                <a16:creationId xmlns:a16="http://schemas.microsoft.com/office/drawing/2014/main" id="{8B9C9D1E-9C7B-592E-0154-6897AA98AB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79332" y="4406740"/>
            <a:ext cx="1437212" cy="1018700"/>
          </a:xfrm>
        </p:spPr>
        <p:txBody>
          <a:bodyPr/>
          <a:lstStyle>
            <a:lvl1pPr algn="ctr">
              <a:buNone/>
              <a:defRPr sz="14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DC4C767B-7CAD-0E6A-E1DC-4B1EEB7CEE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43778" y="4198509"/>
            <a:ext cx="3364148" cy="1390198"/>
          </a:xfrm>
        </p:spPr>
        <p:txBody>
          <a:bodyPr/>
          <a:lstStyle>
            <a:lvl1pPr algn="l">
              <a:buFont typeface="Arial" panose="020B0604020202020204" pitchFamily="34" charset="0"/>
              <a:buChar char="•"/>
              <a:defRPr sz="1400" b="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8D02F934-1582-7AEA-8BC5-414D335735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2291" y="1900446"/>
            <a:ext cx="5086892" cy="1888089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459993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884579B-D38E-9605-0A86-B4A0D331CA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1C6522F-EB65-E096-4A5B-06EA2A87AF2E}"/>
              </a:ext>
            </a:extLst>
          </p:cNvPr>
          <p:cNvSpPr/>
          <p:nvPr userDrawn="1"/>
        </p:nvSpPr>
        <p:spPr>
          <a:xfrm>
            <a:off x="323850" y="2071867"/>
            <a:ext cx="3553668" cy="3495555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B5E8200-EFFF-7795-B3F5-BE86AC9DF04F}"/>
              </a:ext>
            </a:extLst>
          </p:cNvPr>
          <p:cNvSpPr/>
          <p:nvPr userDrawn="1"/>
        </p:nvSpPr>
        <p:spPr>
          <a:xfrm>
            <a:off x="4317579" y="2071868"/>
            <a:ext cx="3553668" cy="3495544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46E36B4-73BD-2B27-BAB5-2575E6F034A4}"/>
              </a:ext>
            </a:extLst>
          </p:cNvPr>
          <p:cNvSpPr/>
          <p:nvPr userDrawn="1"/>
        </p:nvSpPr>
        <p:spPr>
          <a:xfrm>
            <a:off x="8314482" y="2095016"/>
            <a:ext cx="3553668" cy="3472395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45F1A2-1233-CAD8-70AD-EC4CA3638FEE}"/>
              </a:ext>
            </a:extLst>
          </p:cNvPr>
          <p:cNvCxnSpPr/>
          <p:nvPr userDrawn="1"/>
        </p:nvCxnSpPr>
        <p:spPr>
          <a:xfrm>
            <a:off x="323850" y="2986268"/>
            <a:ext cx="3553668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4"/>
                </a:gs>
                <a:gs pos="31000">
                  <a:schemeClr val="accent3"/>
                </a:gs>
                <a:gs pos="60000">
                  <a:schemeClr val="accent1"/>
                </a:gs>
                <a:gs pos="88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0D155C1-F0E8-4C1C-0247-4A0FDE3472BA}"/>
              </a:ext>
            </a:extLst>
          </p:cNvPr>
          <p:cNvCxnSpPr/>
          <p:nvPr userDrawn="1"/>
        </p:nvCxnSpPr>
        <p:spPr>
          <a:xfrm>
            <a:off x="4317579" y="2986268"/>
            <a:ext cx="3553668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4"/>
                </a:gs>
                <a:gs pos="33000">
                  <a:schemeClr val="accent3"/>
                </a:gs>
                <a:gs pos="69000">
                  <a:schemeClr val="accent1"/>
                </a:gs>
                <a:gs pos="92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7E9A16-A120-426F-5C86-607124B779D1}"/>
              </a:ext>
            </a:extLst>
          </p:cNvPr>
          <p:cNvCxnSpPr>
            <a:cxnSpLocks/>
          </p:cNvCxnSpPr>
          <p:nvPr userDrawn="1"/>
        </p:nvCxnSpPr>
        <p:spPr>
          <a:xfrm>
            <a:off x="8333772" y="2986268"/>
            <a:ext cx="3534378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4"/>
                </a:gs>
                <a:gs pos="43000">
                  <a:schemeClr val="accent3"/>
                </a:gs>
                <a:gs pos="73000">
                  <a:schemeClr val="accent1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4" name="Picture Placeholder 18">
            <a:extLst>
              <a:ext uri="{FF2B5EF4-FFF2-40B4-BE49-F238E27FC236}">
                <a16:creationId xmlns:a16="http://schemas.microsoft.com/office/drawing/2014/main" id="{66EEDCCF-E9EF-0BBE-5EA1-C0869A4768E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0810" y="3443469"/>
            <a:ext cx="914400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9319F21B-65AE-608E-9271-9F5A4F20B0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92170" y="3102016"/>
            <a:ext cx="2281177" cy="222232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5E4F04F0-BBF3-9BD8-4CCA-39EB624875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62298" y="3102014"/>
            <a:ext cx="2281177" cy="222232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A15BC6A3-DBE4-2954-57C6-6EAA2F702A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15096" y="3102014"/>
            <a:ext cx="2281177" cy="222232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8969EB92-555A-3037-9C85-C4013B5EA62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23224" y="3443469"/>
            <a:ext cx="914400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1943901-47BB-CED5-7CC3-29686E86BE6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459138" y="3443469"/>
            <a:ext cx="914400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Round Same Side Corner Rectangle 19">
            <a:extLst>
              <a:ext uri="{FF2B5EF4-FFF2-40B4-BE49-F238E27FC236}">
                <a16:creationId xmlns:a16="http://schemas.microsoft.com/office/drawing/2014/main" id="{2EC27E50-927C-E350-C18F-273C8E607FC0}"/>
              </a:ext>
            </a:extLst>
          </p:cNvPr>
          <p:cNvSpPr/>
          <p:nvPr userDrawn="1"/>
        </p:nvSpPr>
        <p:spPr>
          <a:xfrm>
            <a:off x="960699" y="1533656"/>
            <a:ext cx="2280212" cy="816006"/>
          </a:xfrm>
          <a:prstGeom prst="round2Same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AF1581F5-6CD8-F39E-4C56-0E864D900366}"/>
              </a:ext>
            </a:extLst>
          </p:cNvPr>
          <p:cNvSpPr/>
          <p:nvPr userDrawn="1"/>
        </p:nvSpPr>
        <p:spPr>
          <a:xfrm rot="10800000">
            <a:off x="1874977" y="2355462"/>
            <a:ext cx="451413" cy="381955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2" name="Text Placeholder 28">
            <a:extLst>
              <a:ext uri="{FF2B5EF4-FFF2-40B4-BE49-F238E27FC236}">
                <a16:creationId xmlns:a16="http://schemas.microsoft.com/office/drawing/2014/main" id="{AFD46C2B-91F1-9B8C-1741-9195B135D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25455" y="1681412"/>
            <a:ext cx="1950456" cy="54467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3" name="Round Same Side Corner Rectangle 22">
            <a:extLst>
              <a:ext uri="{FF2B5EF4-FFF2-40B4-BE49-F238E27FC236}">
                <a16:creationId xmlns:a16="http://schemas.microsoft.com/office/drawing/2014/main" id="{07A9660F-E584-7E89-7E86-BDAF3AAF0F1B}"/>
              </a:ext>
            </a:extLst>
          </p:cNvPr>
          <p:cNvSpPr/>
          <p:nvPr userDrawn="1"/>
        </p:nvSpPr>
        <p:spPr>
          <a:xfrm>
            <a:off x="4955894" y="1533656"/>
            <a:ext cx="2280212" cy="816006"/>
          </a:xfrm>
          <a:prstGeom prst="round2Same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B9312009-2769-946D-FF96-5F4999910B1B}"/>
              </a:ext>
            </a:extLst>
          </p:cNvPr>
          <p:cNvSpPr/>
          <p:nvPr userDrawn="1"/>
        </p:nvSpPr>
        <p:spPr>
          <a:xfrm rot="10800000">
            <a:off x="5870293" y="2349662"/>
            <a:ext cx="451413" cy="381955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5" name="Text Placeholder 28">
            <a:extLst>
              <a:ext uri="{FF2B5EF4-FFF2-40B4-BE49-F238E27FC236}">
                <a16:creationId xmlns:a16="http://schemas.microsoft.com/office/drawing/2014/main" id="{1404EA8B-083F-FA1E-E1D0-55E588AD4D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19185" y="1638089"/>
            <a:ext cx="1950456" cy="54467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6" name="Round Same Side Corner Rectangle 25">
            <a:extLst>
              <a:ext uri="{FF2B5EF4-FFF2-40B4-BE49-F238E27FC236}">
                <a16:creationId xmlns:a16="http://schemas.microsoft.com/office/drawing/2014/main" id="{EE852348-AFB2-B115-864B-93F0799107F7}"/>
              </a:ext>
            </a:extLst>
          </p:cNvPr>
          <p:cNvSpPr/>
          <p:nvPr userDrawn="1"/>
        </p:nvSpPr>
        <p:spPr>
          <a:xfrm>
            <a:off x="8960855" y="1536224"/>
            <a:ext cx="2280212" cy="816006"/>
          </a:xfrm>
          <a:prstGeom prst="round2Same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7B344418-26EE-0013-F33D-BD8674BB15CD}"/>
              </a:ext>
            </a:extLst>
          </p:cNvPr>
          <p:cNvSpPr/>
          <p:nvPr userDrawn="1"/>
        </p:nvSpPr>
        <p:spPr>
          <a:xfrm rot="10800000">
            <a:off x="9865609" y="2349662"/>
            <a:ext cx="451413" cy="381955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8" name="Text Placeholder 28">
            <a:extLst>
              <a:ext uri="{FF2B5EF4-FFF2-40B4-BE49-F238E27FC236}">
                <a16:creationId xmlns:a16="http://schemas.microsoft.com/office/drawing/2014/main" id="{EDC8B5FC-BF52-6880-C901-606A5AF59CE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5733" y="1669321"/>
            <a:ext cx="1950456" cy="54467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D594F7-2D66-B484-9281-197D4A592834}"/>
              </a:ext>
            </a:extLst>
          </p:cNvPr>
          <p:cNvCxnSpPr/>
          <p:nvPr userDrawn="1"/>
        </p:nvCxnSpPr>
        <p:spPr>
          <a:xfrm>
            <a:off x="323850" y="1030147"/>
            <a:ext cx="11544300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4"/>
                </a:gs>
                <a:gs pos="38000">
                  <a:schemeClr val="accent3"/>
                </a:gs>
                <a:gs pos="71000">
                  <a:schemeClr val="accent1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7359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6C33849-211A-31CC-2F79-100DE4B4F0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0" name="Notched Right Arrow 9">
            <a:extLst>
              <a:ext uri="{FF2B5EF4-FFF2-40B4-BE49-F238E27FC236}">
                <a16:creationId xmlns:a16="http://schemas.microsoft.com/office/drawing/2014/main" id="{345DF943-2C08-200D-1226-BA4A5C0D5523}"/>
              </a:ext>
            </a:extLst>
          </p:cNvPr>
          <p:cNvSpPr/>
          <p:nvPr userDrawn="1"/>
        </p:nvSpPr>
        <p:spPr>
          <a:xfrm>
            <a:off x="317502" y="1000461"/>
            <a:ext cx="3727450" cy="2140772"/>
          </a:xfrm>
          <a:prstGeom prst="notched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Notched Right Arrow 10">
            <a:extLst>
              <a:ext uri="{FF2B5EF4-FFF2-40B4-BE49-F238E27FC236}">
                <a16:creationId xmlns:a16="http://schemas.microsoft.com/office/drawing/2014/main" id="{CC778013-CC66-2412-5820-CB7D6EDAB134}"/>
              </a:ext>
            </a:extLst>
          </p:cNvPr>
          <p:cNvSpPr/>
          <p:nvPr userDrawn="1"/>
        </p:nvSpPr>
        <p:spPr>
          <a:xfrm>
            <a:off x="4227514" y="1000461"/>
            <a:ext cx="3727450" cy="2140771"/>
          </a:xfrm>
          <a:prstGeom prst="notched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Notched Right Arrow 11">
            <a:extLst>
              <a:ext uri="{FF2B5EF4-FFF2-40B4-BE49-F238E27FC236}">
                <a16:creationId xmlns:a16="http://schemas.microsoft.com/office/drawing/2014/main" id="{7254FD60-D90F-ECCD-0794-678F37DC9684}"/>
              </a:ext>
            </a:extLst>
          </p:cNvPr>
          <p:cNvSpPr/>
          <p:nvPr userDrawn="1"/>
        </p:nvSpPr>
        <p:spPr>
          <a:xfrm>
            <a:off x="8131179" y="1000461"/>
            <a:ext cx="3727450" cy="2140771"/>
          </a:xfrm>
          <a:prstGeom prst="notched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AD6BCE15-FE9B-BBA4-F147-4C0F65D9488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9768" y="1682756"/>
            <a:ext cx="914400" cy="782321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9F7C4A8-EB56-58D4-7CE6-C051F1912A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12265" y="1677376"/>
            <a:ext cx="914400" cy="782321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66BB484B-BBD7-5FF1-F923-84197B782A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305337" y="1677375"/>
            <a:ext cx="914400" cy="782321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1214F64-3766-2357-52B1-B721C01343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3991151"/>
            <a:ext cx="3506257" cy="1910298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B6F3474-17DF-E6FD-22C8-8D3ECA1F3D4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41284" y="3991151"/>
            <a:ext cx="3506258" cy="191567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1E4BA9A5-B5D5-6455-56C1-DDC369EA45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52370" y="3985769"/>
            <a:ext cx="3506259" cy="191568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Text3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B7CFF10-342B-6BA6-5B87-4365066930B7}"/>
              </a:ext>
            </a:extLst>
          </p:cNvPr>
          <p:cNvCxnSpPr/>
          <p:nvPr userDrawn="1"/>
        </p:nvCxnSpPr>
        <p:spPr>
          <a:xfrm>
            <a:off x="314329" y="956551"/>
            <a:ext cx="11544300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4"/>
                </a:gs>
                <a:gs pos="38000">
                  <a:schemeClr val="accent3"/>
                </a:gs>
                <a:gs pos="71000">
                  <a:schemeClr val="accent1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2DD9A-B84B-2AFC-FAC2-FF5CC28F94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4329" y="3185142"/>
            <a:ext cx="3512603" cy="49143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1FB8EE3D-E458-9699-9A10-6804A73373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0597" y="3171756"/>
            <a:ext cx="3512603" cy="49143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F2FCE38D-9169-1355-9B3D-9DA596B8BD9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06865" y="3171755"/>
            <a:ext cx="3512603" cy="49143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AE702E0-A3DA-A38F-4937-4A2FA5D7B9C7}"/>
              </a:ext>
            </a:extLst>
          </p:cNvPr>
          <p:cNvCxnSpPr>
            <a:cxnSpLocks/>
          </p:cNvCxnSpPr>
          <p:nvPr userDrawn="1"/>
        </p:nvCxnSpPr>
        <p:spPr>
          <a:xfrm>
            <a:off x="314329" y="3826825"/>
            <a:ext cx="3512603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A78F80C-B6FC-293B-BE52-CEC2C1D4398A}"/>
              </a:ext>
            </a:extLst>
          </p:cNvPr>
          <p:cNvCxnSpPr>
            <a:cxnSpLocks/>
          </p:cNvCxnSpPr>
          <p:nvPr userDrawn="1"/>
        </p:nvCxnSpPr>
        <p:spPr>
          <a:xfrm>
            <a:off x="4286522" y="3826825"/>
            <a:ext cx="3512603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23A30E-004C-8C43-EE9E-5891A31536AD}"/>
              </a:ext>
            </a:extLst>
          </p:cNvPr>
          <p:cNvCxnSpPr>
            <a:cxnSpLocks/>
          </p:cNvCxnSpPr>
          <p:nvPr userDrawn="1"/>
        </p:nvCxnSpPr>
        <p:spPr>
          <a:xfrm>
            <a:off x="8297553" y="3826825"/>
            <a:ext cx="3512603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861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1EE04-C69F-D2F9-857D-6680D02462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5" name="Picture Placeholder 22">
            <a:extLst>
              <a:ext uri="{FF2B5EF4-FFF2-40B4-BE49-F238E27FC236}">
                <a16:creationId xmlns:a16="http://schemas.microsoft.com/office/drawing/2014/main" id="{9939C16A-C714-9EFA-B491-34E1FA525F9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37024" y="2495416"/>
            <a:ext cx="820738" cy="71067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Picture Placeholder 22">
            <a:extLst>
              <a:ext uri="{FF2B5EF4-FFF2-40B4-BE49-F238E27FC236}">
                <a16:creationId xmlns:a16="http://schemas.microsoft.com/office/drawing/2014/main" id="{F7DC95FE-E0D8-4A50-E9D0-B882886640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69149" y="2478197"/>
            <a:ext cx="820738" cy="71067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22">
            <a:extLst>
              <a:ext uri="{FF2B5EF4-FFF2-40B4-BE49-F238E27FC236}">
                <a16:creationId xmlns:a16="http://schemas.microsoft.com/office/drawing/2014/main" id="{ADD5E81A-9CF8-1CA9-54F1-3DF720A2D9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201275" y="2478197"/>
            <a:ext cx="820738" cy="71067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Picture Placeholder 22">
            <a:extLst>
              <a:ext uri="{FF2B5EF4-FFF2-40B4-BE49-F238E27FC236}">
                <a16:creationId xmlns:a16="http://schemas.microsoft.com/office/drawing/2014/main" id="{08FE994D-7FA2-C8C2-1E99-3AE359B69B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04898" y="2495416"/>
            <a:ext cx="820738" cy="710670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: Rounded Corners 29">
            <a:extLst>
              <a:ext uri="{FF2B5EF4-FFF2-40B4-BE49-F238E27FC236}">
                <a16:creationId xmlns:a16="http://schemas.microsoft.com/office/drawing/2014/main" id="{A33F3D73-0226-FF5C-9BE4-0B4DBF64B617}"/>
              </a:ext>
            </a:extLst>
          </p:cNvPr>
          <p:cNvSpPr/>
          <p:nvPr userDrawn="1"/>
        </p:nvSpPr>
        <p:spPr>
          <a:xfrm>
            <a:off x="323850" y="1930400"/>
            <a:ext cx="11544300" cy="2385060"/>
          </a:xfrm>
          <a:prstGeom prst="roundRect">
            <a:avLst>
              <a:gd name="adj" fmla="val 6925"/>
            </a:avLst>
          </a:prstGeom>
          <a:solidFill>
            <a:schemeClr val="tx1">
              <a:alpha val="7845"/>
            </a:schemeClr>
          </a:solidFill>
          <a:ln w="25400" cap="flat">
            <a:gradFill flip="none" rotWithShape="1">
              <a:gsLst>
                <a:gs pos="0">
                  <a:schemeClr val="accent4"/>
                </a:gs>
                <a:gs pos="57000">
                  <a:schemeClr val="accent3"/>
                </a:gs>
                <a:gs pos="70000">
                  <a:schemeClr val="accent1"/>
                </a:gs>
                <a:gs pos="85000">
                  <a:srgbClr val="02C8FF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/>
          <a:p>
            <a:pPr algn="ctr">
              <a:lnSpc>
                <a:spcPct val="80000"/>
              </a:lnSpc>
            </a:pPr>
            <a:endParaRPr lang="en-US" sz="2381" spc="-200">
              <a:solidFill>
                <a:srgbClr val="FFFFFF"/>
              </a:solidFill>
              <a:latin typeface="CiscoSansTT"/>
              <a:cs typeface="CiscoSansTT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F0D94E-20AA-AD1E-E12E-4845FC059E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0161" y="3405438"/>
            <a:ext cx="1830211" cy="71067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0A6E8B12-F183-C8FB-B5E7-1733A4CDC8D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32287" y="3405438"/>
            <a:ext cx="1830211" cy="71067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EDC1203B-50DC-6F11-FA65-DA004A2DF5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64413" y="3381329"/>
            <a:ext cx="1830211" cy="71067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DD2F3957-B8EC-5926-C04D-E72285FB70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96538" y="3381329"/>
            <a:ext cx="1830211" cy="71067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</p:spTree>
    <p:extLst>
      <p:ext uri="{BB962C8B-B14F-4D97-AF65-F5344CB8AC3E}">
        <p14:creationId xmlns:p14="http://schemas.microsoft.com/office/powerpoint/2010/main" val="344489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3408987-09F2-8E2C-AA87-6D96CD7D79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A061E7-44C9-4324-A556-0A13986EC03A}"/>
              </a:ext>
            </a:extLst>
          </p:cNvPr>
          <p:cNvSpPr/>
          <p:nvPr userDrawn="1"/>
        </p:nvSpPr>
        <p:spPr>
          <a:xfrm>
            <a:off x="350756" y="1544056"/>
            <a:ext cx="2794317" cy="4307840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31C18C-1E50-84F4-2B9A-C1F23EDA9031}"/>
              </a:ext>
            </a:extLst>
          </p:cNvPr>
          <p:cNvSpPr/>
          <p:nvPr userDrawn="1"/>
        </p:nvSpPr>
        <p:spPr>
          <a:xfrm>
            <a:off x="3223643" y="1546447"/>
            <a:ext cx="2794318" cy="4307840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61B977-6E57-5975-4A01-3A0DAC4E5156}"/>
              </a:ext>
            </a:extLst>
          </p:cNvPr>
          <p:cNvSpPr/>
          <p:nvPr userDrawn="1"/>
        </p:nvSpPr>
        <p:spPr>
          <a:xfrm>
            <a:off x="6121913" y="1558662"/>
            <a:ext cx="2794318" cy="429323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0C3E3F-124D-B5BC-19C0-C508140CEBCB}"/>
              </a:ext>
            </a:extLst>
          </p:cNvPr>
          <p:cNvSpPr/>
          <p:nvPr userDrawn="1"/>
        </p:nvSpPr>
        <p:spPr>
          <a:xfrm>
            <a:off x="9072961" y="1558662"/>
            <a:ext cx="2794317" cy="429323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BB095586-3446-1137-8608-C068F73349C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38561" y="1745752"/>
            <a:ext cx="1248075" cy="972844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7CE15C6B-40C1-94EF-D4DF-265AD848FB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0125" y="3677919"/>
            <a:ext cx="2764948" cy="2173977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D06F8F1-3C73-FFB2-B93A-7E78978EF7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44408" y="3677919"/>
            <a:ext cx="2735580" cy="2173976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  <a:p>
            <a:pPr lvl="0"/>
            <a:endParaRPr lang="en-US" dirty="0"/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0F32BC2C-E84E-4C0F-213E-4E331C828E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48738" y="3677918"/>
            <a:ext cx="2794317" cy="2173977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  <a:p>
            <a:pPr lvl="0"/>
            <a:endParaRPr lang="en-US" dirty="0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86E5ACC0-C6B1-15EC-E4BE-E98CD4EBAD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15425" y="3677918"/>
            <a:ext cx="2752725" cy="2173978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  <a:p>
            <a:pPr lvl="0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A3887D4-3A36-3C3D-00ED-DDE8EF7FF8F7}"/>
              </a:ext>
            </a:extLst>
          </p:cNvPr>
          <p:cNvCxnSpPr/>
          <p:nvPr userDrawn="1"/>
        </p:nvCxnSpPr>
        <p:spPr>
          <a:xfrm>
            <a:off x="365439" y="2973385"/>
            <a:ext cx="2794317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7DF5A56-ECC1-1BAC-029B-7A98EC73360F}"/>
              </a:ext>
            </a:extLst>
          </p:cNvPr>
          <p:cNvCxnSpPr>
            <a:cxnSpLocks/>
          </p:cNvCxnSpPr>
          <p:nvPr userDrawn="1"/>
        </p:nvCxnSpPr>
        <p:spPr>
          <a:xfrm flipV="1">
            <a:off x="3223643" y="2973385"/>
            <a:ext cx="2756345" cy="10758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7000">
                  <a:schemeClr val="accent1"/>
                </a:gs>
                <a:gs pos="74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5C5F457-9BD7-F7BA-C714-94D603B2B552}"/>
              </a:ext>
            </a:extLst>
          </p:cNvPr>
          <p:cNvCxnSpPr>
            <a:cxnSpLocks/>
          </p:cNvCxnSpPr>
          <p:nvPr userDrawn="1"/>
        </p:nvCxnSpPr>
        <p:spPr>
          <a:xfrm>
            <a:off x="6148738" y="2973385"/>
            <a:ext cx="2767493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38000">
                  <a:schemeClr val="accent1"/>
                </a:gs>
                <a:gs pos="71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D2FE120-8E2B-560F-9481-6A48C34E8294}"/>
              </a:ext>
            </a:extLst>
          </p:cNvPr>
          <p:cNvCxnSpPr>
            <a:cxnSpLocks/>
          </p:cNvCxnSpPr>
          <p:nvPr userDrawn="1"/>
        </p:nvCxnSpPr>
        <p:spPr>
          <a:xfrm>
            <a:off x="9115425" y="2984143"/>
            <a:ext cx="2751853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2000">
                  <a:schemeClr val="accent1"/>
                </a:gs>
                <a:gs pos="77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4CFC94D-78F7-EAD0-BD53-4CD708F13ED6}"/>
              </a:ext>
            </a:extLst>
          </p:cNvPr>
          <p:cNvCxnSpPr/>
          <p:nvPr userDrawn="1"/>
        </p:nvCxnSpPr>
        <p:spPr>
          <a:xfrm>
            <a:off x="323850" y="1030147"/>
            <a:ext cx="11544300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4"/>
                </a:gs>
                <a:gs pos="38000">
                  <a:schemeClr val="accent3"/>
                </a:gs>
                <a:gs pos="71000">
                  <a:schemeClr val="accent1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0774B5F1-4DF5-7EC0-124C-3E04C544CB7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988160" y="1736032"/>
            <a:ext cx="1248075" cy="972844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068FAF34-0C3D-F716-81EA-86056ACC9C4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895034" y="1718890"/>
            <a:ext cx="1248075" cy="972844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22917636-CE75-88BB-FC4D-6D60DF8793C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867313" y="1784981"/>
            <a:ext cx="1248075" cy="972844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EB8DD15F-449C-C1D2-2035-10F103F91B1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84426" y="3071446"/>
            <a:ext cx="2735266" cy="357554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E8321990-1B31-BF26-E56F-21472CC1299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44722" y="3079996"/>
            <a:ext cx="2735266" cy="357554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DFBD4F74-14D1-180F-CD0D-E2C83190404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74691" y="3094650"/>
            <a:ext cx="2735266" cy="357554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BDAE7E49-85C2-CD2C-DCA9-AE6504AFE9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32448" y="3094650"/>
            <a:ext cx="2735266" cy="357554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</p:spTree>
    <p:extLst>
      <p:ext uri="{BB962C8B-B14F-4D97-AF65-F5344CB8AC3E}">
        <p14:creationId xmlns:p14="http://schemas.microsoft.com/office/powerpoint/2010/main" val="204779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2624734-EE48-6CEF-82D5-3F2C6D379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68643B-A439-D452-A7CB-AC1240D827DF}"/>
              </a:ext>
            </a:extLst>
          </p:cNvPr>
          <p:cNvSpPr/>
          <p:nvPr userDrawn="1"/>
        </p:nvSpPr>
        <p:spPr>
          <a:xfrm rot="20873783">
            <a:off x="677401" y="1832055"/>
            <a:ext cx="2222580" cy="3607928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37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86F6930-D684-1136-F692-4AEA5B6288EF}"/>
              </a:ext>
            </a:extLst>
          </p:cNvPr>
          <p:cNvSpPr/>
          <p:nvPr userDrawn="1"/>
        </p:nvSpPr>
        <p:spPr>
          <a:xfrm rot="20873783">
            <a:off x="3575046" y="1831988"/>
            <a:ext cx="2222580" cy="3613688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38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A28000F-6998-F52A-3BB3-D4B6D8B4E259}"/>
              </a:ext>
            </a:extLst>
          </p:cNvPr>
          <p:cNvSpPr/>
          <p:nvPr userDrawn="1"/>
        </p:nvSpPr>
        <p:spPr>
          <a:xfrm rot="20873783">
            <a:off x="6393274" y="1832061"/>
            <a:ext cx="2222580" cy="3607311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38000">
                  <a:schemeClr val="accent1"/>
                </a:gs>
                <a:gs pos="71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4B03582-8600-F87B-7FDC-B2BCE603A52F}"/>
              </a:ext>
            </a:extLst>
          </p:cNvPr>
          <p:cNvSpPr/>
          <p:nvPr userDrawn="1"/>
        </p:nvSpPr>
        <p:spPr>
          <a:xfrm rot="20873783">
            <a:off x="9291804" y="1829425"/>
            <a:ext cx="2222580" cy="3609975"/>
          </a:xfrm>
          <a:prstGeom prst="roundRect">
            <a:avLst/>
          </a:prstGeom>
          <a:noFill/>
          <a:ln w="22225">
            <a:gradFill>
              <a:gsLst>
                <a:gs pos="0">
                  <a:schemeClr val="accent4"/>
                </a:gs>
                <a:gs pos="37000">
                  <a:schemeClr val="accent3"/>
                </a:gs>
                <a:gs pos="7300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68F57FB-F160-201F-AEAB-B609BA2D177D}"/>
              </a:ext>
            </a:extLst>
          </p:cNvPr>
          <p:cNvSpPr/>
          <p:nvPr userDrawn="1"/>
        </p:nvSpPr>
        <p:spPr>
          <a:xfrm>
            <a:off x="567158" y="1979271"/>
            <a:ext cx="2349661" cy="3333509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36CF9CB-02B2-EBFE-E3CA-23A8DC396F0E}"/>
              </a:ext>
            </a:extLst>
          </p:cNvPr>
          <p:cNvSpPr/>
          <p:nvPr userDrawn="1"/>
        </p:nvSpPr>
        <p:spPr>
          <a:xfrm>
            <a:off x="3455508" y="1979271"/>
            <a:ext cx="2349661" cy="3333509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1B61BD4-B9AA-2A81-E5BD-952C612AD5B1}"/>
              </a:ext>
            </a:extLst>
          </p:cNvPr>
          <p:cNvSpPr/>
          <p:nvPr userDrawn="1"/>
        </p:nvSpPr>
        <p:spPr>
          <a:xfrm>
            <a:off x="6353759" y="1979271"/>
            <a:ext cx="2349661" cy="3333509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7829843-B2A4-2D9D-59DB-05072066603A}"/>
              </a:ext>
            </a:extLst>
          </p:cNvPr>
          <p:cNvSpPr/>
          <p:nvPr userDrawn="1"/>
        </p:nvSpPr>
        <p:spPr>
          <a:xfrm>
            <a:off x="9252010" y="1979271"/>
            <a:ext cx="2349661" cy="3333509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Text Placeholder 34">
            <a:extLst>
              <a:ext uri="{FF2B5EF4-FFF2-40B4-BE49-F238E27FC236}">
                <a16:creationId xmlns:a16="http://schemas.microsoft.com/office/drawing/2014/main" id="{9147D87E-6857-69D4-BE2B-943072BC4B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1159" y="2158877"/>
            <a:ext cx="2141655" cy="434357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8" name="Text Placeholder 36">
            <a:extLst>
              <a:ext uri="{FF2B5EF4-FFF2-40B4-BE49-F238E27FC236}">
                <a16:creationId xmlns:a16="http://schemas.microsoft.com/office/drawing/2014/main" id="{128E5F9F-9F74-F0FB-53BD-041C41D5C6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3114" y="2933363"/>
            <a:ext cx="2257743" cy="1435434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19" name="Text Placeholder 34">
            <a:extLst>
              <a:ext uri="{FF2B5EF4-FFF2-40B4-BE49-F238E27FC236}">
                <a16:creationId xmlns:a16="http://schemas.microsoft.com/office/drawing/2014/main" id="{3021B376-4B53-278A-DAC1-979C5D9D85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75831" y="2158877"/>
            <a:ext cx="2141655" cy="434357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0" name="Picture Placeholder 20">
            <a:extLst>
              <a:ext uri="{FF2B5EF4-FFF2-40B4-BE49-F238E27FC236}">
                <a16:creationId xmlns:a16="http://schemas.microsoft.com/office/drawing/2014/main" id="{092576AF-05BE-F2D6-F0D1-07987842CAF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189459" y="4443313"/>
            <a:ext cx="914400" cy="724664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A68E264A-43C0-6583-B44F-BCA7F6C44A1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84785" y="4448904"/>
            <a:ext cx="914400" cy="730261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6">
            <a:extLst>
              <a:ext uri="{FF2B5EF4-FFF2-40B4-BE49-F238E27FC236}">
                <a16:creationId xmlns:a16="http://schemas.microsoft.com/office/drawing/2014/main" id="{51F6BA2E-D55B-C399-0276-80F801E591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10155" y="2933363"/>
            <a:ext cx="2257743" cy="143543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23" name="Text Placeholder 36">
            <a:extLst>
              <a:ext uri="{FF2B5EF4-FFF2-40B4-BE49-F238E27FC236}">
                <a16:creationId xmlns:a16="http://schemas.microsoft.com/office/drawing/2014/main" id="{08B3D911-2162-51E8-7DFD-EBC49117F9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99718" y="2933364"/>
            <a:ext cx="2257743" cy="143543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24" name="Text Placeholder 36">
            <a:extLst>
              <a:ext uri="{FF2B5EF4-FFF2-40B4-BE49-F238E27FC236}">
                <a16:creationId xmlns:a16="http://schemas.microsoft.com/office/drawing/2014/main" id="{373F276B-3394-3AB4-BE24-88FA34B6CA9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287572" y="2935970"/>
            <a:ext cx="2257743" cy="143283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25" name="Text Placeholder 34">
            <a:extLst>
              <a:ext uri="{FF2B5EF4-FFF2-40B4-BE49-F238E27FC236}">
                <a16:creationId xmlns:a16="http://schemas.microsoft.com/office/drawing/2014/main" id="{220B4D3E-6409-791B-5443-2E2ACB935C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59668" y="2158877"/>
            <a:ext cx="2141655" cy="434357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26" name="Text Placeholder 34">
            <a:extLst>
              <a:ext uri="{FF2B5EF4-FFF2-40B4-BE49-F238E27FC236}">
                <a16:creationId xmlns:a16="http://schemas.microsoft.com/office/drawing/2014/main" id="{5B72C338-C066-7E63-4B2E-53CF591351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57919" y="2158877"/>
            <a:ext cx="2141655" cy="434357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27" name="Picture Placeholder 20">
            <a:extLst>
              <a:ext uri="{FF2B5EF4-FFF2-40B4-BE49-F238E27FC236}">
                <a16:creationId xmlns:a16="http://schemas.microsoft.com/office/drawing/2014/main" id="{8F612791-58A0-CEC1-ACD5-5E89397D811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47364" y="4443310"/>
            <a:ext cx="914400" cy="735855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0">
            <a:extLst>
              <a:ext uri="{FF2B5EF4-FFF2-40B4-BE49-F238E27FC236}">
                <a16:creationId xmlns:a16="http://schemas.microsoft.com/office/drawing/2014/main" id="{31AAC57D-CB9C-6E4F-07CF-A15D196C4E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969640" y="4443310"/>
            <a:ext cx="914400" cy="721870"/>
          </a:xfrm>
        </p:spPr>
        <p:txBody>
          <a:bodyPr/>
          <a:lstStyle/>
          <a:p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DC1D456-880A-D11A-6598-DF6AAE45925E}"/>
              </a:ext>
            </a:extLst>
          </p:cNvPr>
          <p:cNvCxnSpPr>
            <a:cxnSpLocks/>
          </p:cNvCxnSpPr>
          <p:nvPr userDrawn="1"/>
        </p:nvCxnSpPr>
        <p:spPr>
          <a:xfrm>
            <a:off x="567158" y="2780345"/>
            <a:ext cx="2349661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B52D606-DAF8-F24D-D7E7-D969915276B0}"/>
              </a:ext>
            </a:extLst>
          </p:cNvPr>
          <p:cNvCxnSpPr>
            <a:cxnSpLocks/>
          </p:cNvCxnSpPr>
          <p:nvPr userDrawn="1"/>
        </p:nvCxnSpPr>
        <p:spPr>
          <a:xfrm>
            <a:off x="3455508" y="2776850"/>
            <a:ext cx="2349661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B8C467-9520-DA85-9E61-BE6596B9823B}"/>
              </a:ext>
            </a:extLst>
          </p:cNvPr>
          <p:cNvCxnSpPr>
            <a:cxnSpLocks/>
          </p:cNvCxnSpPr>
          <p:nvPr userDrawn="1"/>
        </p:nvCxnSpPr>
        <p:spPr>
          <a:xfrm>
            <a:off x="6353759" y="2776850"/>
            <a:ext cx="2349661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F9B903E-5E4D-1C64-D50E-196F02000E3D}"/>
              </a:ext>
            </a:extLst>
          </p:cNvPr>
          <p:cNvCxnSpPr>
            <a:cxnSpLocks/>
          </p:cNvCxnSpPr>
          <p:nvPr userDrawn="1"/>
        </p:nvCxnSpPr>
        <p:spPr>
          <a:xfrm>
            <a:off x="9252010" y="2763195"/>
            <a:ext cx="2349661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916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AACD912-AC2D-3AF2-3A5A-3D518BCEAF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BBE6FCD-8718-2982-B68D-274E03232BE6}"/>
              </a:ext>
            </a:extLst>
          </p:cNvPr>
          <p:cNvSpPr/>
          <p:nvPr userDrawn="1"/>
        </p:nvSpPr>
        <p:spPr>
          <a:xfrm>
            <a:off x="1483360" y="1706880"/>
            <a:ext cx="599440" cy="599440"/>
          </a:xfrm>
          <a:prstGeom prst="ellipse">
            <a:avLst/>
          </a:prstGeom>
          <a:noFill/>
          <a:ln w="1587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22815B5-B9C1-E8FC-67D4-1B172B2309FA}"/>
              </a:ext>
            </a:extLst>
          </p:cNvPr>
          <p:cNvSpPr/>
          <p:nvPr userDrawn="1"/>
        </p:nvSpPr>
        <p:spPr>
          <a:xfrm>
            <a:off x="4389120" y="1706880"/>
            <a:ext cx="599440" cy="599440"/>
          </a:xfrm>
          <a:prstGeom prst="ellipse">
            <a:avLst/>
          </a:prstGeom>
          <a:noFill/>
          <a:ln w="15875">
            <a:gradFill>
              <a:gsLst>
                <a:gs pos="0">
                  <a:schemeClr val="tx1"/>
                </a:gs>
                <a:gs pos="29000">
                  <a:schemeClr val="accent1"/>
                </a:gs>
                <a:gs pos="63000">
                  <a:schemeClr val="accent3"/>
                </a:gs>
                <a:gs pos="90000">
                  <a:schemeClr val="accent4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0" indent="0" algn="l">
              <a:buFont typeface="Arial" panose="020B0604020202020204" pitchFamily="34" charset="0"/>
              <a:buNone/>
            </a:pPr>
            <a:endParaRPr lang="en-US" sz="1600" dirty="0">
              <a:solidFill>
                <a:schemeClr val="bg1"/>
              </a:solidFill>
              <a:highlight>
                <a:srgbClr val="0000FF"/>
              </a:highlight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4DBC5F7-9812-7E58-B64B-3E5CAD6D554B}"/>
              </a:ext>
            </a:extLst>
          </p:cNvPr>
          <p:cNvSpPr/>
          <p:nvPr userDrawn="1"/>
        </p:nvSpPr>
        <p:spPr>
          <a:xfrm>
            <a:off x="7198360" y="1706880"/>
            <a:ext cx="599440" cy="599440"/>
          </a:xfrm>
          <a:prstGeom prst="ellipse">
            <a:avLst/>
          </a:prstGeom>
          <a:noFill/>
          <a:ln w="15875">
            <a:gradFill>
              <a:gsLst>
                <a:gs pos="0">
                  <a:schemeClr val="accent1"/>
                </a:gs>
                <a:gs pos="32000">
                  <a:schemeClr val="tx1"/>
                </a:gs>
                <a:gs pos="65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3D17AB-0938-AD7F-98E5-078A3744731F}"/>
              </a:ext>
            </a:extLst>
          </p:cNvPr>
          <p:cNvSpPr/>
          <p:nvPr userDrawn="1"/>
        </p:nvSpPr>
        <p:spPr>
          <a:xfrm>
            <a:off x="10109200" y="1706880"/>
            <a:ext cx="599440" cy="599440"/>
          </a:xfrm>
          <a:prstGeom prst="ellipse">
            <a:avLst/>
          </a:prstGeom>
          <a:noFill/>
          <a:ln w="15875">
            <a:gradFill flip="none" rotWithShape="1">
              <a:gsLst>
                <a:gs pos="0">
                  <a:schemeClr val="tx1"/>
                </a:gs>
                <a:gs pos="29000">
                  <a:schemeClr val="accent1"/>
                </a:gs>
                <a:gs pos="70000">
                  <a:schemeClr val="accent3"/>
                </a:gs>
                <a:gs pos="93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ABE9501-FF27-8CB2-38C3-7444CD8CE6E4}"/>
              </a:ext>
            </a:extLst>
          </p:cNvPr>
          <p:cNvSpPr/>
          <p:nvPr userDrawn="1"/>
        </p:nvSpPr>
        <p:spPr>
          <a:xfrm>
            <a:off x="965200" y="2448559"/>
            <a:ext cx="1706880" cy="492443"/>
          </a:xfrm>
          <a:prstGeom prst="roundRect">
            <a:avLst/>
          </a:prstGeom>
          <a:noFill/>
          <a:ln w="15875">
            <a:gradFill flip="none" rotWithShape="1">
              <a:gsLst>
                <a:gs pos="0">
                  <a:schemeClr val="tx1"/>
                </a:gs>
                <a:gs pos="49000">
                  <a:schemeClr val="accent1"/>
                </a:gs>
                <a:gs pos="83000">
                  <a:schemeClr val="accent4"/>
                </a:gs>
                <a:gs pos="100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9C4275E-5ABB-AA35-F78B-A85CE90D2090}"/>
              </a:ext>
            </a:extLst>
          </p:cNvPr>
          <p:cNvSpPr/>
          <p:nvPr userDrawn="1"/>
        </p:nvSpPr>
        <p:spPr>
          <a:xfrm>
            <a:off x="665480" y="2814320"/>
            <a:ext cx="2326640" cy="2733040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4" name="Trapezoid 13">
            <a:extLst>
              <a:ext uri="{FF2B5EF4-FFF2-40B4-BE49-F238E27FC236}">
                <a16:creationId xmlns:a16="http://schemas.microsoft.com/office/drawing/2014/main" id="{2C6E8110-485D-EB9F-D83C-114C4B12C498}"/>
              </a:ext>
            </a:extLst>
          </p:cNvPr>
          <p:cNvSpPr/>
          <p:nvPr userDrawn="1"/>
        </p:nvSpPr>
        <p:spPr>
          <a:xfrm rot="10800000">
            <a:off x="1036318" y="2448559"/>
            <a:ext cx="1572259" cy="774052"/>
          </a:xfrm>
          <a:prstGeom prst="trapezoid">
            <a:avLst/>
          </a:prstGeom>
          <a:solidFill>
            <a:schemeClr val="tx1"/>
          </a:solidFill>
          <a:ln w="15875">
            <a:gradFill>
              <a:gsLst>
                <a:gs pos="5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A9C8AB2-64F1-2617-8CC9-2EA948ABFB58}"/>
              </a:ext>
            </a:extLst>
          </p:cNvPr>
          <p:cNvSpPr/>
          <p:nvPr userDrawn="1"/>
        </p:nvSpPr>
        <p:spPr>
          <a:xfrm>
            <a:off x="3835400" y="2509361"/>
            <a:ext cx="1706880" cy="492443"/>
          </a:xfrm>
          <a:prstGeom prst="roundRect">
            <a:avLst/>
          </a:prstGeom>
          <a:noFill/>
          <a:ln w="15875">
            <a:gradFill flip="none" rotWithShape="1">
              <a:gsLst>
                <a:gs pos="0">
                  <a:schemeClr val="accent4"/>
                </a:gs>
                <a:gs pos="74000">
                  <a:schemeClr val="accent3"/>
                </a:gs>
                <a:gs pos="83000">
                  <a:schemeClr val="tx1"/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264D530-288B-E594-9B4A-77B23FC6C7BF}"/>
              </a:ext>
            </a:extLst>
          </p:cNvPr>
          <p:cNvSpPr/>
          <p:nvPr userDrawn="1"/>
        </p:nvSpPr>
        <p:spPr>
          <a:xfrm>
            <a:off x="6644640" y="2496978"/>
            <a:ext cx="1706880" cy="492443"/>
          </a:xfrm>
          <a:prstGeom prst="roundRect">
            <a:avLst/>
          </a:prstGeom>
          <a:noFill/>
          <a:ln w="15875">
            <a:gradFill flip="none" rotWithShape="1">
              <a:gsLst>
                <a:gs pos="0">
                  <a:schemeClr val="accent4"/>
                </a:gs>
                <a:gs pos="35000">
                  <a:schemeClr val="accent3"/>
                </a:gs>
                <a:gs pos="70000">
                  <a:schemeClr val="tx1"/>
                </a:gs>
                <a:gs pos="100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B015017-61E3-A1D0-08D9-07CB89F1E6D2}"/>
              </a:ext>
            </a:extLst>
          </p:cNvPr>
          <p:cNvSpPr/>
          <p:nvPr userDrawn="1"/>
        </p:nvSpPr>
        <p:spPr>
          <a:xfrm>
            <a:off x="9555480" y="2403944"/>
            <a:ext cx="1706880" cy="492443"/>
          </a:xfrm>
          <a:prstGeom prst="roundRect">
            <a:avLst/>
          </a:prstGeom>
          <a:noFill/>
          <a:ln w="15875">
            <a:gradFill flip="none" rotWithShape="1">
              <a:gsLst>
                <a:gs pos="0">
                  <a:schemeClr val="accent4"/>
                </a:gs>
                <a:gs pos="45000">
                  <a:schemeClr val="tx1"/>
                </a:gs>
                <a:gs pos="66000">
                  <a:schemeClr val="accent1"/>
                </a:gs>
                <a:gs pos="91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A7582B7-7DB0-3486-52E4-386397E52FA9}"/>
              </a:ext>
            </a:extLst>
          </p:cNvPr>
          <p:cNvSpPr/>
          <p:nvPr userDrawn="1"/>
        </p:nvSpPr>
        <p:spPr>
          <a:xfrm>
            <a:off x="3525520" y="2835585"/>
            <a:ext cx="2326640" cy="2733040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932FBF8-5F5E-727C-6A9C-4C7574EE9C4E}"/>
              </a:ext>
            </a:extLst>
          </p:cNvPr>
          <p:cNvSpPr/>
          <p:nvPr userDrawn="1"/>
        </p:nvSpPr>
        <p:spPr>
          <a:xfrm>
            <a:off x="6341429" y="2874217"/>
            <a:ext cx="2326640" cy="2733040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715517D-D9EE-4E03-70A7-E7741A9FAD77}"/>
              </a:ext>
            </a:extLst>
          </p:cNvPr>
          <p:cNvSpPr/>
          <p:nvPr userDrawn="1"/>
        </p:nvSpPr>
        <p:spPr>
          <a:xfrm>
            <a:off x="9245600" y="2782984"/>
            <a:ext cx="2326640" cy="2733040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2559AF51-A488-FCB8-AC72-2CF03A5A545B}"/>
              </a:ext>
            </a:extLst>
          </p:cNvPr>
          <p:cNvSpPr/>
          <p:nvPr userDrawn="1"/>
        </p:nvSpPr>
        <p:spPr>
          <a:xfrm rot="10800000">
            <a:off x="3902709" y="2509361"/>
            <a:ext cx="1572259" cy="774052"/>
          </a:xfrm>
          <a:prstGeom prst="trapezoid">
            <a:avLst/>
          </a:prstGeom>
          <a:solidFill>
            <a:schemeClr val="tx1"/>
          </a:solidFill>
          <a:ln w="15875">
            <a:gradFill flip="none" rotWithShape="1">
              <a:gsLst>
                <a:gs pos="7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2" name="Trapezoid 21">
            <a:extLst>
              <a:ext uri="{FF2B5EF4-FFF2-40B4-BE49-F238E27FC236}">
                <a16:creationId xmlns:a16="http://schemas.microsoft.com/office/drawing/2014/main" id="{74B5BCB5-8F03-C95A-989A-542AFCF54E1E}"/>
              </a:ext>
            </a:extLst>
          </p:cNvPr>
          <p:cNvSpPr/>
          <p:nvPr userDrawn="1"/>
        </p:nvSpPr>
        <p:spPr>
          <a:xfrm rot="10800000">
            <a:off x="6711951" y="2487191"/>
            <a:ext cx="1572259" cy="774052"/>
          </a:xfrm>
          <a:prstGeom prst="trapezoid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1"/>
                </a:gs>
                <a:gs pos="52000">
                  <a:schemeClr val="accent3"/>
                </a:gs>
                <a:gs pos="86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3" name="Trapezoid 22">
            <a:extLst>
              <a:ext uri="{FF2B5EF4-FFF2-40B4-BE49-F238E27FC236}">
                <a16:creationId xmlns:a16="http://schemas.microsoft.com/office/drawing/2014/main" id="{13276356-F6F7-311F-5081-B82D5E805C26}"/>
              </a:ext>
            </a:extLst>
          </p:cNvPr>
          <p:cNvSpPr/>
          <p:nvPr userDrawn="1"/>
        </p:nvSpPr>
        <p:spPr>
          <a:xfrm rot="10800000">
            <a:off x="9622790" y="2395958"/>
            <a:ext cx="1572259" cy="774052"/>
          </a:xfrm>
          <a:prstGeom prst="trapezoid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4"/>
                </a:gs>
                <a:gs pos="49000">
                  <a:schemeClr val="accent1"/>
                </a:gs>
                <a:gs pos="92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 Placeholder 34">
            <a:extLst>
              <a:ext uri="{FF2B5EF4-FFF2-40B4-BE49-F238E27FC236}">
                <a16:creationId xmlns:a16="http://schemas.microsoft.com/office/drawing/2014/main" id="{61E2C115-3BAB-6AF5-5507-BEB53351957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8337" y="3273291"/>
            <a:ext cx="2257744" cy="434357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5" name="Text Placeholder 36">
            <a:extLst>
              <a:ext uri="{FF2B5EF4-FFF2-40B4-BE49-F238E27FC236}">
                <a16:creationId xmlns:a16="http://schemas.microsoft.com/office/drawing/2014/main" id="{F1E9F404-BC3F-5E61-7A51-DB579D5995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244" y="3964290"/>
            <a:ext cx="2257743" cy="135955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26" name="Picture Placeholder 38">
            <a:extLst>
              <a:ext uri="{FF2B5EF4-FFF2-40B4-BE49-F238E27FC236}">
                <a16:creationId xmlns:a16="http://schemas.microsoft.com/office/drawing/2014/main" id="{D3F2918C-5EB6-8927-0019-7D990D1B236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23069" y="2572524"/>
            <a:ext cx="914400" cy="632321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Picture Placeholder 38">
            <a:extLst>
              <a:ext uri="{FF2B5EF4-FFF2-40B4-BE49-F238E27FC236}">
                <a16:creationId xmlns:a16="http://schemas.microsoft.com/office/drawing/2014/main" id="{7B962872-912E-E7AA-11A5-13CDC623FAA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361440" y="2525934"/>
            <a:ext cx="914400" cy="632321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Picture Placeholder 38">
            <a:extLst>
              <a:ext uri="{FF2B5EF4-FFF2-40B4-BE49-F238E27FC236}">
                <a16:creationId xmlns:a16="http://schemas.microsoft.com/office/drawing/2014/main" id="{A01DE786-38DC-BECE-A329-2E67911855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0880" y="2572523"/>
            <a:ext cx="914400" cy="632321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Picture Placeholder 38">
            <a:extLst>
              <a:ext uri="{FF2B5EF4-FFF2-40B4-BE49-F238E27FC236}">
                <a16:creationId xmlns:a16="http://schemas.microsoft.com/office/drawing/2014/main" id="{A9B9E7CD-3095-B68F-F69D-002A7B66D44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49183" y="2466822"/>
            <a:ext cx="914400" cy="632321"/>
          </a:xfrm>
        </p:spPr>
        <p:txBody>
          <a:bodyPr/>
          <a:lstStyle/>
          <a:p>
            <a:endParaRPr lang="en-US"/>
          </a:p>
        </p:txBody>
      </p:sp>
      <p:sp>
        <p:nvSpPr>
          <p:cNvPr id="30" name="Text Placeholder 34">
            <a:extLst>
              <a:ext uri="{FF2B5EF4-FFF2-40B4-BE49-F238E27FC236}">
                <a16:creationId xmlns:a16="http://schemas.microsoft.com/office/drawing/2014/main" id="{9E3F9F1F-D19B-5009-EC67-06BBAA89BF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51396" y="3292687"/>
            <a:ext cx="2257744" cy="465947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31" name="Text Placeholder 34">
            <a:extLst>
              <a:ext uri="{FF2B5EF4-FFF2-40B4-BE49-F238E27FC236}">
                <a16:creationId xmlns:a16="http://schemas.microsoft.com/office/drawing/2014/main" id="{60522789-4055-AFAA-6431-608FB2E2A4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5560" y="3293468"/>
            <a:ext cx="2257744" cy="46438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32" name="Text Placeholder 34">
            <a:extLst>
              <a:ext uri="{FF2B5EF4-FFF2-40B4-BE49-F238E27FC236}">
                <a16:creationId xmlns:a16="http://schemas.microsoft.com/office/drawing/2014/main" id="{C03F9D70-CFA6-1A29-6E32-C56A26DEF5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77510" y="3212549"/>
            <a:ext cx="2257744" cy="434360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33" name="Text Placeholder 36">
            <a:extLst>
              <a:ext uri="{FF2B5EF4-FFF2-40B4-BE49-F238E27FC236}">
                <a16:creationId xmlns:a16="http://schemas.microsoft.com/office/drawing/2014/main" id="{33C51FDD-2473-1E4B-4E75-1088EF120F6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556955" y="3964290"/>
            <a:ext cx="2257743" cy="135955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34" name="Text Placeholder 36">
            <a:extLst>
              <a:ext uri="{FF2B5EF4-FFF2-40B4-BE49-F238E27FC236}">
                <a16:creationId xmlns:a16="http://schemas.microsoft.com/office/drawing/2014/main" id="{DD29EC34-8A97-5DBA-9F26-E6231384FC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5877" y="3963626"/>
            <a:ext cx="2257743" cy="135955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35" name="Text Placeholder 36">
            <a:extLst>
              <a:ext uri="{FF2B5EF4-FFF2-40B4-BE49-F238E27FC236}">
                <a16:creationId xmlns:a16="http://schemas.microsoft.com/office/drawing/2014/main" id="{2F3DDABC-CFC6-9488-1C0C-964FE2DB925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95289" y="3963626"/>
            <a:ext cx="2257743" cy="135955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C436001-CEF1-C181-F004-F445A1F73895}"/>
              </a:ext>
            </a:extLst>
          </p:cNvPr>
          <p:cNvCxnSpPr/>
          <p:nvPr userDrawn="1"/>
        </p:nvCxnSpPr>
        <p:spPr>
          <a:xfrm>
            <a:off x="323850" y="975360"/>
            <a:ext cx="11544300" cy="0"/>
          </a:xfrm>
          <a:prstGeom prst="line">
            <a:avLst/>
          </a:prstGeom>
          <a:ln>
            <a:gradFill flip="none" rotWithShape="1">
              <a:gsLst>
                <a:gs pos="37000">
                  <a:schemeClr val="accent3"/>
                </a:gs>
                <a:gs pos="7000">
                  <a:schemeClr val="accent4"/>
                </a:gs>
                <a:gs pos="68000">
                  <a:schemeClr val="accent1"/>
                </a:gs>
                <a:gs pos="83000">
                  <a:schemeClr val="bg1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1366F07-D185-1629-79BB-B6F02D8BC109}"/>
              </a:ext>
            </a:extLst>
          </p:cNvPr>
          <p:cNvSpPr txBox="1"/>
          <p:nvPr userDrawn="1"/>
        </p:nvSpPr>
        <p:spPr>
          <a:xfrm flipH="1">
            <a:off x="1582452" y="1890851"/>
            <a:ext cx="40125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sz="1600" kern="1200" dirty="0">
                <a:solidFill>
                  <a:schemeClr val="bg1"/>
                </a:solidFill>
                <a:latin typeface="+mn-lt"/>
                <a:ea typeface="ＭＳ Ｐゴシック" charset="0"/>
              </a:rPr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F7966-648B-07B8-2C9D-A0ECB850A166}"/>
              </a:ext>
            </a:extLst>
          </p:cNvPr>
          <p:cNvSpPr txBox="1"/>
          <p:nvPr userDrawn="1"/>
        </p:nvSpPr>
        <p:spPr>
          <a:xfrm flipH="1">
            <a:off x="4479641" y="1890851"/>
            <a:ext cx="40125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sz="1600" kern="1200" dirty="0">
                <a:solidFill>
                  <a:schemeClr val="bg1"/>
                </a:solidFill>
                <a:latin typeface="+mn-lt"/>
                <a:ea typeface="ＭＳ Ｐゴシック" charset="0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0BEFE4-D36D-4F94-B52A-11D3BC0EF811}"/>
              </a:ext>
            </a:extLst>
          </p:cNvPr>
          <p:cNvSpPr txBox="1"/>
          <p:nvPr userDrawn="1"/>
        </p:nvSpPr>
        <p:spPr>
          <a:xfrm flipH="1">
            <a:off x="7294880" y="1879998"/>
            <a:ext cx="40125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sz="1600" kern="1200" dirty="0">
                <a:solidFill>
                  <a:schemeClr val="bg1"/>
                </a:solidFill>
                <a:latin typeface="+mn-lt"/>
                <a:ea typeface="ＭＳ Ｐゴシック" charset="0"/>
              </a:rPr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67188C-0E67-76A4-062B-4408942AAF11}"/>
              </a:ext>
            </a:extLst>
          </p:cNvPr>
          <p:cNvSpPr txBox="1"/>
          <p:nvPr userDrawn="1"/>
        </p:nvSpPr>
        <p:spPr>
          <a:xfrm flipH="1">
            <a:off x="10205755" y="1890851"/>
            <a:ext cx="40125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sz="1600" kern="1200" dirty="0">
                <a:solidFill>
                  <a:schemeClr val="bg1"/>
                </a:solidFill>
                <a:latin typeface="+mn-lt"/>
                <a:ea typeface="ＭＳ Ｐゴシック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34394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80CFA-5ECE-2C7F-8959-C2A794092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170" y="2004054"/>
            <a:ext cx="4197350" cy="2669546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DADA0D2-2088-8682-8FE8-705FD4BC42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40805" y="740728"/>
            <a:ext cx="914400" cy="8223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5913D375-345F-054D-EF01-7096F7AADE9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40805" y="2084864"/>
            <a:ext cx="914400" cy="822325"/>
          </a:xfrm>
        </p:spPr>
        <p:txBody>
          <a:bodyPr/>
          <a:lstStyle/>
          <a:p>
            <a:endParaRPr lang="en-US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9C4D17A8-A0D7-776B-6638-D35739D4EA7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40805" y="3429000"/>
            <a:ext cx="914400" cy="8223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C9C6CFDC-FE6F-096C-7762-E50A270367D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40805" y="4773136"/>
            <a:ext cx="914400" cy="8223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49EE741-AAE1-C7A0-F824-3539E062DA6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37752" y="608979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EE6472C-8B88-A174-8CC6-FB142E555C0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37753" y="1064115"/>
            <a:ext cx="3890644" cy="656431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B0600794-B2F1-38AD-9474-236BB2C16B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37752" y="2004054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116DF84C-2E13-8FBC-41C1-8FD83C2F23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37752" y="2468411"/>
            <a:ext cx="3890644" cy="656431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498BB2-EA4C-AB7D-8A01-6ED84CA53C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37752" y="3812547"/>
            <a:ext cx="3890644" cy="656431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2E9D1AD7-402E-341C-D86D-F015C3742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37752" y="3390424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C33D78F1-0C01-0AB3-5147-EFA3BA74F5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49817" y="4762329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FB27B73B-F5B8-8845-36BD-818B23873BA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49818" y="5224377"/>
            <a:ext cx="3890644" cy="656431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7A21D36-D8C2-3BB3-E3AA-B0868B53565C}"/>
              </a:ext>
            </a:extLst>
          </p:cNvPr>
          <p:cNvSpPr/>
          <p:nvPr userDrawn="1"/>
        </p:nvSpPr>
        <p:spPr>
          <a:xfrm>
            <a:off x="5902960" y="274319"/>
            <a:ext cx="5944870" cy="5974701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29000">
                  <a:schemeClr val="accent1"/>
                </a:gs>
                <a:gs pos="66000">
                  <a:schemeClr val="accent3"/>
                </a:gs>
                <a:gs pos="99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20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F77A1D-8545-0482-23DF-0EC5D6044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0F8BC43-0166-D8D2-06EA-FBDEFD8265FF}"/>
              </a:ext>
            </a:extLst>
          </p:cNvPr>
          <p:cNvGrpSpPr/>
          <p:nvPr userDrawn="1"/>
        </p:nvGrpSpPr>
        <p:grpSpPr>
          <a:xfrm>
            <a:off x="816874" y="337443"/>
            <a:ext cx="10970375" cy="3470230"/>
            <a:chOff x="427892" y="455981"/>
            <a:chExt cx="10970375" cy="347023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24B5C87-F129-B844-3276-FA194A1A70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892" y="745588"/>
              <a:ext cx="10519507" cy="3180623"/>
            </a:xfrm>
            <a:prstGeom prst="line">
              <a:avLst/>
            </a:prstGeom>
            <a:noFill/>
            <a:ln w="19050">
              <a:gradFill>
                <a:gsLst>
                  <a:gs pos="74250">
                    <a:schemeClr val="accent3"/>
                  </a:gs>
                  <a:gs pos="49500">
                    <a:schemeClr val="accent1"/>
                  </a:gs>
                  <a:gs pos="0">
                    <a:schemeClr val="tx1"/>
                  </a:gs>
                  <a:gs pos="99000">
                    <a:schemeClr val="accent4"/>
                  </a:gs>
                </a:gsLst>
                <a:lin ang="5400000" scaled="1"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AA48A84-4AF2-F944-54D3-3F386E79FAAF}"/>
                </a:ext>
              </a:extLst>
            </p:cNvPr>
            <p:cNvGrpSpPr/>
            <p:nvPr/>
          </p:nvGrpSpPr>
          <p:grpSpPr>
            <a:xfrm rot="20481011">
              <a:off x="11082327" y="455981"/>
              <a:ext cx="315940" cy="359132"/>
              <a:chOff x="1566542" y="2614262"/>
              <a:chExt cx="188843" cy="214662"/>
            </a:xfrm>
            <a:solidFill>
              <a:schemeClr val="accent2"/>
            </a:solidFill>
          </p:grpSpPr>
          <p:sp>
            <p:nvSpPr>
              <p:cNvPr id="9" name="Arrow: Chevron 20">
                <a:extLst>
                  <a:ext uri="{FF2B5EF4-FFF2-40B4-BE49-F238E27FC236}">
                    <a16:creationId xmlns:a16="http://schemas.microsoft.com/office/drawing/2014/main" id="{6CD103F9-72E5-7CB7-4E4F-2A2AF53B81E7}"/>
                  </a:ext>
                </a:extLst>
              </p:cNvPr>
              <p:cNvSpPr/>
              <p:nvPr/>
            </p:nvSpPr>
            <p:spPr>
              <a:xfrm>
                <a:off x="1566542" y="2614262"/>
                <a:ext cx="131243" cy="214662"/>
              </a:xfrm>
              <a:prstGeom prst="chevron">
                <a:avLst>
                  <a:gd name="adj" fmla="val 83644"/>
                </a:avLst>
              </a:prstGeom>
              <a:grpFill/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rIns="4572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7182D"/>
                  </a:solidFill>
                  <a:effectLst/>
                  <a:uLnTx/>
                  <a:uFillTx/>
                  <a:latin typeface="CiscoSansTT"/>
                  <a:ea typeface="+mn-ea"/>
                  <a:cs typeface="+mn-cs"/>
                </a:endParaRPr>
              </a:p>
            </p:txBody>
          </p:sp>
          <p:sp>
            <p:nvSpPr>
              <p:cNvPr id="10" name="Arrow: Chevron 21">
                <a:extLst>
                  <a:ext uri="{FF2B5EF4-FFF2-40B4-BE49-F238E27FC236}">
                    <a16:creationId xmlns:a16="http://schemas.microsoft.com/office/drawing/2014/main" id="{0FF747A6-5DD4-8143-8B4E-51F51FBD0E36}"/>
                  </a:ext>
                </a:extLst>
              </p:cNvPr>
              <p:cNvSpPr/>
              <p:nvPr/>
            </p:nvSpPr>
            <p:spPr>
              <a:xfrm>
                <a:off x="1624142" y="2614262"/>
                <a:ext cx="131243" cy="214662"/>
              </a:xfrm>
              <a:prstGeom prst="chevron">
                <a:avLst>
                  <a:gd name="adj" fmla="val 83644"/>
                </a:avLst>
              </a:prstGeom>
              <a:grpFill/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rIns="4572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7182D"/>
                  </a:solidFill>
                  <a:effectLst/>
                  <a:uLnTx/>
                  <a:uFillTx/>
                  <a:latin typeface="CiscoSansTT"/>
                  <a:ea typeface="+mn-ea"/>
                  <a:cs typeface="+mn-cs"/>
                </a:endParaRPr>
              </a:p>
            </p:txBody>
          </p:sp>
        </p:grp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F7BE7F3D-7E8E-FBF7-D1E2-762DAD4483C9}"/>
              </a:ext>
            </a:extLst>
          </p:cNvPr>
          <p:cNvSpPr/>
          <p:nvPr userDrawn="1"/>
        </p:nvSpPr>
        <p:spPr>
          <a:xfrm>
            <a:off x="4822020" y="2149072"/>
            <a:ext cx="914400" cy="684268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3D249-ACBC-D152-4402-F6783A637D1D}"/>
              </a:ext>
            </a:extLst>
          </p:cNvPr>
          <p:cNvSpPr/>
          <p:nvPr userDrawn="1"/>
        </p:nvSpPr>
        <p:spPr>
          <a:xfrm>
            <a:off x="7138058" y="1212044"/>
            <a:ext cx="914400" cy="914400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452B91-DA8F-8837-A81C-A9BFDFBF6A55}"/>
              </a:ext>
            </a:extLst>
          </p:cNvPr>
          <p:cNvSpPr/>
          <p:nvPr userDrawn="1"/>
        </p:nvSpPr>
        <p:spPr>
          <a:xfrm>
            <a:off x="9417277" y="556038"/>
            <a:ext cx="914400" cy="914400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450D0E-09F4-0A5A-6B68-41C1288DF8E6}"/>
              </a:ext>
            </a:extLst>
          </p:cNvPr>
          <p:cNvSpPr/>
          <p:nvPr userDrawn="1"/>
        </p:nvSpPr>
        <p:spPr>
          <a:xfrm>
            <a:off x="164297" y="3342810"/>
            <a:ext cx="914400" cy="914400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4219799-84C9-D3EF-722B-10236E8A9453}"/>
              </a:ext>
            </a:extLst>
          </p:cNvPr>
          <p:cNvCxnSpPr>
            <a:cxnSpLocks/>
          </p:cNvCxnSpPr>
          <p:nvPr userDrawn="1"/>
        </p:nvCxnSpPr>
        <p:spPr>
          <a:xfrm>
            <a:off x="690197" y="4385718"/>
            <a:ext cx="0" cy="1776472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BA24BE0-0B31-5566-40A1-60F8671768FB}"/>
              </a:ext>
            </a:extLst>
          </p:cNvPr>
          <p:cNvCxnSpPr>
            <a:cxnSpLocks/>
          </p:cNvCxnSpPr>
          <p:nvPr userDrawn="1"/>
        </p:nvCxnSpPr>
        <p:spPr>
          <a:xfrm>
            <a:off x="2827887" y="3800011"/>
            <a:ext cx="0" cy="2362179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8435E0-A853-119E-1D3B-BFAFA6EC6626}"/>
              </a:ext>
            </a:extLst>
          </p:cNvPr>
          <p:cNvCxnSpPr>
            <a:cxnSpLocks/>
          </p:cNvCxnSpPr>
          <p:nvPr userDrawn="1"/>
        </p:nvCxnSpPr>
        <p:spPr>
          <a:xfrm>
            <a:off x="5244775" y="3144670"/>
            <a:ext cx="0" cy="3017520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421AB2-D8DB-5022-C607-14A8AF2F2E9C}"/>
              </a:ext>
            </a:extLst>
          </p:cNvPr>
          <p:cNvCxnSpPr>
            <a:cxnSpLocks/>
          </p:cNvCxnSpPr>
          <p:nvPr userDrawn="1"/>
        </p:nvCxnSpPr>
        <p:spPr>
          <a:xfrm>
            <a:off x="7617526" y="2188120"/>
            <a:ext cx="0" cy="3974070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A6797F-FD74-8B9C-C610-B5EB8AC63527}"/>
              </a:ext>
            </a:extLst>
          </p:cNvPr>
          <p:cNvCxnSpPr>
            <a:cxnSpLocks/>
          </p:cNvCxnSpPr>
          <p:nvPr userDrawn="1"/>
        </p:nvCxnSpPr>
        <p:spPr>
          <a:xfrm>
            <a:off x="9874477" y="1405901"/>
            <a:ext cx="0" cy="4788217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94E57A0C-3BE9-E17E-3FCE-9E0D8D939455}"/>
              </a:ext>
            </a:extLst>
          </p:cNvPr>
          <p:cNvSpPr/>
          <p:nvPr userDrawn="1"/>
        </p:nvSpPr>
        <p:spPr>
          <a:xfrm>
            <a:off x="2590847" y="2833340"/>
            <a:ext cx="914400" cy="662812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2773B932-C4F7-B3A6-95B8-4FE1DACF1D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5721" y="3535757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33" name="Picture Placeholder 31">
            <a:extLst>
              <a:ext uri="{FF2B5EF4-FFF2-40B4-BE49-F238E27FC236}">
                <a16:creationId xmlns:a16="http://schemas.microsoft.com/office/drawing/2014/main" id="{986BA92B-C2D2-C4F8-0048-F745EA749A8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35876" y="2900493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34" name="Picture Placeholder 31">
            <a:extLst>
              <a:ext uri="{FF2B5EF4-FFF2-40B4-BE49-F238E27FC236}">
                <a16:creationId xmlns:a16="http://schemas.microsoft.com/office/drawing/2014/main" id="{E7138AFF-6AFE-F887-F9CA-3CD8A4A1A3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959602" y="2226312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Picture Placeholder 31">
            <a:extLst>
              <a:ext uri="{FF2B5EF4-FFF2-40B4-BE49-F238E27FC236}">
                <a16:creationId xmlns:a16="http://schemas.microsoft.com/office/drawing/2014/main" id="{558B8FBD-7F52-5999-3766-107B35D8E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00309" y="1416269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36" name="Picture Placeholder 31">
            <a:extLst>
              <a:ext uri="{FF2B5EF4-FFF2-40B4-BE49-F238E27FC236}">
                <a16:creationId xmlns:a16="http://schemas.microsoft.com/office/drawing/2014/main" id="{39EBE7EF-0C55-FB00-7C88-4927584A900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579528" y="751567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5A8471F7-2A96-D75B-D286-39CB8BCADC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4460" y="4450156"/>
            <a:ext cx="1846388" cy="1400267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43" name="Text Placeholder 41">
            <a:extLst>
              <a:ext uri="{FF2B5EF4-FFF2-40B4-BE49-F238E27FC236}">
                <a16:creationId xmlns:a16="http://schemas.microsoft.com/office/drawing/2014/main" id="{2323E31D-46C2-DD83-CFDC-ACD98743C1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82149" y="3873687"/>
            <a:ext cx="1846388" cy="1400267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44" name="Text Placeholder 41">
            <a:extLst>
              <a:ext uri="{FF2B5EF4-FFF2-40B4-BE49-F238E27FC236}">
                <a16:creationId xmlns:a16="http://schemas.microsoft.com/office/drawing/2014/main" id="{0E228819-3E45-B972-092E-0D563B95A4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27266" y="3226616"/>
            <a:ext cx="1846388" cy="1400267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45" name="Text Placeholder 41">
            <a:extLst>
              <a:ext uri="{FF2B5EF4-FFF2-40B4-BE49-F238E27FC236}">
                <a16:creationId xmlns:a16="http://schemas.microsoft.com/office/drawing/2014/main" id="{288060C5-AFF7-D18B-FE42-4127254C852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71325" y="2246443"/>
            <a:ext cx="1846388" cy="1400267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46" name="Text Placeholder 41">
            <a:extLst>
              <a:ext uri="{FF2B5EF4-FFF2-40B4-BE49-F238E27FC236}">
                <a16:creationId xmlns:a16="http://schemas.microsoft.com/office/drawing/2014/main" id="{42546907-4338-8727-92B8-B9FC00F21F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953735" y="1448938"/>
            <a:ext cx="1846388" cy="1400267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Text5</a:t>
            </a:r>
          </a:p>
        </p:txBody>
      </p:sp>
    </p:spTree>
    <p:extLst>
      <p:ext uri="{BB962C8B-B14F-4D97-AF65-F5344CB8AC3E}">
        <p14:creationId xmlns:p14="http://schemas.microsoft.com/office/powerpoint/2010/main" val="289566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E2436FC-C69D-0781-D7A0-F803F81A8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170" y="2092960"/>
            <a:ext cx="4197350" cy="25806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4272F1F6-AC39-D52C-0826-9687A519B81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13059" y="3841596"/>
            <a:ext cx="769892" cy="690577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AEE1EED-1FF8-3465-7483-6F979616F3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16343" y="716478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D03656EA-CACF-CBF8-8A35-422C1B971B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37751" y="1810147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5BE70929-BEBD-2972-6F8B-9C26F13D10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16342" y="2907130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A6F9F8B-4E52-D568-AC54-CFC943BF653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16342" y="3997330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E69100A-701C-9404-AEF4-9BFA9CBD8B2E}"/>
              </a:ext>
            </a:extLst>
          </p:cNvPr>
          <p:cNvSpPr/>
          <p:nvPr userDrawn="1"/>
        </p:nvSpPr>
        <p:spPr>
          <a:xfrm>
            <a:off x="5902960" y="274319"/>
            <a:ext cx="5944870" cy="5974701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29000">
                  <a:schemeClr val="accent1"/>
                </a:gs>
                <a:gs pos="66000">
                  <a:schemeClr val="accent3"/>
                </a:gs>
                <a:gs pos="99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11D2D565-DC53-B9AC-0C63-771D411841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3059" y="1635250"/>
            <a:ext cx="769892" cy="690577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0F807A77-562C-8E57-B0F3-94606FAC2C0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13059" y="2738423"/>
            <a:ext cx="769892" cy="690577"/>
          </a:xfrm>
        </p:spPr>
        <p:txBody>
          <a:bodyPr/>
          <a:lstStyle/>
          <a:p>
            <a:endParaRPr lang="en-US"/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68482A20-85ED-4369-74DD-D277EF1F42E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513059" y="530667"/>
            <a:ext cx="769892" cy="690577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EAE7BEF2-9CC8-EF84-3507-B9C0A1E20A6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13059" y="4944769"/>
            <a:ext cx="769892" cy="690577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BA57E17B-94C3-8616-31E6-2CABF9F9BA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37751" y="5133488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</p:spTree>
    <p:extLst>
      <p:ext uri="{BB962C8B-B14F-4D97-AF65-F5344CB8AC3E}">
        <p14:creationId xmlns:p14="http://schemas.microsoft.com/office/powerpoint/2010/main" val="202514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4E8CC-4787-08F4-58CE-F2ED036397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605CAD5-B10C-794C-90D0-7DF36E7CC4D7}"/>
              </a:ext>
            </a:extLst>
          </p:cNvPr>
          <p:cNvSpPr/>
          <p:nvPr userDrawn="1"/>
        </p:nvSpPr>
        <p:spPr>
          <a:xfrm>
            <a:off x="323850" y="2059577"/>
            <a:ext cx="2082709" cy="2103115"/>
          </a:xfrm>
          <a:prstGeom prst="ellipse">
            <a:avLst/>
          </a:prstGeom>
          <a:noFill/>
          <a:ln w="15875">
            <a:gradFill>
              <a:gsLst>
                <a:gs pos="0">
                  <a:schemeClr val="accent1"/>
                </a:gs>
                <a:gs pos="74000">
                  <a:schemeClr val="accent3"/>
                </a:gs>
                <a:gs pos="87000">
                  <a:schemeClr val="accent4"/>
                </a:gs>
                <a:gs pos="96000">
                  <a:schemeClr val="bg1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D0FF37-8570-6A65-FB78-90AEF7B51DCE}"/>
              </a:ext>
            </a:extLst>
          </p:cNvPr>
          <p:cNvSpPr/>
          <p:nvPr userDrawn="1"/>
        </p:nvSpPr>
        <p:spPr>
          <a:xfrm>
            <a:off x="2644683" y="2058890"/>
            <a:ext cx="2082709" cy="2103115"/>
          </a:xfrm>
          <a:prstGeom prst="ellipse">
            <a:avLst/>
          </a:prstGeom>
          <a:noFill/>
          <a:ln w="15875">
            <a:gradFill>
              <a:gsLst>
                <a:gs pos="0">
                  <a:schemeClr val="accent1"/>
                </a:gs>
                <a:gs pos="74000">
                  <a:schemeClr val="accent3"/>
                </a:gs>
                <a:gs pos="87000">
                  <a:schemeClr val="accent4"/>
                </a:gs>
                <a:gs pos="96000">
                  <a:schemeClr val="bg1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F202A40-950B-0CED-23C4-6B130A7F55D4}"/>
              </a:ext>
            </a:extLst>
          </p:cNvPr>
          <p:cNvSpPr/>
          <p:nvPr userDrawn="1"/>
        </p:nvSpPr>
        <p:spPr>
          <a:xfrm>
            <a:off x="5053058" y="2066911"/>
            <a:ext cx="2082709" cy="2103115"/>
          </a:xfrm>
          <a:prstGeom prst="ellipse">
            <a:avLst/>
          </a:prstGeom>
          <a:noFill/>
          <a:ln w="15875">
            <a:gradFill>
              <a:gsLst>
                <a:gs pos="0">
                  <a:schemeClr val="accent1"/>
                </a:gs>
                <a:gs pos="74000">
                  <a:schemeClr val="accent3"/>
                </a:gs>
                <a:gs pos="87000">
                  <a:schemeClr val="accent4"/>
                </a:gs>
                <a:gs pos="96000">
                  <a:schemeClr val="bg1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6741997-2FD2-CA3F-11E9-019BDF3828FC}"/>
              </a:ext>
            </a:extLst>
          </p:cNvPr>
          <p:cNvSpPr/>
          <p:nvPr userDrawn="1"/>
        </p:nvSpPr>
        <p:spPr>
          <a:xfrm>
            <a:off x="7461433" y="2022911"/>
            <a:ext cx="2082709" cy="2103115"/>
          </a:xfrm>
          <a:prstGeom prst="ellipse">
            <a:avLst/>
          </a:prstGeom>
          <a:noFill/>
          <a:ln w="15875">
            <a:gradFill>
              <a:gsLst>
                <a:gs pos="0">
                  <a:schemeClr val="accent1"/>
                </a:gs>
                <a:gs pos="74000">
                  <a:schemeClr val="accent3"/>
                </a:gs>
                <a:gs pos="87000">
                  <a:schemeClr val="accent4"/>
                </a:gs>
                <a:gs pos="96000">
                  <a:schemeClr val="bg1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AF4323C-5426-6646-B70A-FE75A7122CE6}"/>
              </a:ext>
            </a:extLst>
          </p:cNvPr>
          <p:cNvSpPr/>
          <p:nvPr userDrawn="1"/>
        </p:nvSpPr>
        <p:spPr>
          <a:xfrm>
            <a:off x="9785441" y="2066911"/>
            <a:ext cx="2082709" cy="2103115"/>
          </a:xfrm>
          <a:prstGeom prst="ellipse">
            <a:avLst/>
          </a:prstGeom>
          <a:noFill/>
          <a:ln w="15875">
            <a:gradFill>
              <a:gsLst>
                <a:gs pos="0">
                  <a:schemeClr val="accent1"/>
                </a:gs>
                <a:gs pos="74000">
                  <a:schemeClr val="accent3"/>
                </a:gs>
                <a:gs pos="87000">
                  <a:schemeClr val="accent4"/>
                </a:gs>
                <a:gs pos="96000">
                  <a:schemeClr val="bg1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22B836B-D5C5-0DA9-D973-067C09D4AA0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5863" y="2221230"/>
            <a:ext cx="698681" cy="626473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3FF03311-79B1-0506-C77C-5580AD249D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36696" y="2221229"/>
            <a:ext cx="698681" cy="626473"/>
          </a:xfrm>
        </p:spPr>
        <p:txBody>
          <a:bodyPr/>
          <a:lstStyle/>
          <a:p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AAE96205-2891-FC4B-6D71-D2FD147C433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74507" y="2221229"/>
            <a:ext cx="698681" cy="626473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25C98E9-151C-2D81-7211-1FA1D07CE32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53446" y="2221229"/>
            <a:ext cx="698681" cy="626473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647F96B7-7072-2EE2-51C4-4613DF4EA25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539322" y="2221229"/>
            <a:ext cx="698681" cy="62647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9065D36-897B-62C9-E425-9082CE01C5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5217" y="3009356"/>
            <a:ext cx="1579971" cy="68261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2260F92D-01CF-D8CC-EB89-CB5859DAF3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96052" y="2965725"/>
            <a:ext cx="1579971" cy="68261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E1CE04B9-B567-90AB-8896-722003B9EE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861" y="2965725"/>
            <a:ext cx="1579971" cy="68261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5C60EE3B-9A72-273D-34D9-DA0E1A9DEA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715977" y="2965725"/>
            <a:ext cx="1579971" cy="68261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25" name="Text Placeholder 20">
            <a:extLst>
              <a:ext uri="{FF2B5EF4-FFF2-40B4-BE49-F238E27FC236}">
                <a16:creationId xmlns:a16="http://schemas.microsoft.com/office/drawing/2014/main" id="{D8C701BB-5268-177E-B26B-60D7C5EAF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98676" y="2966613"/>
            <a:ext cx="1579971" cy="68261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</p:spTree>
    <p:extLst>
      <p:ext uri="{BB962C8B-B14F-4D97-AF65-F5344CB8AC3E}">
        <p14:creationId xmlns:p14="http://schemas.microsoft.com/office/powerpoint/2010/main" val="163936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7EC2C-A35A-6016-0F38-39E90872ED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767685-FB69-4C57-F9A6-7719E78E6C39}"/>
              </a:ext>
            </a:extLst>
          </p:cNvPr>
          <p:cNvGrpSpPr/>
          <p:nvPr userDrawn="1"/>
        </p:nvGrpSpPr>
        <p:grpSpPr>
          <a:xfrm>
            <a:off x="816874" y="337443"/>
            <a:ext cx="10970375" cy="3470230"/>
            <a:chOff x="427892" y="455981"/>
            <a:chExt cx="10970375" cy="347023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3D9DF02-9EAA-4B83-EE3F-3CE83A3FCC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892" y="745588"/>
              <a:ext cx="10519507" cy="3180623"/>
            </a:xfrm>
            <a:prstGeom prst="line">
              <a:avLst/>
            </a:prstGeom>
            <a:noFill/>
            <a:ln w="19050">
              <a:gradFill>
                <a:gsLst>
                  <a:gs pos="74250">
                    <a:schemeClr val="accent3"/>
                  </a:gs>
                  <a:gs pos="49500">
                    <a:schemeClr val="accent1"/>
                  </a:gs>
                  <a:gs pos="0">
                    <a:schemeClr val="tx1"/>
                  </a:gs>
                  <a:gs pos="99000">
                    <a:schemeClr val="accent4"/>
                  </a:gs>
                </a:gsLst>
                <a:lin ang="5400000" scaled="1"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2DD1122-F428-6F8D-60DD-993572EB9934}"/>
                </a:ext>
              </a:extLst>
            </p:cNvPr>
            <p:cNvGrpSpPr/>
            <p:nvPr/>
          </p:nvGrpSpPr>
          <p:grpSpPr>
            <a:xfrm rot="20481011">
              <a:off x="11082327" y="455981"/>
              <a:ext cx="315940" cy="359132"/>
              <a:chOff x="1566542" y="2614262"/>
              <a:chExt cx="188843" cy="214662"/>
            </a:xfrm>
            <a:solidFill>
              <a:schemeClr val="accent2"/>
            </a:solidFill>
          </p:grpSpPr>
          <p:sp>
            <p:nvSpPr>
              <p:cNvPr id="6" name="Arrow: Chevron 20">
                <a:extLst>
                  <a:ext uri="{FF2B5EF4-FFF2-40B4-BE49-F238E27FC236}">
                    <a16:creationId xmlns:a16="http://schemas.microsoft.com/office/drawing/2014/main" id="{31F543C9-F883-1EE3-234C-553A91AF6346}"/>
                  </a:ext>
                </a:extLst>
              </p:cNvPr>
              <p:cNvSpPr/>
              <p:nvPr/>
            </p:nvSpPr>
            <p:spPr>
              <a:xfrm>
                <a:off x="1566542" y="2614262"/>
                <a:ext cx="131243" cy="214662"/>
              </a:xfrm>
              <a:prstGeom prst="chevron">
                <a:avLst>
                  <a:gd name="adj" fmla="val 83644"/>
                </a:avLst>
              </a:prstGeom>
              <a:grpFill/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rIns="4572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7182D"/>
                  </a:solidFill>
                  <a:effectLst/>
                  <a:uLnTx/>
                  <a:uFillTx/>
                  <a:latin typeface="CiscoSansTT"/>
                  <a:ea typeface="+mn-ea"/>
                  <a:cs typeface="+mn-cs"/>
                </a:endParaRPr>
              </a:p>
            </p:txBody>
          </p:sp>
          <p:sp>
            <p:nvSpPr>
              <p:cNvPr id="7" name="Arrow: Chevron 21">
                <a:extLst>
                  <a:ext uri="{FF2B5EF4-FFF2-40B4-BE49-F238E27FC236}">
                    <a16:creationId xmlns:a16="http://schemas.microsoft.com/office/drawing/2014/main" id="{1F4156B4-C5A8-5CD9-1459-5B56BA0D777C}"/>
                  </a:ext>
                </a:extLst>
              </p:cNvPr>
              <p:cNvSpPr/>
              <p:nvPr/>
            </p:nvSpPr>
            <p:spPr>
              <a:xfrm>
                <a:off x="1624142" y="2614262"/>
                <a:ext cx="131243" cy="214662"/>
              </a:xfrm>
              <a:prstGeom prst="chevron">
                <a:avLst>
                  <a:gd name="adj" fmla="val 83644"/>
                </a:avLst>
              </a:prstGeom>
              <a:grpFill/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rIns="4572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7182D"/>
                  </a:solidFill>
                  <a:effectLst/>
                  <a:uLnTx/>
                  <a:uFillTx/>
                  <a:latin typeface="CiscoSansTT"/>
                  <a:ea typeface="+mn-ea"/>
                  <a:cs typeface="+mn-cs"/>
                </a:endParaRPr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6797C0E-4EAB-B456-3223-B25FB8670C86}"/>
              </a:ext>
            </a:extLst>
          </p:cNvPr>
          <p:cNvSpPr/>
          <p:nvPr userDrawn="1"/>
        </p:nvSpPr>
        <p:spPr>
          <a:xfrm>
            <a:off x="4822020" y="2149072"/>
            <a:ext cx="914400" cy="684268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EDB15E-7B76-F85F-671F-779F88627EC2}"/>
              </a:ext>
            </a:extLst>
          </p:cNvPr>
          <p:cNvSpPr/>
          <p:nvPr userDrawn="1"/>
        </p:nvSpPr>
        <p:spPr>
          <a:xfrm>
            <a:off x="7138058" y="1212044"/>
            <a:ext cx="914400" cy="914400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2CB7CA-3FBF-BE69-A5B7-0C0DB7073353}"/>
              </a:ext>
            </a:extLst>
          </p:cNvPr>
          <p:cNvSpPr/>
          <p:nvPr userDrawn="1"/>
        </p:nvSpPr>
        <p:spPr>
          <a:xfrm>
            <a:off x="9417277" y="556038"/>
            <a:ext cx="914400" cy="914400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6446CF-63A3-2641-7445-94B973C8E656}"/>
              </a:ext>
            </a:extLst>
          </p:cNvPr>
          <p:cNvSpPr/>
          <p:nvPr userDrawn="1"/>
        </p:nvSpPr>
        <p:spPr>
          <a:xfrm>
            <a:off x="164297" y="3342810"/>
            <a:ext cx="914400" cy="914400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6EA57C-C53D-51D3-B848-34A1053CD72A}"/>
              </a:ext>
            </a:extLst>
          </p:cNvPr>
          <p:cNvCxnSpPr>
            <a:cxnSpLocks/>
          </p:cNvCxnSpPr>
          <p:nvPr userDrawn="1"/>
        </p:nvCxnSpPr>
        <p:spPr>
          <a:xfrm>
            <a:off x="690197" y="4385718"/>
            <a:ext cx="0" cy="1776472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DE24E2C-CAD2-ADEA-43AC-304BAB9D46E8}"/>
              </a:ext>
            </a:extLst>
          </p:cNvPr>
          <p:cNvCxnSpPr>
            <a:cxnSpLocks/>
          </p:cNvCxnSpPr>
          <p:nvPr userDrawn="1"/>
        </p:nvCxnSpPr>
        <p:spPr>
          <a:xfrm>
            <a:off x="2827887" y="3800011"/>
            <a:ext cx="0" cy="2362179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21FA933-6A51-379D-0F3B-E365B9ED284A}"/>
              </a:ext>
            </a:extLst>
          </p:cNvPr>
          <p:cNvCxnSpPr>
            <a:cxnSpLocks/>
          </p:cNvCxnSpPr>
          <p:nvPr userDrawn="1"/>
        </p:nvCxnSpPr>
        <p:spPr>
          <a:xfrm>
            <a:off x="5244775" y="3144670"/>
            <a:ext cx="0" cy="3017520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ED61F83-33FC-E4B1-E19E-2328D2541AA4}"/>
              </a:ext>
            </a:extLst>
          </p:cNvPr>
          <p:cNvCxnSpPr>
            <a:cxnSpLocks/>
          </p:cNvCxnSpPr>
          <p:nvPr userDrawn="1"/>
        </p:nvCxnSpPr>
        <p:spPr>
          <a:xfrm>
            <a:off x="7617526" y="2188120"/>
            <a:ext cx="0" cy="3974070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59A430D-BB57-4D0F-CF70-0C244C888B45}"/>
              </a:ext>
            </a:extLst>
          </p:cNvPr>
          <p:cNvCxnSpPr>
            <a:cxnSpLocks/>
          </p:cNvCxnSpPr>
          <p:nvPr userDrawn="1"/>
        </p:nvCxnSpPr>
        <p:spPr>
          <a:xfrm>
            <a:off x="9874477" y="1405901"/>
            <a:ext cx="0" cy="4788217"/>
          </a:xfrm>
          <a:prstGeom prst="line">
            <a:avLst/>
          </a:prstGeom>
          <a:ln w="22225" cap="rnd">
            <a:solidFill>
              <a:schemeClr val="bg2"/>
            </a:solidFill>
            <a:prstDash val="sysDot"/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943B732-5C76-CC46-FDA0-2F8C2839785F}"/>
              </a:ext>
            </a:extLst>
          </p:cNvPr>
          <p:cNvSpPr/>
          <p:nvPr userDrawn="1"/>
        </p:nvSpPr>
        <p:spPr>
          <a:xfrm>
            <a:off x="2590847" y="2833340"/>
            <a:ext cx="914400" cy="662812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8" name="Picture Placeholder 31">
            <a:extLst>
              <a:ext uri="{FF2B5EF4-FFF2-40B4-BE49-F238E27FC236}">
                <a16:creationId xmlns:a16="http://schemas.microsoft.com/office/drawing/2014/main" id="{DC503C99-6DC9-A08C-AFE5-45840D375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5721" y="3535757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31">
            <a:extLst>
              <a:ext uri="{FF2B5EF4-FFF2-40B4-BE49-F238E27FC236}">
                <a16:creationId xmlns:a16="http://schemas.microsoft.com/office/drawing/2014/main" id="{121DE4AA-29FD-9987-2D1C-09F99F12C5C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35876" y="2900493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31">
            <a:extLst>
              <a:ext uri="{FF2B5EF4-FFF2-40B4-BE49-F238E27FC236}">
                <a16:creationId xmlns:a16="http://schemas.microsoft.com/office/drawing/2014/main" id="{E688557C-EF02-D034-93F5-B9281E76C89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959602" y="2226312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31">
            <a:extLst>
              <a:ext uri="{FF2B5EF4-FFF2-40B4-BE49-F238E27FC236}">
                <a16:creationId xmlns:a16="http://schemas.microsoft.com/office/drawing/2014/main" id="{C293C97F-57B7-9CCA-F676-213BC68BF53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00309" y="1416269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Picture Placeholder 31">
            <a:extLst>
              <a:ext uri="{FF2B5EF4-FFF2-40B4-BE49-F238E27FC236}">
                <a16:creationId xmlns:a16="http://schemas.microsoft.com/office/drawing/2014/main" id="{9C2C092A-FD97-64B7-1A09-17017EFEBEF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579528" y="751567"/>
            <a:ext cx="589898" cy="528507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B8C56CE0-F293-EF9B-1937-33F308D6CE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4916" y="4927600"/>
            <a:ext cx="1846388" cy="1432294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16D009B9-6A1D-0950-19CD-E999B380AA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72025" y="4458850"/>
            <a:ext cx="1846388" cy="1675513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370EF446-3133-AB5A-ADD9-2EA11F5A50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86228" y="3800011"/>
            <a:ext cx="1846388" cy="1466998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27" name="Text Placeholder 41">
            <a:extLst>
              <a:ext uri="{FF2B5EF4-FFF2-40B4-BE49-F238E27FC236}">
                <a16:creationId xmlns:a16="http://schemas.microsoft.com/office/drawing/2014/main" id="{AA3D0F95-0DBC-C615-5FD8-8FF16461048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25640" y="2900493"/>
            <a:ext cx="1846388" cy="1496679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28" name="Text Placeholder 41">
            <a:extLst>
              <a:ext uri="{FF2B5EF4-FFF2-40B4-BE49-F238E27FC236}">
                <a16:creationId xmlns:a16="http://schemas.microsoft.com/office/drawing/2014/main" id="{928D160C-FFA2-167C-88E8-0222E547E9F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915929" y="2225384"/>
            <a:ext cx="1846388" cy="1837099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Text5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1A255861-DE2B-2146-0C65-B1BCD51B7A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4916" y="4136578"/>
            <a:ext cx="1846388" cy="546976"/>
          </a:xfrm>
        </p:spPr>
        <p:txBody>
          <a:bodyPr/>
          <a:lstStyle>
            <a:lvl1pPr>
              <a:buNone/>
              <a:defRPr sz="14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CA1D7273-479C-B28C-873B-0AD5C968337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2025" y="3563306"/>
            <a:ext cx="1846388" cy="611850"/>
          </a:xfrm>
        </p:spPr>
        <p:txBody>
          <a:bodyPr/>
          <a:lstStyle>
            <a:lvl1pPr>
              <a:buNone/>
              <a:defRPr sz="14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C581BD64-761E-E57C-B833-2C845FE0493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86228" y="2910581"/>
            <a:ext cx="1846388" cy="612938"/>
          </a:xfrm>
        </p:spPr>
        <p:txBody>
          <a:bodyPr/>
          <a:lstStyle>
            <a:lvl1pPr>
              <a:buNone/>
              <a:defRPr sz="14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41" name="Text Placeholder 29">
            <a:extLst>
              <a:ext uri="{FF2B5EF4-FFF2-40B4-BE49-F238E27FC236}">
                <a16:creationId xmlns:a16="http://schemas.microsoft.com/office/drawing/2014/main" id="{EBF4D8A8-562C-945D-F57A-CCD1785EC9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643605" y="2015789"/>
            <a:ext cx="1846388" cy="573896"/>
          </a:xfrm>
        </p:spPr>
        <p:txBody>
          <a:bodyPr/>
          <a:lstStyle>
            <a:lvl1pPr>
              <a:buNone/>
              <a:defRPr sz="14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42" name="Text Placeholder 29">
            <a:extLst>
              <a:ext uri="{FF2B5EF4-FFF2-40B4-BE49-F238E27FC236}">
                <a16:creationId xmlns:a16="http://schemas.microsoft.com/office/drawing/2014/main" id="{6CE75C69-103E-E867-9916-5D6DFF9C764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910835" y="1351086"/>
            <a:ext cx="1846388" cy="545395"/>
          </a:xfrm>
        </p:spPr>
        <p:txBody>
          <a:bodyPr/>
          <a:lstStyle>
            <a:lvl1pPr>
              <a:buNone/>
              <a:defRPr sz="14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</p:spTree>
    <p:extLst>
      <p:ext uri="{BB962C8B-B14F-4D97-AF65-F5344CB8AC3E}">
        <p14:creationId xmlns:p14="http://schemas.microsoft.com/office/powerpoint/2010/main" val="322063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148A30F-85D9-7A12-C25B-4ADDDC6115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  <a:noFill/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343D6B-D95C-78EF-5A64-01D224D261B4}"/>
              </a:ext>
            </a:extLst>
          </p:cNvPr>
          <p:cNvSpPr/>
          <p:nvPr userDrawn="1"/>
        </p:nvSpPr>
        <p:spPr>
          <a:xfrm>
            <a:off x="323850" y="983849"/>
            <a:ext cx="11544300" cy="9144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tx1"/>
                </a:gs>
                <a:gs pos="74000">
                  <a:schemeClr val="accent1"/>
                </a:gs>
                <a:gs pos="83000">
                  <a:schemeClr val="accent3"/>
                </a:gs>
                <a:gs pos="99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2C2C721-D7CD-DAC9-A448-8F4AD25F26A4}"/>
              </a:ext>
            </a:extLst>
          </p:cNvPr>
          <p:cNvSpPr/>
          <p:nvPr userDrawn="1"/>
        </p:nvSpPr>
        <p:spPr>
          <a:xfrm>
            <a:off x="545739" y="2034263"/>
            <a:ext cx="1077630" cy="1030144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5EB37D2-F87F-4DDF-86D0-FA30C62764E2}"/>
              </a:ext>
            </a:extLst>
          </p:cNvPr>
          <p:cNvSpPr/>
          <p:nvPr userDrawn="1"/>
        </p:nvSpPr>
        <p:spPr>
          <a:xfrm>
            <a:off x="3019063" y="2022686"/>
            <a:ext cx="1077630" cy="1038212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5853E78-FA0D-08F9-FD10-EB916EB040C8}"/>
              </a:ext>
            </a:extLst>
          </p:cNvPr>
          <p:cNvSpPr/>
          <p:nvPr userDrawn="1"/>
        </p:nvSpPr>
        <p:spPr>
          <a:xfrm>
            <a:off x="5492387" y="2026718"/>
            <a:ext cx="1077630" cy="1030147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FDF76BF-8599-4E06-D3D1-511BCB73E56C}"/>
              </a:ext>
            </a:extLst>
          </p:cNvPr>
          <p:cNvSpPr/>
          <p:nvPr userDrawn="1"/>
        </p:nvSpPr>
        <p:spPr>
          <a:xfrm>
            <a:off x="7958138" y="2022685"/>
            <a:ext cx="1077630" cy="1030146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6476026-8E93-B544-9A96-4404F64A2ACE}"/>
              </a:ext>
            </a:extLst>
          </p:cNvPr>
          <p:cNvSpPr/>
          <p:nvPr userDrawn="1"/>
        </p:nvSpPr>
        <p:spPr>
          <a:xfrm>
            <a:off x="10423889" y="2022684"/>
            <a:ext cx="1077631" cy="1030147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99E63A9-CBED-C055-F4FB-53511C76B16B}"/>
              </a:ext>
            </a:extLst>
          </p:cNvPr>
          <p:cNvCxnSpPr>
            <a:cxnSpLocks/>
            <a:stCxn id="9" idx="2"/>
          </p:cNvCxnSpPr>
          <p:nvPr userDrawn="1"/>
        </p:nvCxnSpPr>
        <p:spPr>
          <a:xfrm>
            <a:off x="1084554" y="3064407"/>
            <a:ext cx="0" cy="1577041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35000">
                  <a:schemeClr val="accent1"/>
                </a:gs>
                <a:gs pos="64000">
                  <a:schemeClr val="accent3"/>
                </a:gs>
                <a:gs pos="99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8BACAB-C8A7-E3E7-DD71-0B041C61F396}"/>
              </a:ext>
            </a:extLst>
          </p:cNvPr>
          <p:cNvCxnSpPr>
            <a:cxnSpLocks/>
            <a:stCxn id="10" idx="2"/>
          </p:cNvCxnSpPr>
          <p:nvPr userDrawn="1"/>
        </p:nvCxnSpPr>
        <p:spPr>
          <a:xfrm>
            <a:off x="3557878" y="3060898"/>
            <a:ext cx="0" cy="947410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35000">
                  <a:schemeClr val="accent1"/>
                </a:gs>
                <a:gs pos="71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42AD3A7-24F8-5833-F3B7-D4673A3B9732}"/>
              </a:ext>
            </a:extLst>
          </p:cNvPr>
          <p:cNvCxnSpPr>
            <a:cxnSpLocks/>
            <a:stCxn id="11" idx="2"/>
          </p:cNvCxnSpPr>
          <p:nvPr userDrawn="1"/>
        </p:nvCxnSpPr>
        <p:spPr>
          <a:xfrm>
            <a:off x="6031202" y="3056865"/>
            <a:ext cx="0" cy="1584583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35000">
                  <a:schemeClr val="accent1"/>
                </a:gs>
                <a:gs pos="71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BEECE7-62AB-06E1-191F-B4A0591E586C}"/>
              </a:ext>
            </a:extLst>
          </p:cNvPr>
          <p:cNvCxnSpPr>
            <a:cxnSpLocks/>
            <a:stCxn id="12" idx="2"/>
          </p:cNvCxnSpPr>
          <p:nvPr userDrawn="1"/>
        </p:nvCxnSpPr>
        <p:spPr>
          <a:xfrm>
            <a:off x="8496953" y="3052831"/>
            <a:ext cx="7573" cy="955477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42000">
                  <a:schemeClr val="accent1"/>
                </a:gs>
                <a:gs pos="71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7D690B-C5BC-02C7-6131-479B6DF57E1F}"/>
              </a:ext>
            </a:extLst>
          </p:cNvPr>
          <p:cNvCxnSpPr>
            <a:cxnSpLocks/>
            <a:stCxn id="13" idx="2"/>
          </p:cNvCxnSpPr>
          <p:nvPr userDrawn="1"/>
        </p:nvCxnSpPr>
        <p:spPr>
          <a:xfrm>
            <a:off x="10962705" y="3052831"/>
            <a:ext cx="7572" cy="1464197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40000">
                  <a:schemeClr val="accent1"/>
                </a:gs>
                <a:gs pos="7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Placeholder 27">
            <a:extLst>
              <a:ext uri="{FF2B5EF4-FFF2-40B4-BE49-F238E27FC236}">
                <a16:creationId xmlns:a16="http://schemas.microsoft.com/office/drawing/2014/main" id="{5E9AA582-0590-6495-4DC8-10D09EC157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5114" y="1076445"/>
            <a:ext cx="1516283" cy="744287"/>
          </a:xfrm>
          <a:noFill/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 1</a:t>
            </a:r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0E80BB65-DC9F-7930-91EE-26292827126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99736" y="1068905"/>
            <a:ext cx="1516283" cy="744287"/>
          </a:xfrm>
          <a:noFill/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 2</a:t>
            </a:r>
          </a:p>
        </p:txBody>
      </p:sp>
      <p:sp>
        <p:nvSpPr>
          <p:cNvPr id="21" name="Text Placeholder 27">
            <a:extLst>
              <a:ext uri="{FF2B5EF4-FFF2-40B4-BE49-F238E27FC236}">
                <a16:creationId xmlns:a16="http://schemas.microsoft.com/office/drawing/2014/main" id="{D9459554-C5EF-194E-2A05-FA5BF67784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94358" y="1068904"/>
            <a:ext cx="1516283" cy="744287"/>
          </a:xfrm>
          <a:noFill/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 3</a:t>
            </a:r>
          </a:p>
        </p:txBody>
      </p:sp>
      <p:sp>
        <p:nvSpPr>
          <p:cNvPr id="22" name="Text Placeholder 27">
            <a:extLst>
              <a:ext uri="{FF2B5EF4-FFF2-40B4-BE49-F238E27FC236}">
                <a16:creationId xmlns:a16="http://schemas.microsoft.com/office/drawing/2014/main" id="{A7B734CB-F387-320A-DA87-3D308B9C92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746384" y="1067208"/>
            <a:ext cx="1516283" cy="744287"/>
          </a:xfrm>
          <a:noFill/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 4</a:t>
            </a:r>
          </a:p>
        </p:txBody>
      </p:sp>
      <p:sp>
        <p:nvSpPr>
          <p:cNvPr id="23" name="Text Placeholder 27">
            <a:extLst>
              <a:ext uri="{FF2B5EF4-FFF2-40B4-BE49-F238E27FC236}">
                <a16:creationId xmlns:a16="http://schemas.microsoft.com/office/drawing/2014/main" id="{B5441931-C9A7-7B3B-C145-B14810D7D8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04562" y="1076445"/>
            <a:ext cx="1516283" cy="744287"/>
          </a:xfrm>
          <a:noFill/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 5</a:t>
            </a:r>
          </a:p>
        </p:txBody>
      </p:sp>
      <p:sp>
        <p:nvSpPr>
          <p:cNvPr id="24" name="Picture Placeholder 33">
            <a:extLst>
              <a:ext uri="{FF2B5EF4-FFF2-40B4-BE49-F238E27FC236}">
                <a16:creationId xmlns:a16="http://schemas.microsoft.com/office/drawing/2014/main" id="{7B99C5FD-BF08-244E-CDE6-2E741120EE6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4927" y="2082839"/>
            <a:ext cx="914400" cy="914400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5" name="Picture Placeholder 33">
            <a:extLst>
              <a:ext uri="{FF2B5EF4-FFF2-40B4-BE49-F238E27FC236}">
                <a16:creationId xmlns:a16="http://schemas.microsoft.com/office/drawing/2014/main" id="{2DBA3723-ACC1-6202-8156-8E95760965E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96891" y="2098215"/>
            <a:ext cx="914400" cy="914400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6" name="Picture Placeholder 33">
            <a:extLst>
              <a:ext uri="{FF2B5EF4-FFF2-40B4-BE49-F238E27FC236}">
                <a16:creationId xmlns:a16="http://schemas.microsoft.com/office/drawing/2014/main" id="{42CC0879-ABFA-1915-AFBE-32422F9F44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570215" y="2082839"/>
            <a:ext cx="914400" cy="914400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7" name="Picture Placeholder 33">
            <a:extLst>
              <a:ext uri="{FF2B5EF4-FFF2-40B4-BE49-F238E27FC236}">
                <a16:creationId xmlns:a16="http://schemas.microsoft.com/office/drawing/2014/main" id="{73053E55-FB90-F483-3CAC-E9C362031EB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47325" y="2080557"/>
            <a:ext cx="914400" cy="914400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Picture Placeholder 33">
            <a:extLst>
              <a:ext uri="{FF2B5EF4-FFF2-40B4-BE49-F238E27FC236}">
                <a16:creationId xmlns:a16="http://schemas.microsoft.com/office/drawing/2014/main" id="{6791A5E7-F560-64C5-4825-7DC9B6957B0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505503" y="2098215"/>
            <a:ext cx="914400" cy="914400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9" name="Text Placeholder 39">
            <a:extLst>
              <a:ext uri="{FF2B5EF4-FFF2-40B4-BE49-F238E27FC236}">
                <a16:creationId xmlns:a16="http://schemas.microsoft.com/office/drawing/2014/main" id="{45D13509-B6B5-3088-C36F-11111ACEB6F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3850" y="4641448"/>
            <a:ext cx="1871759" cy="1659133"/>
          </a:xfrm>
          <a:noFill/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30" name="Text Placeholder 39">
            <a:extLst>
              <a:ext uri="{FF2B5EF4-FFF2-40B4-BE49-F238E27FC236}">
                <a16:creationId xmlns:a16="http://schemas.microsoft.com/office/drawing/2014/main" id="{DE3E8316-5C59-3DB7-447B-B83478F900E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54999" y="4008308"/>
            <a:ext cx="1871763" cy="1592045"/>
          </a:xfrm>
          <a:noFill/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31" name="Text Placeholder 39">
            <a:extLst>
              <a:ext uri="{FF2B5EF4-FFF2-40B4-BE49-F238E27FC236}">
                <a16:creationId xmlns:a16="http://schemas.microsoft.com/office/drawing/2014/main" id="{76DAB1C6-C2F9-A205-D7CC-E533C3B9DF7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25867" y="4635054"/>
            <a:ext cx="1871766" cy="1592045"/>
          </a:xfrm>
          <a:noFill/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32" name="Text Placeholder 39">
            <a:extLst>
              <a:ext uri="{FF2B5EF4-FFF2-40B4-BE49-F238E27FC236}">
                <a16:creationId xmlns:a16="http://schemas.microsoft.com/office/drawing/2014/main" id="{5A2DC563-42DD-8E98-C32B-9C252259C2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20489" y="4066182"/>
            <a:ext cx="1871771" cy="1592045"/>
          </a:xfrm>
          <a:noFill/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33" name="Text Placeholder 39">
            <a:extLst>
              <a:ext uri="{FF2B5EF4-FFF2-40B4-BE49-F238E27FC236}">
                <a16:creationId xmlns:a16="http://schemas.microsoft.com/office/drawing/2014/main" id="{FC6F56FE-6EBA-4271-3443-B006F9FB90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986238" y="4594545"/>
            <a:ext cx="1871767" cy="1592044"/>
          </a:xfrm>
          <a:noFill/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Text5</a:t>
            </a:r>
          </a:p>
        </p:txBody>
      </p:sp>
    </p:spTree>
    <p:extLst>
      <p:ext uri="{BB962C8B-B14F-4D97-AF65-F5344CB8AC3E}">
        <p14:creationId xmlns:p14="http://schemas.microsoft.com/office/powerpoint/2010/main" val="227350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BFE3A7C-42DF-19EE-6026-277C2A4395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FCEE409D-8F89-45AF-9E97-D20E60B68E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7727" y="1758730"/>
            <a:ext cx="1166101" cy="926164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3D19FE2-C2AE-D640-96D5-200C5E2EF6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7109" y="3631895"/>
            <a:ext cx="2210675" cy="203762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AFCF0E8-4A13-A0AB-55B1-F012AF101310}"/>
              </a:ext>
            </a:extLst>
          </p:cNvPr>
          <p:cNvCxnSpPr>
            <a:cxnSpLocks/>
          </p:cNvCxnSpPr>
          <p:nvPr userDrawn="1"/>
        </p:nvCxnSpPr>
        <p:spPr>
          <a:xfrm>
            <a:off x="350756" y="3429000"/>
            <a:ext cx="2240044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30000">
                  <a:schemeClr val="accent1"/>
                </a:gs>
                <a:gs pos="66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6EC1809-E6B4-57BE-F01B-50EB2E4345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7207" y="2820317"/>
            <a:ext cx="2186271" cy="405789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2" name="Round Diagonal Corner Rectangle 31">
            <a:extLst>
              <a:ext uri="{FF2B5EF4-FFF2-40B4-BE49-F238E27FC236}">
                <a16:creationId xmlns:a16="http://schemas.microsoft.com/office/drawing/2014/main" id="{9845D562-0529-1EFD-95AD-66A2FF7DCAFB}"/>
              </a:ext>
            </a:extLst>
          </p:cNvPr>
          <p:cNvSpPr/>
          <p:nvPr userDrawn="1"/>
        </p:nvSpPr>
        <p:spPr>
          <a:xfrm>
            <a:off x="349885" y="1558661"/>
            <a:ext cx="2240916" cy="4527179"/>
          </a:xfrm>
          <a:prstGeom prst="round2Diag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3" name="Picture Placeholder 11">
            <a:extLst>
              <a:ext uri="{FF2B5EF4-FFF2-40B4-BE49-F238E27FC236}">
                <a16:creationId xmlns:a16="http://schemas.microsoft.com/office/drawing/2014/main" id="{0C021D87-4985-7BA0-32D5-3CC7EA7B5BE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194047" y="1758730"/>
            <a:ext cx="1166101" cy="926164"/>
          </a:xfrm>
        </p:spPr>
        <p:txBody>
          <a:bodyPr/>
          <a:lstStyle/>
          <a:p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E0FE8420-5840-BC81-493C-099A13C9948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86445" y="3631895"/>
            <a:ext cx="2210675" cy="203762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16273487-A8BB-D931-35F7-7DC5F551688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10849" y="2820316"/>
            <a:ext cx="2186271" cy="405789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7" name="Round Diagonal Corner Rectangle 36">
            <a:extLst>
              <a:ext uri="{FF2B5EF4-FFF2-40B4-BE49-F238E27FC236}">
                <a16:creationId xmlns:a16="http://schemas.microsoft.com/office/drawing/2014/main" id="{EFC8F536-ECBE-8049-AB79-7A1A884CCBB6}"/>
              </a:ext>
            </a:extLst>
          </p:cNvPr>
          <p:cNvSpPr/>
          <p:nvPr userDrawn="1"/>
        </p:nvSpPr>
        <p:spPr>
          <a:xfrm>
            <a:off x="2656205" y="1558661"/>
            <a:ext cx="2240916" cy="4527179"/>
          </a:xfrm>
          <a:prstGeom prst="round2Diag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Picture Placeholder 11">
            <a:extLst>
              <a:ext uri="{FF2B5EF4-FFF2-40B4-BE49-F238E27FC236}">
                <a16:creationId xmlns:a16="http://schemas.microsoft.com/office/drawing/2014/main" id="{6F4E152C-F9FF-E2C6-A97D-6B17E940775E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178092" y="1758730"/>
            <a:ext cx="1166101" cy="926164"/>
          </a:xfrm>
        </p:spPr>
        <p:txBody>
          <a:bodyPr/>
          <a:lstStyle/>
          <a:p>
            <a:endParaRPr lang="en-US"/>
          </a:p>
        </p:txBody>
      </p:sp>
      <p:sp>
        <p:nvSpPr>
          <p:cNvPr id="44" name="Text Placeholder 13">
            <a:extLst>
              <a:ext uri="{FF2B5EF4-FFF2-40B4-BE49-F238E27FC236}">
                <a16:creationId xmlns:a16="http://schemas.microsoft.com/office/drawing/2014/main" id="{43A7BE72-6F15-EE6B-5F4A-F3EDAA2CCF6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70490" y="3646331"/>
            <a:ext cx="2210675" cy="203762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369F04E8-C469-17BA-73F7-A23F410CC1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70490" y="2820313"/>
            <a:ext cx="2186271" cy="405789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47" name="Round Diagonal Corner Rectangle 46">
            <a:extLst>
              <a:ext uri="{FF2B5EF4-FFF2-40B4-BE49-F238E27FC236}">
                <a16:creationId xmlns:a16="http://schemas.microsoft.com/office/drawing/2014/main" id="{2DEAD5D7-E2A1-3E7C-3620-EDCB62E36ED0}"/>
              </a:ext>
            </a:extLst>
          </p:cNvPr>
          <p:cNvSpPr/>
          <p:nvPr userDrawn="1"/>
        </p:nvSpPr>
        <p:spPr>
          <a:xfrm>
            <a:off x="9640250" y="1558661"/>
            <a:ext cx="2240916" cy="4527179"/>
          </a:xfrm>
          <a:prstGeom prst="round2Diag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8" name="Picture Placeholder 11">
            <a:extLst>
              <a:ext uri="{FF2B5EF4-FFF2-40B4-BE49-F238E27FC236}">
                <a16:creationId xmlns:a16="http://schemas.microsoft.com/office/drawing/2014/main" id="{A7642D80-DB2A-38E2-9C62-D51B6A001131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5513384" y="1758730"/>
            <a:ext cx="1166101" cy="926164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Text Placeholder 13">
            <a:extLst>
              <a:ext uri="{FF2B5EF4-FFF2-40B4-BE49-F238E27FC236}">
                <a16:creationId xmlns:a16="http://schemas.microsoft.com/office/drawing/2014/main" id="{FEAD5A70-231C-2F69-A69E-212E3101CDD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013124" y="3631895"/>
            <a:ext cx="2210675" cy="203762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C005F8F7-5CDC-79F3-C39F-0813A10BEA5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05782" y="2820315"/>
            <a:ext cx="2186271" cy="405789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52" name="Round Diagonal Corner Rectangle 51">
            <a:extLst>
              <a:ext uri="{FF2B5EF4-FFF2-40B4-BE49-F238E27FC236}">
                <a16:creationId xmlns:a16="http://schemas.microsoft.com/office/drawing/2014/main" id="{CC60F0F7-E0EA-4481-8DBE-344810675A6C}"/>
              </a:ext>
            </a:extLst>
          </p:cNvPr>
          <p:cNvSpPr/>
          <p:nvPr userDrawn="1"/>
        </p:nvSpPr>
        <p:spPr>
          <a:xfrm>
            <a:off x="4975542" y="1558661"/>
            <a:ext cx="2240916" cy="4527179"/>
          </a:xfrm>
          <a:prstGeom prst="round2Diag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8" name="Picture Placeholder 11">
            <a:extLst>
              <a:ext uri="{FF2B5EF4-FFF2-40B4-BE49-F238E27FC236}">
                <a16:creationId xmlns:a16="http://schemas.microsoft.com/office/drawing/2014/main" id="{6BC421A6-D9FF-AA21-68F4-A9335B83D80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845738" y="1758730"/>
            <a:ext cx="1166101" cy="926164"/>
          </a:xfrm>
        </p:spPr>
        <p:txBody>
          <a:bodyPr/>
          <a:lstStyle/>
          <a:p>
            <a:endParaRPr lang="en-US"/>
          </a:p>
        </p:txBody>
      </p:sp>
      <p:sp>
        <p:nvSpPr>
          <p:cNvPr id="59" name="Text Placeholder 13">
            <a:extLst>
              <a:ext uri="{FF2B5EF4-FFF2-40B4-BE49-F238E27FC236}">
                <a16:creationId xmlns:a16="http://schemas.microsoft.com/office/drawing/2014/main" id="{8813B64A-0E5A-137B-4133-16A45A9238F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38136" y="3646331"/>
            <a:ext cx="2210675" cy="203762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Points</a:t>
            </a:r>
          </a:p>
        </p:txBody>
      </p:sp>
      <p:sp>
        <p:nvSpPr>
          <p:cNvPr id="61" name="Text Placeholder 3">
            <a:extLst>
              <a:ext uri="{FF2B5EF4-FFF2-40B4-BE49-F238E27FC236}">
                <a16:creationId xmlns:a16="http://schemas.microsoft.com/office/drawing/2014/main" id="{2C109738-5D85-DD06-BE48-4762C0BA515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362540" y="2820314"/>
            <a:ext cx="2186271" cy="405789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62" name="Round Diagonal Corner Rectangle 61">
            <a:extLst>
              <a:ext uri="{FF2B5EF4-FFF2-40B4-BE49-F238E27FC236}">
                <a16:creationId xmlns:a16="http://schemas.microsoft.com/office/drawing/2014/main" id="{240D95CF-9764-758D-7677-F97AC5324D96}"/>
              </a:ext>
            </a:extLst>
          </p:cNvPr>
          <p:cNvSpPr/>
          <p:nvPr userDrawn="1"/>
        </p:nvSpPr>
        <p:spPr>
          <a:xfrm>
            <a:off x="7307896" y="1558661"/>
            <a:ext cx="2240916" cy="4527179"/>
          </a:xfrm>
          <a:prstGeom prst="round2Diag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784728C-1E07-0E62-BEFD-5DCD9C5DBC31}"/>
              </a:ext>
            </a:extLst>
          </p:cNvPr>
          <p:cNvCxnSpPr>
            <a:cxnSpLocks/>
          </p:cNvCxnSpPr>
          <p:nvPr userDrawn="1"/>
        </p:nvCxnSpPr>
        <p:spPr>
          <a:xfrm>
            <a:off x="2671760" y="3429000"/>
            <a:ext cx="2240044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30000">
                  <a:schemeClr val="accent1"/>
                </a:gs>
                <a:gs pos="66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4B78BF1-4507-25E6-5F57-910DA7468C9C}"/>
              </a:ext>
            </a:extLst>
          </p:cNvPr>
          <p:cNvCxnSpPr>
            <a:cxnSpLocks/>
          </p:cNvCxnSpPr>
          <p:nvPr userDrawn="1"/>
        </p:nvCxnSpPr>
        <p:spPr>
          <a:xfrm>
            <a:off x="4991097" y="3429000"/>
            <a:ext cx="2240044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30000">
                  <a:schemeClr val="accent1"/>
                </a:gs>
                <a:gs pos="66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D06EB3D-08BB-B216-321C-9DCD8D500802}"/>
              </a:ext>
            </a:extLst>
          </p:cNvPr>
          <p:cNvCxnSpPr>
            <a:cxnSpLocks/>
          </p:cNvCxnSpPr>
          <p:nvPr userDrawn="1"/>
        </p:nvCxnSpPr>
        <p:spPr>
          <a:xfrm>
            <a:off x="7323451" y="3446929"/>
            <a:ext cx="2240044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30000">
                  <a:schemeClr val="accent1"/>
                </a:gs>
                <a:gs pos="66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16A060C-EC6F-49B1-2126-726C1A713F40}"/>
              </a:ext>
            </a:extLst>
          </p:cNvPr>
          <p:cNvCxnSpPr>
            <a:cxnSpLocks/>
          </p:cNvCxnSpPr>
          <p:nvPr userDrawn="1"/>
        </p:nvCxnSpPr>
        <p:spPr>
          <a:xfrm>
            <a:off x="9655805" y="3442446"/>
            <a:ext cx="2240044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30000">
                  <a:schemeClr val="accent1"/>
                </a:gs>
                <a:gs pos="66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593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EBD1D2-67E5-AE96-6767-800A50F480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82C4A01-BF7F-0E36-D684-C9C82BB5FF22}"/>
              </a:ext>
            </a:extLst>
          </p:cNvPr>
          <p:cNvSpPr/>
          <p:nvPr userDrawn="1"/>
        </p:nvSpPr>
        <p:spPr>
          <a:xfrm>
            <a:off x="323852" y="1007739"/>
            <a:ext cx="2173198" cy="3923818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DD3F4D97-096B-EEAE-3A90-25F4AAB26B21}"/>
              </a:ext>
            </a:extLst>
          </p:cNvPr>
          <p:cNvSpPr/>
          <p:nvPr userDrawn="1"/>
        </p:nvSpPr>
        <p:spPr>
          <a:xfrm rot="16200000">
            <a:off x="1951720" y="4353312"/>
            <a:ext cx="523872" cy="673371"/>
          </a:xfrm>
          <a:prstGeom prst="rtTriangle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1"/>
                </a:gs>
                <a:gs pos="41000">
                  <a:schemeClr val="accent3"/>
                </a:gs>
                <a:gs pos="83000">
                  <a:schemeClr val="accent4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99ED73A8-DD67-E7D7-339C-3AE8848E374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20636" y="1127390"/>
            <a:ext cx="756332" cy="753495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6BD4069E-9538-7030-473D-BB44B5CB1C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3631" y="1964568"/>
            <a:ext cx="2083563" cy="42782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66066B1-73AB-A3B6-F177-F5EE007888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983" y="2702560"/>
            <a:ext cx="2083563" cy="1732470"/>
          </a:xfrm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647DA80-EA53-D3D5-1B03-DFB030CFCEDF}"/>
              </a:ext>
            </a:extLst>
          </p:cNvPr>
          <p:cNvSpPr/>
          <p:nvPr userDrawn="1"/>
        </p:nvSpPr>
        <p:spPr>
          <a:xfrm>
            <a:off x="2640195" y="1943404"/>
            <a:ext cx="2173203" cy="3923818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EE65872-C82C-AF6E-183D-3A2D73FDBF01}"/>
              </a:ext>
            </a:extLst>
          </p:cNvPr>
          <p:cNvSpPr/>
          <p:nvPr userDrawn="1"/>
        </p:nvSpPr>
        <p:spPr>
          <a:xfrm>
            <a:off x="4961580" y="1049598"/>
            <a:ext cx="2173202" cy="3923818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E4EE4C9-8923-2795-1117-E1642D56A0E5}"/>
              </a:ext>
            </a:extLst>
          </p:cNvPr>
          <p:cNvSpPr/>
          <p:nvPr userDrawn="1"/>
        </p:nvSpPr>
        <p:spPr>
          <a:xfrm>
            <a:off x="7282964" y="1943404"/>
            <a:ext cx="2173202" cy="3923818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B24E36A-61C7-5412-C6F9-3DD3DACA9CB0}"/>
              </a:ext>
            </a:extLst>
          </p:cNvPr>
          <p:cNvSpPr/>
          <p:nvPr userDrawn="1"/>
        </p:nvSpPr>
        <p:spPr>
          <a:xfrm>
            <a:off x="9560689" y="1024081"/>
            <a:ext cx="2173202" cy="3923818"/>
          </a:xfrm>
          <a:prstGeom prst="round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Picture Placeholder 8">
            <a:extLst>
              <a:ext uri="{FF2B5EF4-FFF2-40B4-BE49-F238E27FC236}">
                <a16:creationId xmlns:a16="http://schemas.microsoft.com/office/drawing/2014/main" id="{BA361F6E-D49C-5603-E921-0CFA934358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5173" y="2072602"/>
            <a:ext cx="756332" cy="753495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5D36DEC0-4B96-F5B5-DEE1-D4CD1120CB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16864" y="1189909"/>
            <a:ext cx="756332" cy="753495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Picture Placeholder 8">
            <a:extLst>
              <a:ext uri="{FF2B5EF4-FFF2-40B4-BE49-F238E27FC236}">
                <a16:creationId xmlns:a16="http://schemas.microsoft.com/office/drawing/2014/main" id="{3D3E3A48-9586-06FB-8658-26313DD9826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91399" y="2042928"/>
            <a:ext cx="756332" cy="753495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2EAB3B3A-7486-AA7A-E762-7809BD8D6D5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315032" y="1127389"/>
            <a:ext cx="756332" cy="753495"/>
          </a:xfrm>
        </p:spPr>
        <p:txBody>
          <a:bodyPr/>
          <a:lstStyle/>
          <a:p>
            <a:endParaRPr lang="en-US"/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6E224A8-C573-A706-256A-E15D4A2CFE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685016" y="2915826"/>
            <a:ext cx="2083563" cy="42782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1BA3920-ED23-99D8-2FC4-EB6C7AF99A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93225" y="2021528"/>
            <a:ext cx="2083563" cy="42782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81CDE2EB-511D-6EB5-F2BB-E2F416A793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23856" y="2895947"/>
            <a:ext cx="2083563" cy="42782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28F016-EE58-7AC6-9703-709762479F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99312" y="1964567"/>
            <a:ext cx="2083563" cy="42782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D3EBCE0-D2D9-52CE-2F36-ADC31EA7716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75868" y="3708400"/>
            <a:ext cx="2083563" cy="1672173"/>
          </a:xfrm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14318105-6E65-8D52-5841-16B1E8AB4B6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93226" y="2790784"/>
            <a:ext cx="2083563" cy="1697469"/>
          </a:xfrm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4615E015-DD2E-7543-7E7A-E12454FF1B6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323857" y="3708400"/>
            <a:ext cx="2083563" cy="1655722"/>
          </a:xfrm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2403F3BF-328A-8D9A-09FA-675AA678C0B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11738" y="2702560"/>
            <a:ext cx="2083563" cy="1725502"/>
          </a:xfrm>
        </p:spPr>
        <p:txBody>
          <a:bodyPr/>
          <a:lstStyle>
            <a:lvl1pPr algn="ctr">
              <a:buNone/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F6D0DDD4-DB09-DC2D-2381-4601F45D8AE4}"/>
              </a:ext>
            </a:extLst>
          </p:cNvPr>
          <p:cNvSpPr/>
          <p:nvPr userDrawn="1"/>
        </p:nvSpPr>
        <p:spPr>
          <a:xfrm rot="16200000">
            <a:off x="4304630" y="5289219"/>
            <a:ext cx="523872" cy="673371"/>
          </a:xfrm>
          <a:prstGeom prst="rtTriangle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1"/>
                </a:gs>
                <a:gs pos="41000">
                  <a:schemeClr val="accent3"/>
                </a:gs>
                <a:gs pos="83000">
                  <a:schemeClr val="accent4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52BB806C-7DFA-DAE4-A9CA-9FA2E939DAD4}"/>
              </a:ext>
            </a:extLst>
          </p:cNvPr>
          <p:cNvSpPr/>
          <p:nvPr userDrawn="1"/>
        </p:nvSpPr>
        <p:spPr>
          <a:xfrm rot="16200000">
            <a:off x="6610252" y="4374795"/>
            <a:ext cx="523872" cy="673371"/>
          </a:xfrm>
          <a:prstGeom prst="rtTriangle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1"/>
                </a:gs>
                <a:gs pos="41000">
                  <a:schemeClr val="accent3"/>
                </a:gs>
                <a:gs pos="83000">
                  <a:schemeClr val="accent4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0423FF3F-203F-79B8-12EB-A030C205832F}"/>
              </a:ext>
            </a:extLst>
          </p:cNvPr>
          <p:cNvSpPr/>
          <p:nvPr userDrawn="1"/>
        </p:nvSpPr>
        <p:spPr>
          <a:xfrm rot="16200000">
            <a:off x="8931635" y="5263461"/>
            <a:ext cx="523872" cy="673371"/>
          </a:xfrm>
          <a:prstGeom prst="rtTriangle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1"/>
                </a:gs>
                <a:gs pos="41000">
                  <a:schemeClr val="accent3"/>
                </a:gs>
                <a:gs pos="83000">
                  <a:schemeClr val="accent4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A4B5F8BE-9CDE-C391-5092-E96C93AB8C61}"/>
              </a:ext>
            </a:extLst>
          </p:cNvPr>
          <p:cNvSpPr/>
          <p:nvPr userDrawn="1"/>
        </p:nvSpPr>
        <p:spPr>
          <a:xfrm rot="16200000">
            <a:off x="11197377" y="4347261"/>
            <a:ext cx="523872" cy="673371"/>
          </a:xfrm>
          <a:prstGeom prst="rtTriangle">
            <a:avLst/>
          </a:prstGeom>
          <a:solidFill>
            <a:schemeClr val="tx1"/>
          </a:solidFill>
          <a:ln w="15875">
            <a:gradFill flip="none" rotWithShape="1">
              <a:gsLst>
                <a:gs pos="0">
                  <a:schemeClr val="accent1"/>
                </a:gs>
                <a:gs pos="41000">
                  <a:schemeClr val="accent3"/>
                </a:gs>
                <a:gs pos="83000">
                  <a:schemeClr val="accent4"/>
                </a:gs>
                <a:gs pos="100000">
                  <a:schemeClr val="tx1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8503F1-97AE-DF53-A1EE-C60431334EEB}"/>
              </a:ext>
            </a:extLst>
          </p:cNvPr>
          <p:cNvCxnSpPr>
            <a:cxnSpLocks/>
          </p:cNvCxnSpPr>
          <p:nvPr userDrawn="1"/>
        </p:nvCxnSpPr>
        <p:spPr>
          <a:xfrm>
            <a:off x="323850" y="2550160"/>
            <a:ext cx="2144696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A55832-99E7-16E9-7005-358C30BD32B5}"/>
              </a:ext>
            </a:extLst>
          </p:cNvPr>
          <p:cNvCxnSpPr>
            <a:cxnSpLocks/>
          </p:cNvCxnSpPr>
          <p:nvPr userDrawn="1"/>
        </p:nvCxnSpPr>
        <p:spPr>
          <a:xfrm>
            <a:off x="2640195" y="3545840"/>
            <a:ext cx="2144696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78FC3D-CB1D-E2FC-0743-3A8321EF3272}"/>
              </a:ext>
            </a:extLst>
          </p:cNvPr>
          <p:cNvCxnSpPr>
            <a:cxnSpLocks/>
          </p:cNvCxnSpPr>
          <p:nvPr userDrawn="1"/>
        </p:nvCxnSpPr>
        <p:spPr>
          <a:xfrm>
            <a:off x="4961580" y="2621280"/>
            <a:ext cx="2144696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ABD004A-659D-7DA7-8282-C503E5E970FF}"/>
              </a:ext>
            </a:extLst>
          </p:cNvPr>
          <p:cNvCxnSpPr>
            <a:cxnSpLocks/>
          </p:cNvCxnSpPr>
          <p:nvPr userDrawn="1"/>
        </p:nvCxnSpPr>
        <p:spPr>
          <a:xfrm>
            <a:off x="7282964" y="3515360"/>
            <a:ext cx="2144696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142F8EF-396A-4F15-09BC-EA81528C9CDB}"/>
              </a:ext>
            </a:extLst>
          </p:cNvPr>
          <p:cNvCxnSpPr>
            <a:cxnSpLocks/>
          </p:cNvCxnSpPr>
          <p:nvPr userDrawn="1"/>
        </p:nvCxnSpPr>
        <p:spPr>
          <a:xfrm>
            <a:off x="9589195" y="2550160"/>
            <a:ext cx="2144696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5015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02F93EE-5D54-5072-B414-2199FD167D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  <a:noFill/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FC96BAC-370B-6C1E-8B1D-4D476A26B1E8}"/>
              </a:ext>
            </a:extLst>
          </p:cNvPr>
          <p:cNvSpPr/>
          <p:nvPr userDrawn="1"/>
        </p:nvSpPr>
        <p:spPr>
          <a:xfrm>
            <a:off x="4074160" y="5171440"/>
            <a:ext cx="1056640" cy="91440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A070732-B9C2-7F56-D45B-88CF82D094E5}"/>
              </a:ext>
            </a:extLst>
          </p:cNvPr>
          <p:cNvSpPr/>
          <p:nvPr userDrawn="1"/>
        </p:nvSpPr>
        <p:spPr>
          <a:xfrm>
            <a:off x="6380480" y="4259262"/>
            <a:ext cx="1056640" cy="91440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64176D8-2CA4-47E9-116D-874287B766D9}"/>
              </a:ext>
            </a:extLst>
          </p:cNvPr>
          <p:cNvSpPr/>
          <p:nvPr userDrawn="1"/>
        </p:nvSpPr>
        <p:spPr>
          <a:xfrm>
            <a:off x="4074160" y="3429000"/>
            <a:ext cx="1056640" cy="91440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D5A23AB-C765-AB8D-9648-B2365CF1840B}"/>
              </a:ext>
            </a:extLst>
          </p:cNvPr>
          <p:cNvSpPr/>
          <p:nvPr userDrawn="1"/>
        </p:nvSpPr>
        <p:spPr>
          <a:xfrm>
            <a:off x="6380480" y="2611120"/>
            <a:ext cx="1056640" cy="91440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C2C1D4-C34E-1E45-8702-ECA53855AF23}"/>
              </a:ext>
            </a:extLst>
          </p:cNvPr>
          <p:cNvSpPr/>
          <p:nvPr userDrawn="1"/>
        </p:nvSpPr>
        <p:spPr>
          <a:xfrm>
            <a:off x="4074160" y="1686560"/>
            <a:ext cx="1056640" cy="91440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524B8F2-A89B-721F-AE6D-0F5784A37EB8}"/>
              </a:ext>
            </a:extLst>
          </p:cNvPr>
          <p:cNvSpPr/>
          <p:nvPr userDrawn="1"/>
        </p:nvSpPr>
        <p:spPr>
          <a:xfrm>
            <a:off x="6380480" y="962978"/>
            <a:ext cx="1056640" cy="91440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F8D0BCC-7761-71D9-D8DD-DCFA503722CC}"/>
              </a:ext>
            </a:extLst>
          </p:cNvPr>
          <p:cNvSpPr/>
          <p:nvPr userDrawn="1"/>
        </p:nvSpPr>
        <p:spPr>
          <a:xfrm>
            <a:off x="4226560" y="1808480"/>
            <a:ext cx="751840" cy="67056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C9B5D29-95C3-AE77-06E8-9B3E2FDEAFC1}"/>
              </a:ext>
            </a:extLst>
          </p:cNvPr>
          <p:cNvSpPr/>
          <p:nvPr userDrawn="1"/>
        </p:nvSpPr>
        <p:spPr>
          <a:xfrm>
            <a:off x="4226560" y="3570605"/>
            <a:ext cx="751840" cy="67056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C3A5681-7E9B-5981-CD2C-715513A632B3}"/>
              </a:ext>
            </a:extLst>
          </p:cNvPr>
          <p:cNvSpPr/>
          <p:nvPr userDrawn="1"/>
        </p:nvSpPr>
        <p:spPr>
          <a:xfrm>
            <a:off x="6532880" y="1074738"/>
            <a:ext cx="751840" cy="67056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61C3685-882D-71AD-D82B-D201FC2A5703}"/>
              </a:ext>
            </a:extLst>
          </p:cNvPr>
          <p:cNvSpPr/>
          <p:nvPr userDrawn="1"/>
        </p:nvSpPr>
        <p:spPr>
          <a:xfrm>
            <a:off x="4216400" y="5293360"/>
            <a:ext cx="751840" cy="67056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24E5F72-D4CD-A7D8-948C-8D7397E3E452}"/>
              </a:ext>
            </a:extLst>
          </p:cNvPr>
          <p:cNvSpPr/>
          <p:nvPr userDrawn="1"/>
        </p:nvSpPr>
        <p:spPr>
          <a:xfrm>
            <a:off x="6532880" y="2733040"/>
            <a:ext cx="751840" cy="67056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6E26F04-2D8E-9E75-99DE-E9EA2D418E2D}"/>
              </a:ext>
            </a:extLst>
          </p:cNvPr>
          <p:cNvSpPr/>
          <p:nvPr userDrawn="1"/>
        </p:nvSpPr>
        <p:spPr>
          <a:xfrm>
            <a:off x="6532880" y="4388803"/>
            <a:ext cx="751840" cy="670560"/>
          </a:xfrm>
          <a:prstGeom prst="round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5A4084-E42A-E7BC-7EA2-F5CCC982AADD}"/>
              </a:ext>
            </a:extLst>
          </p:cNvPr>
          <p:cNvCxnSpPr>
            <a:stCxn id="8" idx="3"/>
            <a:endCxn id="9" idx="1"/>
          </p:cNvCxnSpPr>
          <p:nvPr userDrawn="1"/>
        </p:nvCxnSpPr>
        <p:spPr>
          <a:xfrm flipV="1">
            <a:off x="5130800" y="4716462"/>
            <a:ext cx="1249680" cy="912178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29000">
                  <a:schemeClr val="accent1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0B5D7BD-791A-A72E-02C2-46EC63C73710}"/>
              </a:ext>
            </a:extLst>
          </p:cNvPr>
          <p:cNvCxnSpPr>
            <a:stCxn id="9" idx="1"/>
            <a:endCxn id="10" idx="3"/>
          </p:cNvCxnSpPr>
          <p:nvPr userDrawn="1"/>
        </p:nvCxnSpPr>
        <p:spPr>
          <a:xfrm flipH="1" flipV="1">
            <a:off x="5130800" y="3886200"/>
            <a:ext cx="1249680" cy="830262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27000">
                  <a:schemeClr val="accent1"/>
                </a:gs>
                <a:gs pos="61000">
                  <a:schemeClr val="accent3"/>
                </a:gs>
                <a:gs pos="91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681653-23ED-A93C-5D01-74D3E2852020}"/>
              </a:ext>
            </a:extLst>
          </p:cNvPr>
          <p:cNvCxnSpPr>
            <a:cxnSpLocks/>
            <a:stCxn id="10" idx="3"/>
            <a:endCxn id="11" idx="1"/>
          </p:cNvCxnSpPr>
          <p:nvPr userDrawn="1"/>
        </p:nvCxnSpPr>
        <p:spPr>
          <a:xfrm flipV="1">
            <a:off x="5130800" y="3068320"/>
            <a:ext cx="1249680" cy="817880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37000">
                  <a:schemeClr val="accent1"/>
                </a:gs>
                <a:gs pos="66000">
                  <a:schemeClr val="accent3"/>
                </a:gs>
                <a:gs pos="92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34D2BD7-A195-391A-F19D-320CA35A2410}"/>
              </a:ext>
            </a:extLst>
          </p:cNvPr>
          <p:cNvCxnSpPr>
            <a:cxnSpLocks/>
            <a:stCxn id="11" idx="1"/>
            <a:endCxn id="12" idx="3"/>
          </p:cNvCxnSpPr>
          <p:nvPr userDrawn="1"/>
        </p:nvCxnSpPr>
        <p:spPr>
          <a:xfrm flipH="1" flipV="1">
            <a:off x="5130800" y="2143760"/>
            <a:ext cx="1249680" cy="924560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1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BA04DDA-39B9-0408-9F98-5AA7B6029246}"/>
              </a:ext>
            </a:extLst>
          </p:cNvPr>
          <p:cNvCxnSpPr>
            <a:cxnSpLocks/>
            <a:stCxn id="12" idx="3"/>
            <a:endCxn id="13" idx="1"/>
          </p:cNvCxnSpPr>
          <p:nvPr userDrawn="1"/>
        </p:nvCxnSpPr>
        <p:spPr>
          <a:xfrm flipV="1">
            <a:off x="5130800" y="1420178"/>
            <a:ext cx="1249680" cy="723582"/>
          </a:xfrm>
          <a:prstGeom prst="straightConnector1">
            <a:avLst/>
          </a:prstGeom>
          <a:ln>
            <a:gradFill flip="none" rotWithShape="1">
              <a:gsLst>
                <a:gs pos="0">
                  <a:schemeClr val="tx1"/>
                </a:gs>
                <a:gs pos="38000">
                  <a:schemeClr val="accent1"/>
                </a:gs>
                <a:gs pos="7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Picture Placeholder 30">
            <a:extLst>
              <a:ext uri="{FF2B5EF4-FFF2-40B4-BE49-F238E27FC236}">
                <a16:creationId xmlns:a16="http://schemas.microsoft.com/office/drawing/2014/main" id="{FF19B856-0E95-76CE-F78C-F9339769452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297680" y="1881988"/>
            <a:ext cx="589280" cy="523544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6" name="Picture Placeholder 30">
            <a:extLst>
              <a:ext uri="{FF2B5EF4-FFF2-40B4-BE49-F238E27FC236}">
                <a16:creationId xmlns:a16="http://schemas.microsoft.com/office/drawing/2014/main" id="{279BC6FC-0F8B-2C3A-7AA5-84A473214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4160" y="4462159"/>
            <a:ext cx="589280" cy="523544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7" name="Picture Placeholder 30">
            <a:extLst>
              <a:ext uri="{FF2B5EF4-FFF2-40B4-BE49-F238E27FC236}">
                <a16:creationId xmlns:a16="http://schemas.microsoft.com/office/drawing/2014/main" id="{FD3389DC-BB57-8A3B-2A90-60A45A72A8B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9400" y="2806548"/>
            <a:ext cx="589280" cy="523544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Picture Placeholder 30">
            <a:extLst>
              <a:ext uri="{FF2B5EF4-FFF2-40B4-BE49-F238E27FC236}">
                <a16:creationId xmlns:a16="http://schemas.microsoft.com/office/drawing/2014/main" id="{4A5D8207-AB36-1DC6-2A2F-9D96354837F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07840" y="3642380"/>
            <a:ext cx="589280" cy="523544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29" name="Picture Placeholder 30">
            <a:extLst>
              <a:ext uri="{FF2B5EF4-FFF2-40B4-BE49-F238E27FC236}">
                <a16:creationId xmlns:a16="http://schemas.microsoft.com/office/drawing/2014/main" id="{3BB8015B-A160-095E-869F-B02CCAD3268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97680" y="5359096"/>
            <a:ext cx="589280" cy="523544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30" name="Picture Placeholder 30">
            <a:extLst>
              <a:ext uri="{FF2B5EF4-FFF2-40B4-BE49-F238E27FC236}">
                <a16:creationId xmlns:a16="http://schemas.microsoft.com/office/drawing/2014/main" id="{A65EC322-EB1A-7480-4F3F-C60230A307F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14160" y="1140322"/>
            <a:ext cx="589280" cy="523544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31" name="Text Placeholder 38">
            <a:extLst>
              <a:ext uri="{FF2B5EF4-FFF2-40B4-BE49-F238E27FC236}">
                <a16:creationId xmlns:a16="http://schemas.microsoft.com/office/drawing/2014/main" id="{2211E6BB-1B42-37F7-7F2F-3EA8879AD6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41217" y="3068320"/>
            <a:ext cx="3653789" cy="914400"/>
          </a:xfrm>
          <a:noFill/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32" name="Text Placeholder 38">
            <a:extLst>
              <a:ext uri="{FF2B5EF4-FFF2-40B4-BE49-F238E27FC236}">
                <a16:creationId xmlns:a16="http://schemas.microsoft.com/office/drawing/2014/main" id="{5B78DFD6-E41A-A960-7702-E9D32DCF54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41217" y="4836160"/>
            <a:ext cx="3653789" cy="914400"/>
          </a:xfrm>
          <a:noFill/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Text5</a:t>
            </a:r>
          </a:p>
        </p:txBody>
      </p:sp>
      <p:sp>
        <p:nvSpPr>
          <p:cNvPr id="33" name="Text Placeholder 38">
            <a:extLst>
              <a:ext uri="{FF2B5EF4-FFF2-40B4-BE49-F238E27FC236}">
                <a16:creationId xmlns:a16="http://schemas.microsoft.com/office/drawing/2014/main" id="{733E9A95-A45E-025F-0BD3-DF52CBD35C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3850" y="1877378"/>
            <a:ext cx="3653790" cy="914400"/>
          </a:xfrm>
          <a:noFill/>
        </p:spPr>
        <p:txBody>
          <a:bodyPr/>
          <a:lstStyle>
            <a:lvl1pPr algn="r">
              <a:defRPr sz="16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34" name="Text Placeholder 38">
            <a:extLst>
              <a:ext uri="{FF2B5EF4-FFF2-40B4-BE49-F238E27FC236}">
                <a16:creationId xmlns:a16="http://schemas.microsoft.com/office/drawing/2014/main" id="{9692CAE1-F0AC-CD60-9013-34AF08BA863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33639" y="1396653"/>
            <a:ext cx="3653790" cy="914400"/>
          </a:xfrm>
          <a:noFill/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35" name="Text Placeholder 38">
            <a:extLst>
              <a:ext uri="{FF2B5EF4-FFF2-40B4-BE49-F238E27FC236}">
                <a16:creationId xmlns:a16="http://schemas.microsoft.com/office/drawing/2014/main" id="{2C68FCDC-D239-53C8-CB99-8E14F73260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3215" y="3609023"/>
            <a:ext cx="3653790" cy="914400"/>
          </a:xfrm>
          <a:noFill/>
        </p:spPr>
        <p:txBody>
          <a:bodyPr/>
          <a:lstStyle>
            <a:lvl1pPr algn="r">
              <a:defRPr sz="1600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36" name="Text Placeholder 38">
            <a:extLst>
              <a:ext uri="{FF2B5EF4-FFF2-40B4-BE49-F238E27FC236}">
                <a16:creationId xmlns:a16="http://schemas.microsoft.com/office/drawing/2014/main" id="{0FAEAB0C-3A3C-1DF1-4FEB-7412FB68987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215" y="5359096"/>
            <a:ext cx="3653790" cy="914400"/>
          </a:xfrm>
          <a:noFill/>
        </p:spPr>
        <p:txBody>
          <a:bodyPr/>
          <a:lstStyle>
            <a:lvl1pPr algn="r">
              <a:defRPr sz="1600"/>
            </a:lvl1pPr>
          </a:lstStyle>
          <a:p>
            <a:pPr lvl="0"/>
            <a:r>
              <a:rPr lang="en-US" dirty="0"/>
              <a:t>Text6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89EE886-AE93-5EC3-9821-4319A5F4AAC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23215" y="1423367"/>
            <a:ext cx="3702685" cy="405789"/>
          </a:xfrm>
        </p:spPr>
        <p:txBody>
          <a:bodyPr/>
          <a:lstStyle>
            <a:lvl1pPr algn="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DD6BCE08-55D1-987C-602E-15F8F358211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3215" y="3153216"/>
            <a:ext cx="3674745" cy="405789"/>
          </a:xfrm>
        </p:spPr>
        <p:txBody>
          <a:bodyPr/>
          <a:lstStyle>
            <a:lvl1pPr algn="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6F1F47-B3DA-D3A3-3762-C6F230CD255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3639" y="937977"/>
            <a:ext cx="3653790" cy="405789"/>
          </a:xfrm>
        </p:spPr>
        <p:txBody>
          <a:bodyPr/>
          <a:lstStyle>
            <a:lvl1pPr algn="l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F771EF3E-CC11-531C-E7E1-A62BB524FE7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5616" y="4934879"/>
            <a:ext cx="3653789" cy="405789"/>
          </a:xfrm>
        </p:spPr>
        <p:txBody>
          <a:bodyPr/>
          <a:lstStyle>
            <a:lvl1pPr algn="r"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905682D4-6496-E311-EE82-DB3C177C766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533639" y="2603653"/>
            <a:ext cx="3653789" cy="405789"/>
          </a:xfrm>
        </p:spPr>
        <p:txBody>
          <a:bodyPr/>
          <a:lstStyle>
            <a:lvl1pPr algn="l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C4EF9567-233A-AFC6-5A14-C177CEA9B5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533639" y="4374149"/>
            <a:ext cx="3661367" cy="405789"/>
          </a:xfrm>
        </p:spPr>
        <p:txBody>
          <a:bodyPr/>
          <a:lstStyle>
            <a:lvl1pPr algn="l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</p:spTree>
    <p:extLst>
      <p:ext uri="{BB962C8B-B14F-4D97-AF65-F5344CB8AC3E}">
        <p14:creationId xmlns:p14="http://schemas.microsoft.com/office/powerpoint/2010/main" val="2345334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le 1">
            <a:extLst>
              <a:ext uri="{FF2B5EF4-FFF2-40B4-BE49-F238E27FC236}">
                <a16:creationId xmlns:a16="http://schemas.microsoft.com/office/drawing/2014/main" id="{28F4CEC0-6CA9-2564-AD02-41688D8D3A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49" name="Round Same Side Corner Rectangle 48">
            <a:extLst>
              <a:ext uri="{FF2B5EF4-FFF2-40B4-BE49-F238E27FC236}">
                <a16:creationId xmlns:a16="http://schemas.microsoft.com/office/drawing/2014/main" id="{64F831AA-A5FB-A5C3-F0E8-518E0A6C3CA6}"/>
              </a:ext>
            </a:extLst>
          </p:cNvPr>
          <p:cNvSpPr/>
          <p:nvPr userDrawn="1"/>
        </p:nvSpPr>
        <p:spPr>
          <a:xfrm>
            <a:off x="7958138" y="3606540"/>
            <a:ext cx="3582624" cy="647229"/>
          </a:xfrm>
          <a:prstGeom prst="round2SameRect">
            <a:avLst>
              <a:gd name="adj1" fmla="val 16667"/>
              <a:gd name="adj2" fmla="val 2129"/>
            </a:avLst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8B68C430-A4CF-78D0-0D91-4D7BD9932A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05421" y="3679347"/>
            <a:ext cx="2227291" cy="50288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  <p:sp>
        <p:nvSpPr>
          <p:cNvPr id="51" name="Picture Placeholder 13">
            <a:extLst>
              <a:ext uri="{FF2B5EF4-FFF2-40B4-BE49-F238E27FC236}">
                <a16:creationId xmlns:a16="http://schemas.microsoft.com/office/drawing/2014/main" id="{C3A3C033-46FE-79BD-E6CB-272C9CAD3EB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189923" y="3655035"/>
            <a:ext cx="709914" cy="502885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Text Placeholder 19">
            <a:extLst>
              <a:ext uri="{FF2B5EF4-FFF2-40B4-BE49-F238E27FC236}">
                <a16:creationId xmlns:a16="http://schemas.microsoft.com/office/drawing/2014/main" id="{24DA235F-0C97-2673-07C1-928E10521CB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091797" y="4295763"/>
            <a:ext cx="3315295" cy="1598542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7C370CE-F374-1E42-5561-2B505EDA03EB}"/>
              </a:ext>
            </a:extLst>
          </p:cNvPr>
          <p:cNvSpPr/>
          <p:nvPr userDrawn="1"/>
        </p:nvSpPr>
        <p:spPr>
          <a:xfrm>
            <a:off x="7958132" y="4253769"/>
            <a:ext cx="3582624" cy="174046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7C36682-C784-43E6-B337-C7E1E99A7098}"/>
              </a:ext>
            </a:extLst>
          </p:cNvPr>
          <p:cNvCxnSpPr/>
          <p:nvPr userDrawn="1"/>
        </p:nvCxnSpPr>
        <p:spPr>
          <a:xfrm>
            <a:off x="323850" y="925551"/>
            <a:ext cx="11544300" cy="0"/>
          </a:xfrm>
          <a:prstGeom prst="line">
            <a:avLst/>
          </a:prstGeom>
          <a:ln>
            <a:gradFill flip="none" rotWithShape="1">
              <a:gsLst>
                <a:gs pos="0">
                  <a:schemeClr val="tx1"/>
                </a:gs>
                <a:gs pos="48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F11FAEC-C248-9FCD-35C9-837664C474FC}"/>
              </a:ext>
            </a:extLst>
          </p:cNvPr>
          <p:cNvCxnSpPr>
            <a:cxnSpLocks/>
          </p:cNvCxnSpPr>
          <p:nvPr userDrawn="1"/>
        </p:nvCxnSpPr>
        <p:spPr>
          <a:xfrm>
            <a:off x="7950297" y="4244893"/>
            <a:ext cx="3571588" cy="5891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ound Same Side Corner Rectangle 55">
            <a:extLst>
              <a:ext uri="{FF2B5EF4-FFF2-40B4-BE49-F238E27FC236}">
                <a16:creationId xmlns:a16="http://schemas.microsoft.com/office/drawing/2014/main" id="{BBDA4ED2-812C-CEEB-BBE1-FC340878BABD}"/>
              </a:ext>
            </a:extLst>
          </p:cNvPr>
          <p:cNvSpPr/>
          <p:nvPr userDrawn="1"/>
        </p:nvSpPr>
        <p:spPr>
          <a:xfrm>
            <a:off x="4134639" y="3588788"/>
            <a:ext cx="3582624" cy="647229"/>
          </a:xfrm>
          <a:prstGeom prst="round2SameRect">
            <a:avLst>
              <a:gd name="adj1" fmla="val 16667"/>
              <a:gd name="adj2" fmla="val 2129"/>
            </a:avLst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00E634F6-CC17-86B0-6CF5-BD2C9CD53774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381922" y="3661595"/>
            <a:ext cx="2227291" cy="50288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58" name="Picture Placeholder 13">
            <a:extLst>
              <a:ext uri="{FF2B5EF4-FFF2-40B4-BE49-F238E27FC236}">
                <a16:creationId xmlns:a16="http://schemas.microsoft.com/office/drawing/2014/main" id="{16EAA04F-A026-05D2-21EA-3D69EF42FF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366424" y="3637283"/>
            <a:ext cx="709914" cy="502885"/>
          </a:xfrm>
        </p:spPr>
        <p:txBody>
          <a:bodyPr/>
          <a:lstStyle/>
          <a:p>
            <a:endParaRPr lang="en-US"/>
          </a:p>
        </p:txBody>
      </p:sp>
      <p:sp>
        <p:nvSpPr>
          <p:cNvPr id="59" name="Text Placeholder 19">
            <a:extLst>
              <a:ext uri="{FF2B5EF4-FFF2-40B4-BE49-F238E27FC236}">
                <a16:creationId xmlns:a16="http://schemas.microsoft.com/office/drawing/2014/main" id="{06728B2F-525E-32ED-CC97-6C6FB4334FA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68298" y="4278011"/>
            <a:ext cx="3315295" cy="1598542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7B7A302-2FE0-176E-1CF3-A49A789ABB68}"/>
              </a:ext>
            </a:extLst>
          </p:cNvPr>
          <p:cNvSpPr/>
          <p:nvPr userDrawn="1"/>
        </p:nvSpPr>
        <p:spPr>
          <a:xfrm>
            <a:off x="4134633" y="4236017"/>
            <a:ext cx="3582624" cy="174046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94531E8-215D-2A8C-24C8-CE1EF604B0B1}"/>
              </a:ext>
            </a:extLst>
          </p:cNvPr>
          <p:cNvCxnSpPr>
            <a:cxnSpLocks/>
          </p:cNvCxnSpPr>
          <p:nvPr userDrawn="1"/>
        </p:nvCxnSpPr>
        <p:spPr>
          <a:xfrm>
            <a:off x="4126798" y="4227141"/>
            <a:ext cx="3571588" cy="5891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 Same Side Corner Rectangle 61">
            <a:extLst>
              <a:ext uri="{FF2B5EF4-FFF2-40B4-BE49-F238E27FC236}">
                <a16:creationId xmlns:a16="http://schemas.microsoft.com/office/drawing/2014/main" id="{E76C0AF3-1012-334E-8536-9728FDA9C977}"/>
              </a:ext>
            </a:extLst>
          </p:cNvPr>
          <p:cNvSpPr/>
          <p:nvPr userDrawn="1"/>
        </p:nvSpPr>
        <p:spPr>
          <a:xfrm>
            <a:off x="7939261" y="1095644"/>
            <a:ext cx="3582624" cy="647229"/>
          </a:xfrm>
          <a:prstGeom prst="round2SameRect">
            <a:avLst>
              <a:gd name="adj1" fmla="val 16667"/>
              <a:gd name="adj2" fmla="val 2129"/>
            </a:avLst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3" name="Text Placeholder 16">
            <a:extLst>
              <a:ext uri="{FF2B5EF4-FFF2-40B4-BE49-F238E27FC236}">
                <a16:creationId xmlns:a16="http://schemas.microsoft.com/office/drawing/2014/main" id="{206BD6F0-D7EF-26F6-3C0D-7AF3271DBBC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86544" y="1168451"/>
            <a:ext cx="2227291" cy="50288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64" name="Picture Placeholder 13">
            <a:extLst>
              <a:ext uri="{FF2B5EF4-FFF2-40B4-BE49-F238E27FC236}">
                <a16:creationId xmlns:a16="http://schemas.microsoft.com/office/drawing/2014/main" id="{52DFBBE7-7ABE-9C5E-F151-AE3516FC721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8171046" y="1144139"/>
            <a:ext cx="709914" cy="502885"/>
          </a:xfrm>
        </p:spPr>
        <p:txBody>
          <a:bodyPr/>
          <a:lstStyle/>
          <a:p>
            <a:endParaRPr lang="en-US"/>
          </a:p>
        </p:txBody>
      </p:sp>
      <p:sp>
        <p:nvSpPr>
          <p:cNvPr id="65" name="Text Placeholder 19">
            <a:extLst>
              <a:ext uri="{FF2B5EF4-FFF2-40B4-BE49-F238E27FC236}">
                <a16:creationId xmlns:a16="http://schemas.microsoft.com/office/drawing/2014/main" id="{FB39B4BD-C61B-5903-BCCA-EE7F27B88AA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072920" y="1784867"/>
            <a:ext cx="3315295" cy="1598542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48D6772-5A15-72BF-E360-5E20D962498E}"/>
              </a:ext>
            </a:extLst>
          </p:cNvPr>
          <p:cNvSpPr/>
          <p:nvPr userDrawn="1"/>
        </p:nvSpPr>
        <p:spPr>
          <a:xfrm>
            <a:off x="7939255" y="1742873"/>
            <a:ext cx="3582624" cy="174046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E3C3981-4AE9-BD10-E31F-6689394D278A}"/>
              </a:ext>
            </a:extLst>
          </p:cNvPr>
          <p:cNvCxnSpPr>
            <a:cxnSpLocks/>
          </p:cNvCxnSpPr>
          <p:nvPr userDrawn="1"/>
        </p:nvCxnSpPr>
        <p:spPr>
          <a:xfrm>
            <a:off x="7931420" y="1733997"/>
            <a:ext cx="3571588" cy="5891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 Same Side Corner Rectangle 67">
            <a:extLst>
              <a:ext uri="{FF2B5EF4-FFF2-40B4-BE49-F238E27FC236}">
                <a16:creationId xmlns:a16="http://schemas.microsoft.com/office/drawing/2014/main" id="{F1373398-C9C6-3992-9A75-A87999D9869B}"/>
              </a:ext>
            </a:extLst>
          </p:cNvPr>
          <p:cNvSpPr/>
          <p:nvPr userDrawn="1"/>
        </p:nvSpPr>
        <p:spPr>
          <a:xfrm>
            <a:off x="4134639" y="1095644"/>
            <a:ext cx="3582624" cy="647229"/>
          </a:xfrm>
          <a:prstGeom prst="round2SameRect">
            <a:avLst>
              <a:gd name="adj1" fmla="val 16667"/>
              <a:gd name="adj2" fmla="val 2129"/>
            </a:avLst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2AD047A8-520C-6813-29D4-B235B321219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381922" y="1168451"/>
            <a:ext cx="2227291" cy="50288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70" name="Picture Placeholder 13">
            <a:extLst>
              <a:ext uri="{FF2B5EF4-FFF2-40B4-BE49-F238E27FC236}">
                <a16:creationId xmlns:a16="http://schemas.microsoft.com/office/drawing/2014/main" id="{EC2C5D1C-F558-F2E1-F8A3-C60273AD0E88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366424" y="1144139"/>
            <a:ext cx="709914" cy="502885"/>
          </a:xfrm>
        </p:spPr>
        <p:txBody>
          <a:bodyPr/>
          <a:lstStyle/>
          <a:p>
            <a:endParaRPr lang="en-US"/>
          </a:p>
        </p:txBody>
      </p:sp>
      <p:sp>
        <p:nvSpPr>
          <p:cNvPr id="71" name="Text Placeholder 19">
            <a:extLst>
              <a:ext uri="{FF2B5EF4-FFF2-40B4-BE49-F238E27FC236}">
                <a16:creationId xmlns:a16="http://schemas.microsoft.com/office/drawing/2014/main" id="{4781760C-A067-2492-8F9F-72BAE40B2A1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268298" y="1784867"/>
            <a:ext cx="3315295" cy="1598542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3CD8A59-06D4-565A-7F4A-D4D924E1075A}"/>
              </a:ext>
            </a:extLst>
          </p:cNvPr>
          <p:cNvSpPr/>
          <p:nvPr userDrawn="1"/>
        </p:nvSpPr>
        <p:spPr>
          <a:xfrm>
            <a:off x="4134633" y="1742873"/>
            <a:ext cx="3582624" cy="174046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B68A417-9541-0A8B-CE8B-B87D56935A25}"/>
              </a:ext>
            </a:extLst>
          </p:cNvPr>
          <p:cNvCxnSpPr>
            <a:cxnSpLocks/>
          </p:cNvCxnSpPr>
          <p:nvPr userDrawn="1"/>
        </p:nvCxnSpPr>
        <p:spPr>
          <a:xfrm>
            <a:off x="4126798" y="1733997"/>
            <a:ext cx="3571588" cy="5891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 Same Side Corner Rectangle 73">
            <a:extLst>
              <a:ext uri="{FF2B5EF4-FFF2-40B4-BE49-F238E27FC236}">
                <a16:creationId xmlns:a16="http://schemas.microsoft.com/office/drawing/2014/main" id="{F0F4973C-D5A3-91A6-A3C6-3C18538F29E0}"/>
              </a:ext>
            </a:extLst>
          </p:cNvPr>
          <p:cNvSpPr/>
          <p:nvPr userDrawn="1"/>
        </p:nvSpPr>
        <p:spPr>
          <a:xfrm>
            <a:off x="320230" y="1086768"/>
            <a:ext cx="3582624" cy="647229"/>
          </a:xfrm>
          <a:prstGeom prst="round2SameRect">
            <a:avLst>
              <a:gd name="adj1" fmla="val 16667"/>
              <a:gd name="adj2" fmla="val 2129"/>
            </a:avLst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5" name="Text Placeholder 16">
            <a:extLst>
              <a:ext uri="{FF2B5EF4-FFF2-40B4-BE49-F238E27FC236}">
                <a16:creationId xmlns:a16="http://schemas.microsoft.com/office/drawing/2014/main" id="{58ABC8E0-D670-584E-2936-35DA59B2D13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567513" y="1159575"/>
            <a:ext cx="2227291" cy="50288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76" name="Picture Placeholder 13">
            <a:extLst>
              <a:ext uri="{FF2B5EF4-FFF2-40B4-BE49-F238E27FC236}">
                <a16:creationId xmlns:a16="http://schemas.microsoft.com/office/drawing/2014/main" id="{CFE257D5-6649-7793-3656-F0C716859B2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552015" y="1135263"/>
            <a:ext cx="709914" cy="502885"/>
          </a:xfrm>
        </p:spPr>
        <p:txBody>
          <a:bodyPr/>
          <a:lstStyle/>
          <a:p>
            <a:endParaRPr lang="en-US"/>
          </a:p>
        </p:txBody>
      </p:sp>
      <p:sp>
        <p:nvSpPr>
          <p:cNvPr id="77" name="Text Placeholder 19">
            <a:extLst>
              <a:ext uri="{FF2B5EF4-FFF2-40B4-BE49-F238E27FC236}">
                <a16:creationId xmlns:a16="http://schemas.microsoft.com/office/drawing/2014/main" id="{A12C8953-03D1-A373-10A0-4A6E89BCC59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53889" y="1775991"/>
            <a:ext cx="3315295" cy="1598542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F60010-876D-E4D5-A896-28E810E01EC6}"/>
              </a:ext>
            </a:extLst>
          </p:cNvPr>
          <p:cNvSpPr/>
          <p:nvPr userDrawn="1"/>
        </p:nvSpPr>
        <p:spPr>
          <a:xfrm>
            <a:off x="320224" y="1733997"/>
            <a:ext cx="3582624" cy="174046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78838E4-6058-7C47-3C86-4E1AC06FA3C3}"/>
              </a:ext>
            </a:extLst>
          </p:cNvPr>
          <p:cNvCxnSpPr>
            <a:cxnSpLocks/>
          </p:cNvCxnSpPr>
          <p:nvPr userDrawn="1"/>
        </p:nvCxnSpPr>
        <p:spPr>
          <a:xfrm>
            <a:off x="312389" y="1725121"/>
            <a:ext cx="3571588" cy="5891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 Same Side Corner Rectangle 79">
            <a:extLst>
              <a:ext uri="{FF2B5EF4-FFF2-40B4-BE49-F238E27FC236}">
                <a16:creationId xmlns:a16="http://schemas.microsoft.com/office/drawing/2014/main" id="{F8C03D44-CA0B-D7EC-4CFA-55529429CFDB}"/>
              </a:ext>
            </a:extLst>
          </p:cNvPr>
          <p:cNvSpPr/>
          <p:nvPr userDrawn="1"/>
        </p:nvSpPr>
        <p:spPr>
          <a:xfrm>
            <a:off x="353502" y="3597664"/>
            <a:ext cx="3582624" cy="647229"/>
          </a:xfrm>
          <a:prstGeom prst="round2SameRect">
            <a:avLst>
              <a:gd name="adj1" fmla="val 16667"/>
              <a:gd name="adj2" fmla="val 2129"/>
            </a:avLst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 anchorCtr="0">
            <a:noAutofit/>
          </a:bodyPr>
          <a:lstStyle/>
          <a:p>
            <a:pPr marL="182880" indent="-18288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81" name="Text Placeholder 16">
            <a:extLst>
              <a:ext uri="{FF2B5EF4-FFF2-40B4-BE49-F238E27FC236}">
                <a16:creationId xmlns:a16="http://schemas.microsoft.com/office/drawing/2014/main" id="{169F5595-8429-441D-FFEF-0A3408633F4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600785" y="3670471"/>
            <a:ext cx="2227291" cy="50288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82" name="Picture Placeholder 13">
            <a:extLst>
              <a:ext uri="{FF2B5EF4-FFF2-40B4-BE49-F238E27FC236}">
                <a16:creationId xmlns:a16="http://schemas.microsoft.com/office/drawing/2014/main" id="{9AFBA26D-A78E-DD84-707C-93BC4810A8A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585287" y="3646159"/>
            <a:ext cx="709914" cy="502885"/>
          </a:xfrm>
        </p:spPr>
        <p:txBody>
          <a:bodyPr/>
          <a:lstStyle/>
          <a:p>
            <a:endParaRPr lang="en-US"/>
          </a:p>
        </p:txBody>
      </p:sp>
      <p:sp>
        <p:nvSpPr>
          <p:cNvPr id="83" name="Text Placeholder 19">
            <a:extLst>
              <a:ext uri="{FF2B5EF4-FFF2-40B4-BE49-F238E27FC236}">
                <a16:creationId xmlns:a16="http://schemas.microsoft.com/office/drawing/2014/main" id="{C4A1FF14-558A-0F9E-B041-DA83B562D73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87161" y="4286887"/>
            <a:ext cx="3315295" cy="1598542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B33719A-5ABA-3D65-9262-067654930994}"/>
              </a:ext>
            </a:extLst>
          </p:cNvPr>
          <p:cNvSpPr/>
          <p:nvPr userDrawn="1"/>
        </p:nvSpPr>
        <p:spPr>
          <a:xfrm>
            <a:off x="353496" y="4244893"/>
            <a:ext cx="3582624" cy="174046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6FCED50-5F85-2026-209F-B30D6EDE5FAF}"/>
              </a:ext>
            </a:extLst>
          </p:cNvPr>
          <p:cNvCxnSpPr>
            <a:cxnSpLocks/>
          </p:cNvCxnSpPr>
          <p:nvPr userDrawn="1"/>
        </p:nvCxnSpPr>
        <p:spPr>
          <a:xfrm>
            <a:off x="345661" y="4236017"/>
            <a:ext cx="3571588" cy="5891"/>
          </a:xfrm>
          <a:prstGeom prst="line">
            <a:avLst/>
          </a:prstGeom>
          <a:ln w="1905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80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3304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D97C4C-EA36-0AB7-30A6-9F76484A4416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2679678" y="2579317"/>
            <a:ext cx="6906974" cy="3369678"/>
          </a:xfrm>
          <a:custGeom>
            <a:avLst/>
            <a:gdLst>
              <a:gd name="connsiteX0" fmla="*/ 3453487 w 6906974"/>
              <a:gd name="connsiteY0" fmla="*/ 0 h 3369678"/>
              <a:gd name="connsiteX1" fmla="*/ 6904652 w 6906974"/>
              <a:gd name="connsiteY1" fmla="*/ 3277833 h 3369678"/>
              <a:gd name="connsiteX2" fmla="*/ 6906974 w 6906974"/>
              <a:gd name="connsiteY2" fmla="*/ 3369678 h 3369678"/>
              <a:gd name="connsiteX3" fmla="*/ 0 w 6906974"/>
              <a:gd name="connsiteY3" fmla="*/ 3369678 h 3369678"/>
              <a:gd name="connsiteX4" fmla="*/ 2322 w 6906974"/>
              <a:gd name="connsiteY4" fmla="*/ 3277833 h 3369678"/>
              <a:gd name="connsiteX5" fmla="*/ 3453487 w 6906974"/>
              <a:gd name="connsiteY5" fmla="*/ 0 h 3369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06974" h="3369678">
                <a:moveTo>
                  <a:pt x="3453487" y="0"/>
                </a:moveTo>
                <a:cubicBezTo>
                  <a:pt x="5302355" y="0"/>
                  <a:pt x="6812098" y="1451966"/>
                  <a:pt x="6904652" y="3277833"/>
                </a:cubicBezTo>
                <a:lnTo>
                  <a:pt x="6906974" y="3369678"/>
                </a:lnTo>
                <a:lnTo>
                  <a:pt x="0" y="3369678"/>
                </a:lnTo>
                <a:lnTo>
                  <a:pt x="2322" y="3277833"/>
                </a:lnTo>
                <a:cubicBezTo>
                  <a:pt x="94876" y="1451966"/>
                  <a:pt x="1604619" y="0"/>
                  <a:pt x="3453487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76"/>
                </a:schemeClr>
              </a:gs>
              <a:gs pos="100000">
                <a:schemeClr val="accent2">
                  <a:alpha val="23016"/>
                </a:schemeClr>
              </a:gs>
            </a:gsLst>
            <a:lin ang="5400000" scaled="1"/>
          </a:gra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>
            <a:defPPr>
              <a:defRPr lang="en-US"/>
            </a:defPPr>
            <a:lvl1pPr algn="ctr">
              <a:defRPr sz="1600">
                <a:solidFill>
                  <a:schemeClr val="bg1"/>
                </a:solidFill>
              </a:defRPr>
            </a:lvl1pPr>
            <a:lvl2pPr marL="60955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2pPr>
            <a:lvl3pPr marL="121911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3pPr>
            <a:lvl4pPr marL="182867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4pPr>
            <a:lvl5pPr marL="243823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5pPr>
            <a:lvl6pPr marL="304779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6pPr>
            <a:lvl7pPr marL="365735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7pPr>
            <a:lvl8pPr marL="426691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8pPr>
            <a:lvl9pPr marL="487647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9pPr>
          </a:lstStyle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IN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6E913E-9027-3A14-8420-ABF80ED95A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B4D2DC-9920-C89A-637A-A0D3F196B71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2912898" y="4693597"/>
            <a:ext cx="2154182" cy="938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C9C6B6-9A11-9132-6BC2-A4E8DB8335D1}"/>
              </a:ext>
            </a:extLst>
          </p:cNvPr>
          <p:cNvCxnSpPr>
            <a:cxnSpLocks/>
          </p:cNvCxnSpPr>
          <p:nvPr userDrawn="1"/>
        </p:nvCxnSpPr>
        <p:spPr>
          <a:xfrm>
            <a:off x="4141846" y="3142443"/>
            <a:ext cx="1374717" cy="19742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3F158F-C9F1-A3BF-0FC3-28009193968B}"/>
              </a:ext>
            </a:extLst>
          </p:cNvPr>
          <p:cNvCxnSpPr>
            <a:cxnSpLocks/>
          </p:cNvCxnSpPr>
          <p:nvPr userDrawn="1"/>
        </p:nvCxnSpPr>
        <p:spPr>
          <a:xfrm>
            <a:off x="6133165" y="2543570"/>
            <a:ext cx="0" cy="23368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FC5B7064-70BF-4107-D9DF-6E83EABECF1E}"/>
              </a:ext>
            </a:extLst>
          </p:cNvPr>
          <p:cNvGrpSpPr/>
          <p:nvPr userDrawn="1"/>
        </p:nvGrpSpPr>
        <p:grpSpPr>
          <a:xfrm flipH="1">
            <a:off x="6857584" y="3142443"/>
            <a:ext cx="2519075" cy="2442233"/>
            <a:chOff x="4190076" y="2470203"/>
            <a:chExt cx="2519075" cy="2442233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854AD91-D1B6-0B58-7E6F-CC16DF1D2D9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90076" y="3984098"/>
              <a:ext cx="2131243" cy="92833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EDA0865-38A8-87BD-41F9-4D55EF5B892C}"/>
                </a:ext>
              </a:extLst>
            </p:cNvPr>
            <p:cNvCxnSpPr>
              <a:cxnSpLocks/>
            </p:cNvCxnSpPr>
            <p:nvPr/>
          </p:nvCxnSpPr>
          <p:spPr>
            <a:xfrm>
              <a:off x="5334434" y="2470203"/>
              <a:ext cx="1374717" cy="197420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7035A72-81C4-2CE1-8F85-EBDEED0AF76B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2640926" y="2599606"/>
            <a:ext cx="6906974" cy="3369678"/>
          </a:xfrm>
          <a:custGeom>
            <a:avLst/>
            <a:gdLst>
              <a:gd name="connsiteX0" fmla="*/ 3453487 w 6906974"/>
              <a:gd name="connsiteY0" fmla="*/ 0 h 3369678"/>
              <a:gd name="connsiteX1" fmla="*/ 6904652 w 6906974"/>
              <a:gd name="connsiteY1" fmla="*/ 3277833 h 3369678"/>
              <a:gd name="connsiteX2" fmla="*/ 6906974 w 6906974"/>
              <a:gd name="connsiteY2" fmla="*/ 3369678 h 3369678"/>
              <a:gd name="connsiteX3" fmla="*/ 0 w 6906974"/>
              <a:gd name="connsiteY3" fmla="*/ 3369678 h 3369678"/>
              <a:gd name="connsiteX4" fmla="*/ 2322 w 6906974"/>
              <a:gd name="connsiteY4" fmla="*/ 3277833 h 3369678"/>
              <a:gd name="connsiteX5" fmla="*/ 3453487 w 6906974"/>
              <a:gd name="connsiteY5" fmla="*/ 0 h 3369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06974" h="3369678">
                <a:moveTo>
                  <a:pt x="3453487" y="0"/>
                </a:moveTo>
                <a:cubicBezTo>
                  <a:pt x="5302355" y="0"/>
                  <a:pt x="6812098" y="1451966"/>
                  <a:pt x="6904652" y="3277833"/>
                </a:cubicBezTo>
                <a:lnTo>
                  <a:pt x="6906974" y="3369678"/>
                </a:lnTo>
                <a:lnTo>
                  <a:pt x="0" y="3369678"/>
                </a:lnTo>
                <a:lnTo>
                  <a:pt x="2322" y="3277833"/>
                </a:lnTo>
                <a:cubicBezTo>
                  <a:pt x="94876" y="1451966"/>
                  <a:pt x="1604619" y="0"/>
                  <a:pt x="3453487" y="0"/>
                </a:cubicBezTo>
                <a:close/>
              </a:path>
            </a:pathLst>
          </a:custGeom>
          <a:noFill/>
          <a:ln w="25400">
            <a:gradFill flip="none" rotWithShape="1">
              <a:gsLst>
                <a:gs pos="73000">
                  <a:schemeClr val="accent3"/>
                </a:gs>
                <a:gs pos="44000">
                  <a:schemeClr val="accent1"/>
                </a:gs>
                <a:gs pos="37000">
                  <a:srgbClr val="04AAFF"/>
                </a:gs>
                <a:gs pos="5000">
                  <a:schemeClr val="accent2"/>
                </a:gs>
                <a:gs pos="95000">
                  <a:schemeClr val="accent4"/>
                </a:gs>
              </a:gsLst>
              <a:lin ang="2700000" scaled="1"/>
              <a:tileRect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>
            <a:defPPr>
              <a:defRPr lang="en-US"/>
            </a:defPPr>
            <a:lvl1pPr algn="ctr" defTabSz="914400" fontAlgn="auto">
              <a:spcBef>
                <a:spcPts val="0"/>
              </a:spcBef>
              <a:spcAft>
                <a:spcPts val="0"/>
              </a:spcAft>
              <a:defRPr sz="1400">
                <a:solidFill>
                  <a:srgbClr val="FFFFFF"/>
                </a:solidFill>
                <a:latin typeface="CiscoSansTT ExtraLight" panose="020B0303020201020303" pitchFamily="34" charset="0"/>
                <a:ea typeface="ＭＳ Ｐゴシック"/>
              </a:defRPr>
            </a:lvl1pPr>
            <a:lvl2pPr marL="60955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2pPr>
            <a:lvl3pPr marL="121911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3pPr>
            <a:lvl4pPr marL="182867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4pPr>
            <a:lvl5pPr marL="243823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5pPr>
            <a:lvl6pPr marL="304779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6pPr>
            <a:lvl7pPr marL="365735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7pPr>
            <a:lvl8pPr marL="426691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8pPr>
            <a:lvl9pPr marL="487647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9pPr>
          </a:lstStyle>
          <a:p>
            <a:endParaRPr lang="en-IN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2AE6A98A-D2D9-ADE3-469A-0A02A0E8322A}"/>
              </a:ext>
            </a:extLst>
          </p:cNvPr>
          <p:cNvSpPr/>
          <p:nvPr userDrawn="1"/>
        </p:nvSpPr>
        <p:spPr>
          <a:xfrm rot="5400000">
            <a:off x="5564784" y="4336167"/>
            <a:ext cx="1136763" cy="2264999"/>
          </a:xfrm>
          <a:prstGeom prst="leftBracket">
            <a:avLst>
              <a:gd name="adj" fmla="val 119639"/>
            </a:avLst>
          </a:prstGeom>
          <a:solidFill>
            <a:schemeClr val="tx1"/>
          </a:solidFill>
          <a:ln w="98425">
            <a:gradFill flip="none" rotWithShape="1">
              <a:gsLst>
                <a:gs pos="68000">
                  <a:schemeClr val="accent3"/>
                </a:gs>
                <a:gs pos="44000">
                  <a:schemeClr val="accent1"/>
                </a:gs>
                <a:gs pos="37000">
                  <a:srgbClr val="04AAFF"/>
                </a:gs>
                <a:gs pos="5000">
                  <a:schemeClr val="accent2"/>
                </a:gs>
                <a:gs pos="95000">
                  <a:schemeClr val="accent4"/>
                </a:gs>
              </a:gsLst>
              <a:lin ang="18900000" scaled="1"/>
              <a:tileRect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 defTabSz="914400" fontAlgn="auto">
              <a:spcBef>
                <a:spcPts val="0"/>
              </a:spcBef>
              <a:spcAft>
                <a:spcPts val="0"/>
              </a:spcAft>
            </a:pPr>
            <a:endParaRPr lang="en-US" sz="1400">
              <a:solidFill>
                <a:srgbClr val="FFFFFF"/>
              </a:solidFill>
              <a:latin typeface="CiscoSansTT ExtraLight" panose="020B0303020201020303" pitchFamily="34" charset="0"/>
              <a:ea typeface="ＭＳ Ｐゴシック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976741-7B89-3DB3-DA45-15D272822F23}"/>
              </a:ext>
            </a:extLst>
          </p:cNvPr>
          <p:cNvSpPr/>
          <p:nvPr userDrawn="1"/>
        </p:nvSpPr>
        <p:spPr>
          <a:xfrm>
            <a:off x="2496910" y="5975594"/>
            <a:ext cx="7262038" cy="334596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49" name="Picture Placeholder 48">
            <a:extLst>
              <a:ext uri="{FF2B5EF4-FFF2-40B4-BE49-F238E27FC236}">
                <a16:creationId xmlns:a16="http://schemas.microsoft.com/office/drawing/2014/main" id="{003A9521-8911-FEE5-0E7C-9410F32CC65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71220" y="3004454"/>
            <a:ext cx="538368" cy="531278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48">
            <a:extLst>
              <a:ext uri="{FF2B5EF4-FFF2-40B4-BE49-F238E27FC236}">
                <a16:creationId xmlns:a16="http://schemas.microsoft.com/office/drawing/2014/main" id="{355BA72D-8638-9B1B-31F7-4589AF379C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01995" y="3016355"/>
            <a:ext cx="538368" cy="531278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Picture Placeholder 48">
            <a:extLst>
              <a:ext uri="{FF2B5EF4-FFF2-40B4-BE49-F238E27FC236}">
                <a16:creationId xmlns:a16="http://schemas.microsoft.com/office/drawing/2014/main" id="{8B667EDC-A750-F0DF-9E00-C100B5C48B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00366" y="3878807"/>
            <a:ext cx="538368" cy="531278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Picture Placeholder 48">
            <a:extLst>
              <a:ext uri="{FF2B5EF4-FFF2-40B4-BE49-F238E27FC236}">
                <a16:creationId xmlns:a16="http://schemas.microsoft.com/office/drawing/2014/main" id="{4507AB5E-7F15-4BCD-2C45-72DA3A32539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41236" y="5210021"/>
            <a:ext cx="538368" cy="531278"/>
          </a:xfrm>
        </p:spPr>
        <p:txBody>
          <a:bodyPr/>
          <a:lstStyle/>
          <a:p>
            <a:endParaRPr lang="en-US"/>
          </a:p>
        </p:txBody>
      </p:sp>
      <p:sp>
        <p:nvSpPr>
          <p:cNvPr id="53" name="Picture Placeholder 48">
            <a:extLst>
              <a:ext uri="{FF2B5EF4-FFF2-40B4-BE49-F238E27FC236}">
                <a16:creationId xmlns:a16="http://schemas.microsoft.com/office/drawing/2014/main" id="{064D323A-F984-6B16-C7A9-E35EC83B6A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45885" y="3909828"/>
            <a:ext cx="538368" cy="531278"/>
          </a:xfrm>
        </p:spPr>
        <p:txBody>
          <a:bodyPr/>
          <a:lstStyle/>
          <a:p>
            <a:endParaRPr lang="en-US"/>
          </a:p>
        </p:txBody>
      </p:sp>
      <p:sp>
        <p:nvSpPr>
          <p:cNvPr id="54" name="Picture Placeholder 48">
            <a:extLst>
              <a:ext uri="{FF2B5EF4-FFF2-40B4-BE49-F238E27FC236}">
                <a16:creationId xmlns:a16="http://schemas.microsoft.com/office/drawing/2014/main" id="{AA906D16-09EE-B196-62FC-556B3EE7AA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65248" y="5282527"/>
            <a:ext cx="538368" cy="531278"/>
          </a:xfrm>
        </p:spPr>
        <p:txBody>
          <a:bodyPr/>
          <a:lstStyle/>
          <a:p>
            <a:endParaRPr lang="en-US"/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43C2AD2E-9061-AB5D-E8D3-0B40ABA709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77253" y="5513876"/>
            <a:ext cx="1251117" cy="44736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58" name="Text Placeholder 55">
            <a:extLst>
              <a:ext uri="{FF2B5EF4-FFF2-40B4-BE49-F238E27FC236}">
                <a16:creationId xmlns:a16="http://schemas.microsoft.com/office/drawing/2014/main" id="{C0E747F8-BE56-FE78-66FD-6AE000E1ED1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92880" y="4557886"/>
            <a:ext cx="1251117" cy="44736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59" name="Text Placeholder 55">
            <a:extLst>
              <a:ext uri="{FF2B5EF4-FFF2-40B4-BE49-F238E27FC236}">
                <a16:creationId xmlns:a16="http://schemas.microsoft.com/office/drawing/2014/main" id="{BB061B08-E632-BC52-6513-C4BC38E331B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11709" y="3722908"/>
            <a:ext cx="1182704" cy="44736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60" name="Text Placeholder 55">
            <a:extLst>
              <a:ext uri="{FF2B5EF4-FFF2-40B4-BE49-F238E27FC236}">
                <a16:creationId xmlns:a16="http://schemas.microsoft.com/office/drawing/2014/main" id="{65B5AE1C-85A0-96A5-DADF-838833F580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15934" y="3712002"/>
            <a:ext cx="1182009" cy="44736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61" name="Text Placeholder 55">
            <a:extLst>
              <a:ext uri="{FF2B5EF4-FFF2-40B4-BE49-F238E27FC236}">
                <a16:creationId xmlns:a16="http://schemas.microsoft.com/office/drawing/2014/main" id="{D918019D-4181-5194-59B9-1B443BFF34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79325" y="4548195"/>
            <a:ext cx="1251117" cy="44736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62" name="Text Placeholder 55">
            <a:extLst>
              <a:ext uri="{FF2B5EF4-FFF2-40B4-BE49-F238E27FC236}">
                <a16:creationId xmlns:a16="http://schemas.microsoft.com/office/drawing/2014/main" id="{5C2F235D-1A6E-42F1-2E35-D4E62C455A8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57981" y="5452171"/>
            <a:ext cx="1251117" cy="44736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452FF0-C5DB-394B-BD31-CEC21C27C35B}"/>
              </a:ext>
            </a:extLst>
          </p:cNvPr>
          <p:cNvCxnSpPr>
            <a:cxnSpLocks/>
          </p:cNvCxnSpPr>
          <p:nvPr userDrawn="1"/>
        </p:nvCxnSpPr>
        <p:spPr>
          <a:xfrm>
            <a:off x="323850" y="6037048"/>
            <a:ext cx="11641727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A821267-5F46-2BC2-8235-7FBE0D3590D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35792" y="4170371"/>
            <a:ext cx="2196956" cy="134350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6BF482DA-AFF9-85ED-F3DB-4B024C42F0A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850" y="2579317"/>
            <a:ext cx="2196956" cy="134350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19" name="Text Placeholder 16">
            <a:extLst>
              <a:ext uri="{FF2B5EF4-FFF2-40B4-BE49-F238E27FC236}">
                <a16:creationId xmlns:a16="http://schemas.microsoft.com/office/drawing/2014/main" id="{57AEA6C4-1A03-0A78-EA58-9626BC9655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083844" y="1035190"/>
            <a:ext cx="2196956" cy="134350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A2EB36FD-916D-0B7C-C1B6-DC3202B0FDF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59660" y="954934"/>
            <a:ext cx="2196956" cy="134350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BB01A865-EAE1-B79E-9196-D608F5479FA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64732" y="2543570"/>
            <a:ext cx="2196956" cy="134350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Text5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BFE614E7-C45C-E1CC-B2BF-8873D5041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76279" y="4089758"/>
            <a:ext cx="2196956" cy="134350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 dirty="0"/>
              <a:t>Text6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3E11875-9205-7B69-A29C-BDF1E904D2BC}"/>
              </a:ext>
            </a:extLst>
          </p:cNvPr>
          <p:cNvCxnSpPr>
            <a:cxnSpLocks/>
            <a:endCxn id="17" idx="3"/>
          </p:cNvCxnSpPr>
          <p:nvPr userDrawn="1"/>
        </p:nvCxnSpPr>
        <p:spPr>
          <a:xfrm flipH="1" flipV="1">
            <a:off x="2432748" y="4842124"/>
            <a:ext cx="335866" cy="274526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AD4A70-C9AB-E4BB-2BA9-4802F10C5074}"/>
              </a:ext>
            </a:extLst>
          </p:cNvPr>
          <p:cNvCxnSpPr>
            <a:cxnSpLocks/>
            <a:endCxn id="18" idx="3"/>
          </p:cNvCxnSpPr>
          <p:nvPr userDrawn="1"/>
        </p:nvCxnSpPr>
        <p:spPr>
          <a:xfrm flipH="1" flipV="1">
            <a:off x="2520806" y="3251070"/>
            <a:ext cx="912163" cy="593803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41A444-33A2-CD0D-E03A-0FBC6991B58A}"/>
              </a:ext>
            </a:extLst>
          </p:cNvPr>
          <p:cNvCxnSpPr>
            <a:cxnSpLocks/>
            <a:endCxn id="19" idx="3"/>
          </p:cNvCxnSpPr>
          <p:nvPr userDrawn="1"/>
        </p:nvCxnSpPr>
        <p:spPr>
          <a:xfrm flipH="1" flipV="1">
            <a:off x="4280800" y="1706943"/>
            <a:ext cx="728742" cy="1076600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0B869F2-671C-5249-5135-A068860EB04D}"/>
              </a:ext>
            </a:extLst>
          </p:cNvPr>
          <p:cNvCxnSpPr>
            <a:cxnSpLocks/>
            <a:endCxn id="20" idx="2"/>
          </p:cNvCxnSpPr>
          <p:nvPr userDrawn="1"/>
        </p:nvCxnSpPr>
        <p:spPr>
          <a:xfrm flipV="1">
            <a:off x="7379325" y="2298439"/>
            <a:ext cx="578813" cy="508483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4E5E6A8-349E-7C95-4D5C-08062CA04D5B}"/>
              </a:ext>
            </a:extLst>
          </p:cNvPr>
          <p:cNvCxnSpPr>
            <a:cxnSpLocks/>
            <a:endCxn id="21" idx="1"/>
          </p:cNvCxnSpPr>
          <p:nvPr userDrawn="1"/>
        </p:nvCxnSpPr>
        <p:spPr>
          <a:xfrm flipV="1">
            <a:off x="8770780" y="3215323"/>
            <a:ext cx="893952" cy="690262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590C63A-AD29-07B8-DDE7-0864A2597BB3}"/>
              </a:ext>
            </a:extLst>
          </p:cNvPr>
          <p:cNvCxnSpPr>
            <a:cxnSpLocks/>
            <a:endCxn id="22" idx="1"/>
          </p:cNvCxnSpPr>
          <p:nvPr userDrawn="1"/>
        </p:nvCxnSpPr>
        <p:spPr>
          <a:xfrm flipV="1">
            <a:off x="9403616" y="4761511"/>
            <a:ext cx="272663" cy="409782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089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2B4D27-7FA8-9BAF-4D6E-15859ED02AB8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584652" y="2095989"/>
            <a:ext cx="9462554" cy="3875130"/>
          </a:xfrm>
          <a:custGeom>
            <a:avLst/>
            <a:gdLst>
              <a:gd name="connsiteX0" fmla="*/ 3453487 w 6906974"/>
              <a:gd name="connsiteY0" fmla="*/ 0 h 3369678"/>
              <a:gd name="connsiteX1" fmla="*/ 6904652 w 6906974"/>
              <a:gd name="connsiteY1" fmla="*/ 3277833 h 3369678"/>
              <a:gd name="connsiteX2" fmla="*/ 6906974 w 6906974"/>
              <a:gd name="connsiteY2" fmla="*/ 3369678 h 3369678"/>
              <a:gd name="connsiteX3" fmla="*/ 0 w 6906974"/>
              <a:gd name="connsiteY3" fmla="*/ 3369678 h 3369678"/>
              <a:gd name="connsiteX4" fmla="*/ 2322 w 6906974"/>
              <a:gd name="connsiteY4" fmla="*/ 3277833 h 3369678"/>
              <a:gd name="connsiteX5" fmla="*/ 3453487 w 6906974"/>
              <a:gd name="connsiteY5" fmla="*/ 0 h 3369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06974" h="3369678">
                <a:moveTo>
                  <a:pt x="3453487" y="0"/>
                </a:moveTo>
                <a:cubicBezTo>
                  <a:pt x="5302355" y="0"/>
                  <a:pt x="6812098" y="1451966"/>
                  <a:pt x="6904652" y="3277833"/>
                </a:cubicBezTo>
                <a:lnTo>
                  <a:pt x="6906974" y="3369678"/>
                </a:lnTo>
                <a:lnTo>
                  <a:pt x="0" y="3369678"/>
                </a:lnTo>
                <a:lnTo>
                  <a:pt x="2322" y="3277833"/>
                </a:lnTo>
                <a:cubicBezTo>
                  <a:pt x="94876" y="1451966"/>
                  <a:pt x="1604619" y="0"/>
                  <a:pt x="3453487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76"/>
                </a:schemeClr>
              </a:gs>
              <a:gs pos="100000">
                <a:schemeClr val="accent2">
                  <a:alpha val="23016"/>
                </a:schemeClr>
              </a:gs>
            </a:gsLst>
            <a:lin ang="5400000" scaled="1"/>
          </a:gra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>
            <a:defPPr>
              <a:defRPr lang="en-US"/>
            </a:defPPr>
            <a:lvl1pPr algn="ctr">
              <a:defRPr sz="1600">
                <a:solidFill>
                  <a:schemeClr val="bg1"/>
                </a:solidFill>
              </a:defRPr>
            </a:lvl1pPr>
            <a:lvl2pPr marL="60955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2pPr>
            <a:lvl3pPr marL="121911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3pPr>
            <a:lvl4pPr marL="182867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4pPr>
            <a:lvl5pPr marL="243823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5pPr>
            <a:lvl6pPr marL="304779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6pPr>
            <a:lvl7pPr marL="365735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7pPr>
            <a:lvl8pPr marL="426691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8pPr>
            <a:lvl9pPr marL="487647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9pPr>
          </a:lstStyle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IN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64B92B6-58BB-1046-8A13-B3D0F0D831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11544300" cy="49244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963681A-F940-E45F-EB49-7E23F32BF500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2912896" y="4693590"/>
            <a:ext cx="2951232" cy="10790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82E055-2AD6-64C5-4B6E-C253D199D10D}"/>
              </a:ext>
            </a:extLst>
          </p:cNvPr>
          <p:cNvCxnSpPr>
            <a:cxnSpLocks/>
          </p:cNvCxnSpPr>
          <p:nvPr userDrawn="1"/>
        </p:nvCxnSpPr>
        <p:spPr>
          <a:xfrm>
            <a:off x="4141835" y="3142443"/>
            <a:ext cx="1883357" cy="22703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B67197B-DDB6-1FE5-7111-479145F6793F}"/>
              </a:ext>
            </a:extLst>
          </p:cNvPr>
          <p:cNvCxnSpPr>
            <a:cxnSpLocks/>
          </p:cNvCxnSpPr>
          <p:nvPr userDrawn="1"/>
        </p:nvCxnSpPr>
        <p:spPr>
          <a:xfrm>
            <a:off x="6133165" y="2543565"/>
            <a:ext cx="0" cy="26873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177CE556-FE6F-F268-0073-8ABC27B4349D}"/>
              </a:ext>
            </a:extLst>
          </p:cNvPr>
          <p:cNvGrpSpPr/>
          <p:nvPr userDrawn="1"/>
        </p:nvGrpSpPr>
        <p:grpSpPr>
          <a:xfrm flipH="1">
            <a:off x="6857573" y="3142441"/>
            <a:ext cx="3451136" cy="2808566"/>
            <a:chOff x="4190076" y="2470203"/>
            <a:chExt cx="2519075" cy="2442233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D6D8BBB-4A14-F505-AA45-7711FF61F2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90076" y="3984098"/>
              <a:ext cx="2131243" cy="92833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C81281-61EA-1C29-868B-4114EDD89DBE}"/>
                </a:ext>
              </a:extLst>
            </p:cNvPr>
            <p:cNvCxnSpPr>
              <a:cxnSpLocks/>
            </p:cNvCxnSpPr>
            <p:nvPr/>
          </p:nvCxnSpPr>
          <p:spPr>
            <a:xfrm>
              <a:off x="5334434" y="2470203"/>
              <a:ext cx="1374717" cy="197420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4E75ADC-C9D3-BD8D-C0E4-407A204D2A93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1628122" y="1976280"/>
            <a:ext cx="9462554" cy="4046369"/>
          </a:xfrm>
          <a:custGeom>
            <a:avLst/>
            <a:gdLst>
              <a:gd name="connsiteX0" fmla="*/ 3453487 w 6906974"/>
              <a:gd name="connsiteY0" fmla="*/ 0 h 3369678"/>
              <a:gd name="connsiteX1" fmla="*/ 6904652 w 6906974"/>
              <a:gd name="connsiteY1" fmla="*/ 3277833 h 3369678"/>
              <a:gd name="connsiteX2" fmla="*/ 6906974 w 6906974"/>
              <a:gd name="connsiteY2" fmla="*/ 3369678 h 3369678"/>
              <a:gd name="connsiteX3" fmla="*/ 0 w 6906974"/>
              <a:gd name="connsiteY3" fmla="*/ 3369678 h 3369678"/>
              <a:gd name="connsiteX4" fmla="*/ 2322 w 6906974"/>
              <a:gd name="connsiteY4" fmla="*/ 3277833 h 3369678"/>
              <a:gd name="connsiteX5" fmla="*/ 3453487 w 6906974"/>
              <a:gd name="connsiteY5" fmla="*/ 0 h 3369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06974" h="3369678">
                <a:moveTo>
                  <a:pt x="3453487" y="0"/>
                </a:moveTo>
                <a:cubicBezTo>
                  <a:pt x="5302355" y="0"/>
                  <a:pt x="6812098" y="1451966"/>
                  <a:pt x="6904652" y="3277833"/>
                </a:cubicBezTo>
                <a:lnTo>
                  <a:pt x="6906974" y="3369678"/>
                </a:lnTo>
                <a:lnTo>
                  <a:pt x="0" y="3369678"/>
                </a:lnTo>
                <a:lnTo>
                  <a:pt x="2322" y="3277833"/>
                </a:lnTo>
                <a:cubicBezTo>
                  <a:pt x="94876" y="1451966"/>
                  <a:pt x="1604619" y="0"/>
                  <a:pt x="3453487" y="0"/>
                </a:cubicBezTo>
                <a:close/>
              </a:path>
            </a:pathLst>
          </a:custGeom>
          <a:noFill/>
          <a:ln w="25400">
            <a:gradFill flip="none" rotWithShape="1">
              <a:gsLst>
                <a:gs pos="73000">
                  <a:schemeClr val="accent3"/>
                </a:gs>
                <a:gs pos="44000">
                  <a:schemeClr val="accent1"/>
                </a:gs>
                <a:gs pos="37000">
                  <a:srgbClr val="04AAFF"/>
                </a:gs>
                <a:gs pos="5000">
                  <a:schemeClr val="accent2"/>
                </a:gs>
                <a:gs pos="95000">
                  <a:schemeClr val="accent4"/>
                </a:gs>
              </a:gsLst>
              <a:lin ang="2700000" scaled="1"/>
              <a:tileRect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>
            <a:defPPr>
              <a:defRPr lang="en-US"/>
            </a:defPPr>
            <a:lvl1pPr algn="ctr" defTabSz="914400" fontAlgn="auto">
              <a:spcBef>
                <a:spcPts val="0"/>
              </a:spcBef>
              <a:spcAft>
                <a:spcPts val="0"/>
              </a:spcAft>
              <a:defRPr sz="1400">
                <a:solidFill>
                  <a:srgbClr val="FFFFFF"/>
                </a:solidFill>
                <a:latin typeface="CiscoSansTT ExtraLight" panose="020B0303020201020303" pitchFamily="34" charset="0"/>
                <a:ea typeface="ＭＳ Ｐゴシック"/>
              </a:defRPr>
            </a:lvl1pPr>
            <a:lvl2pPr marL="60955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2pPr>
            <a:lvl3pPr marL="1219119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3pPr>
            <a:lvl4pPr marL="182867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4pPr>
            <a:lvl5pPr marL="2438238" algn="l" defTabSz="609559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5pPr>
            <a:lvl6pPr marL="304779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6pPr>
            <a:lvl7pPr marL="3657357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7pPr>
            <a:lvl8pPr marL="426691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8pPr>
            <a:lvl9pPr marL="4876475" algn="l" defTabSz="609559" rtl="0" eaLnBrk="1" latinLnBrk="0" hangingPunct="1">
              <a:defRPr kern="1200">
                <a:solidFill>
                  <a:srgbClr val="414244"/>
                </a:solidFill>
                <a:latin typeface="CiscoSansTT Light"/>
                <a:ea typeface="ＭＳ Ｐゴシック" charset="0"/>
                <a:cs typeface="ＭＳ Ｐゴシック" charset="0"/>
              </a:defRPr>
            </a:lvl9pPr>
          </a:lstStyle>
          <a:p>
            <a:endParaRPr lang="en-IN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D7EE09D-6057-FB3A-DD06-279A1C4B597F}"/>
              </a:ext>
            </a:extLst>
          </p:cNvPr>
          <p:cNvSpPr/>
          <p:nvPr userDrawn="1"/>
        </p:nvSpPr>
        <p:spPr>
          <a:xfrm rot="5400000">
            <a:off x="5811068" y="4254592"/>
            <a:ext cx="1136763" cy="2264999"/>
          </a:xfrm>
          <a:prstGeom prst="leftBracket">
            <a:avLst>
              <a:gd name="adj" fmla="val 119639"/>
            </a:avLst>
          </a:prstGeom>
          <a:solidFill>
            <a:schemeClr val="tx1"/>
          </a:solidFill>
          <a:ln w="98425">
            <a:gradFill flip="none" rotWithShape="1">
              <a:gsLst>
                <a:gs pos="68000">
                  <a:schemeClr val="accent3"/>
                </a:gs>
                <a:gs pos="44000">
                  <a:schemeClr val="accent1"/>
                </a:gs>
                <a:gs pos="37000">
                  <a:srgbClr val="04AAFF"/>
                </a:gs>
                <a:gs pos="5000">
                  <a:schemeClr val="accent2"/>
                </a:gs>
                <a:gs pos="95000">
                  <a:schemeClr val="accent4"/>
                </a:gs>
              </a:gsLst>
              <a:lin ang="18900000" scaled="1"/>
              <a:tileRect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 defTabSz="914400" fontAlgn="auto">
              <a:spcBef>
                <a:spcPts val="0"/>
              </a:spcBef>
              <a:spcAft>
                <a:spcPts val="0"/>
              </a:spcAft>
            </a:pPr>
            <a:endParaRPr lang="en-US" sz="1400">
              <a:solidFill>
                <a:srgbClr val="FFFFFF"/>
              </a:solidFill>
              <a:latin typeface="CiscoSansTT ExtraLight" panose="020B0303020201020303" pitchFamily="34" charset="0"/>
              <a:ea typeface="ＭＳ Ｐゴシック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6E11C8-D435-FAED-C685-6F36AE34E6ED}"/>
              </a:ext>
            </a:extLst>
          </p:cNvPr>
          <p:cNvSpPr/>
          <p:nvPr userDrawn="1"/>
        </p:nvSpPr>
        <p:spPr>
          <a:xfrm>
            <a:off x="2496910" y="5975594"/>
            <a:ext cx="7262038" cy="334596"/>
          </a:xfrm>
          <a:prstGeom prst="rect">
            <a:avLst/>
          </a:prstGeom>
          <a:solidFill>
            <a:schemeClr val="tx1"/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marL="0" marR="0" lvl="0" indent="0" algn="ctr" defTabSz="60955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iscoSansTT"/>
              <a:ea typeface="+mn-ea"/>
              <a:cs typeface="+mn-cs"/>
            </a:endParaRPr>
          </a:p>
        </p:txBody>
      </p:sp>
      <p:sp>
        <p:nvSpPr>
          <p:cNvPr id="16" name="Picture Placeholder 48">
            <a:extLst>
              <a:ext uri="{FF2B5EF4-FFF2-40B4-BE49-F238E27FC236}">
                <a16:creationId xmlns:a16="http://schemas.microsoft.com/office/drawing/2014/main" id="{DD412116-63C6-72BE-A861-5114D083FCB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897422" y="2563815"/>
            <a:ext cx="737569" cy="610973"/>
          </a:xfrm>
        </p:spPr>
        <p:txBody>
          <a:bodyPr/>
          <a:lstStyle/>
          <a:p>
            <a:endParaRPr lang="en-US"/>
          </a:p>
        </p:txBody>
      </p:sp>
      <p:sp>
        <p:nvSpPr>
          <p:cNvPr id="17" name="Picture Placeholder 48">
            <a:extLst>
              <a:ext uri="{FF2B5EF4-FFF2-40B4-BE49-F238E27FC236}">
                <a16:creationId xmlns:a16="http://schemas.microsoft.com/office/drawing/2014/main" id="{8A7EF4C4-73C6-DF20-5544-60D4957BA86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56819" y="2468631"/>
            <a:ext cx="737569" cy="610973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Picture Placeholder 48">
            <a:extLst>
              <a:ext uri="{FF2B5EF4-FFF2-40B4-BE49-F238E27FC236}">
                <a16:creationId xmlns:a16="http://schemas.microsoft.com/office/drawing/2014/main" id="{EB1F5AEC-FCF0-23FC-D2BA-2488FB9DF8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58581" y="3619416"/>
            <a:ext cx="737569" cy="610973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48">
            <a:extLst>
              <a:ext uri="{FF2B5EF4-FFF2-40B4-BE49-F238E27FC236}">
                <a16:creationId xmlns:a16="http://schemas.microsoft.com/office/drawing/2014/main" id="{BCCBF74D-3815-17A0-3983-BA25ADAA9E5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152388" y="4921783"/>
            <a:ext cx="737569" cy="610973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48">
            <a:extLst>
              <a:ext uri="{FF2B5EF4-FFF2-40B4-BE49-F238E27FC236}">
                <a16:creationId xmlns:a16="http://schemas.microsoft.com/office/drawing/2014/main" id="{A5064F1E-2BCB-002E-4596-B2726E9F58D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59687" y="3371862"/>
            <a:ext cx="737569" cy="61097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48">
            <a:extLst>
              <a:ext uri="{FF2B5EF4-FFF2-40B4-BE49-F238E27FC236}">
                <a16:creationId xmlns:a16="http://schemas.microsoft.com/office/drawing/2014/main" id="{52EB2331-CDB2-9FAA-E5CF-26A0730C06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34586" y="5171696"/>
            <a:ext cx="737569" cy="610973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55">
            <a:extLst>
              <a:ext uri="{FF2B5EF4-FFF2-40B4-BE49-F238E27FC236}">
                <a16:creationId xmlns:a16="http://schemas.microsoft.com/office/drawing/2014/main" id="{0E5177B7-118B-36E0-EA44-CBE4DB93CEE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25068" y="5357419"/>
            <a:ext cx="1714028" cy="51447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3" name="Text Placeholder 55">
            <a:extLst>
              <a:ext uri="{FF2B5EF4-FFF2-40B4-BE49-F238E27FC236}">
                <a16:creationId xmlns:a16="http://schemas.microsoft.com/office/drawing/2014/main" id="{959F8185-9CE6-054A-A70B-5399809FEC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86030" y="4361611"/>
            <a:ext cx="1714028" cy="51447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4" name="Text Placeholder 55">
            <a:extLst>
              <a:ext uri="{FF2B5EF4-FFF2-40B4-BE49-F238E27FC236}">
                <a16:creationId xmlns:a16="http://schemas.microsoft.com/office/drawing/2014/main" id="{D6895DD7-E891-517D-35FE-F2E1B1B582C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39096" y="3407418"/>
            <a:ext cx="1620303" cy="51447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25" name="Text Placeholder 55">
            <a:extLst>
              <a:ext uri="{FF2B5EF4-FFF2-40B4-BE49-F238E27FC236}">
                <a16:creationId xmlns:a16="http://schemas.microsoft.com/office/drawing/2014/main" id="{A8542A7A-2D4C-479A-B40C-81573FA8EBA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23366" y="3254289"/>
            <a:ext cx="1619351" cy="51447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26" name="Text Placeholder 55">
            <a:extLst>
              <a:ext uri="{FF2B5EF4-FFF2-40B4-BE49-F238E27FC236}">
                <a16:creationId xmlns:a16="http://schemas.microsoft.com/office/drawing/2014/main" id="{DF98A70F-647D-0578-AFFA-4D1F027801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209494" y="4339962"/>
            <a:ext cx="1714028" cy="514473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27" name="Text Placeholder 55">
            <a:extLst>
              <a:ext uri="{FF2B5EF4-FFF2-40B4-BE49-F238E27FC236}">
                <a16:creationId xmlns:a16="http://schemas.microsoft.com/office/drawing/2014/main" id="{01C7379E-4636-C778-DC6D-8264C042EA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71449" y="5532756"/>
            <a:ext cx="1714028" cy="394494"/>
          </a:xfrm>
        </p:spPr>
        <p:txBody>
          <a:bodyPr/>
          <a:lstStyle>
            <a:lvl1pPr>
              <a:buNone/>
              <a:defRPr sz="1600"/>
            </a:lvl1pPr>
          </a:lstStyle>
          <a:p>
            <a:pPr lvl="0"/>
            <a:r>
              <a:rPr lang="en-US" dirty="0"/>
              <a:t>Sub Title6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B12FF6-9818-D5AD-D885-D0737273A356}"/>
              </a:ext>
            </a:extLst>
          </p:cNvPr>
          <p:cNvCxnSpPr>
            <a:cxnSpLocks/>
          </p:cNvCxnSpPr>
          <p:nvPr userDrawn="1"/>
        </p:nvCxnSpPr>
        <p:spPr>
          <a:xfrm>
            <a:off x="323850" y="6037048"/>
            <a:ext cx="11641727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72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482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10F7C6E-0F31-EFCC-F485-EE8D7C0335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49" y="298146"/>
            <a:ext cx="11544299" cy="946454"/>
          </a:xfrm>
        </p:spPr>
        <p:txBody>
          <a:bodyPr/>
          <a:lstStyle/>
          <a:p>
            <a:pPr algn="l"/>
            <a:r>
              <a:rPr lang="en-US" dirty="0"/>
              <a:t>Slide Title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804965-D8DE-CDE8-3A5A-14E432B87AA6}"/>
              </a:ext>
            </a:extLst>
          </p:cNvPr>
          <p:cNvCxnSpPr/>
          <p:nvPr userDrawn="1"/>
        </p:nvCxnSpPr>
        <p:spPr>
          <a:xfrm>
            <a:off x="0" y="4675598"/>
            <a:ext cx="12188952" cy="0"/>
          </a:xfrm>
          <a:prstGeom prst="line">
            <a:avLst/>
          </a:prstGeom>
          <a:ln w="31750">
            <a:gradFill flip="none" rotWithShape="1">
              <a:gsLst>
                <a:gs pos="75000">
                  <a:schemeClr val="accent3"/>
                </a:gs>
                <a:gs pos="50000">
                  <a:schemeClr val="accent1"/>
                </a:gs>
                <a:gs pos="0">
                  <a:schemeClr val="tx1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52360D-C4FA-4C9E-3F77-891CCB1F566E}"/>
              </a:ext>
            </a:extLst>
          </p:cNvPr>
          <p:cNvSpPr>
            <a:spLocks/>
          </p:cNvSpPr>
          <p:nvPr userDrawn="1"/>
        </p:nvSpPr>
        <p:spPr bwMode="ltGray">
          <a:xfrm>
            <a:off x="323850" y="6448930"/>
            <a:ext cx="3285935" cy="409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defTabSz="8143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iscoSansTT"/>
                <a:ea typeface="ＭＳ Ｐゴシック" charset="0"/>
                <a:cs typeface="CiscoSansTT Light" panose="020B0503020201020303" pitchFamily="34" charset="0"/>
              </a:rPr>
              <a:t>© 2026 Cisco and/or its affiliates. All rights reserved.</a:t>
            </a:r>
          </a:p>
        </p:txBody>
      </p:sp>
      <p:pic>
        <p:nvPicPr>
          <p:cNvPr id="10" name="Picture 7" descr="Cisco Logo">
            <a:extLst>
              <a:ext uri="{FF2B5EF4-FFF2-40B4-BE49-F238E27FC236}">
                <a16:creationId xmlns:a16="http://schemas.microsoft.com/office/drawing/2014/main" id="{4A5BBBB3-4FD9-2E54-76B1-681DF19D27A5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520088" y="6354445"/>
            <a:ext cx="348061" cy="182880"/>
          </a:xfrm>
          <a:prstGeom prst="rect">
            <a:avLst/>
          </a:prstGeom>
        </p:spPr>
      </p:pic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618A9E0F-D955-52C6-AD1F-CA4A0A9AC70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48910" y="2214852"/>
            <a:ext cx="749300" cy="651812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64738CC7-FE28-D7EE-88A3-1A2CA5B183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0447" y="3013465"/>
            <a:ext cx="1486370" cy="54179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Text1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7DD8E60-B704-F1F9-8F20-D29153F13237}"/>
              </a:ext>
            </a:extLst>
          </p:cNvPr>
          <p:cNvCxnSpPr/>
          <p:nvPr userDrawn="1"/>
        </p:nvCxnSpPr>
        <p:spPr>
          <a:xfrm>
            <a:off x="1224366" y="3549112"/>
            <a:ext cx="0" cy="1126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9">
            <a:extLst>
              <a:ext uri="{FF2B5EF4-FFF2-40B4-BE49-F238E27FC236}">
                <a16:creationId xmlns:a16="http://schemas.microsoft.com/office/drawing/2014/main" id="{58FEFC5C-3EEC-BBC1-433E-819792DC12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7295" y="2214852"/>
            <a:ext cx="749300" cy="651812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Picture Placeholder 39">
            <a:extLst>
              <a:ext uri="{FF2B5EF4-FFF2-40B4-BE49-F238E27FC236}">
                <a16:creationId xmlns:a16="http://schemas.microsoft.com/office/drawing/2014/main" id="{02A08AC9-F344-E3F4-B4C8-F53EBCF46C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38326" y="2214852"/>
            <a:ext cx="749300" cy="651812"/>
          </a:xfrm>
        </p:spPr>
        <p:txBody>
          <a:bodyPr/>
          <a:lstStyle/>
          <a:p>
            <a:endParaRPr lang="en-US"/>
          </a:p>
        </p:txBody>
      </p:sp>
      <p:sp>
        <p:nvSpPr>
          <p:cNvPr id="53" name="Picture Placeholder 39">
            <a:extLst>
              <a:ext uri="{FF2B5EF4-FFF2-40B4-BE49-F238E27FC236}">
                <a16:creationId xmlns:a16="http://schemas.microsoft.com/office/drawing/2014/main" id="{2D9B3CA5-E624-0A10-1822-24709F804C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671728" y="2214852"/>
            <a:ext cx="749300" cy="651812"/>
          </a:xfrm>
        </p:spPr>
        <p:txBody>
          <a:bodyPr/>
          <a:lstStyle/>
          <a:p>
            <a:endParaRPr lang="en-US"/>
          </a:p>
        </p:txBody>
      </p:sp>
      <p:sp>
        <p:nvSpPr>
          <p:cNvPr id="54" name="Picture Placeholder 39">
            <a:extLst>
              <a:ext uri="{FF2B5EF4-FFF2-40B4-BE49-F238E27FC236}">
                <a16:creationId xmlns:a16="http://schemas.microsoft.com/office/drawing/2014/main" id="{C4893D1C-5D82-090A-F244-EC29F4924F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32759" y="2214852"/>
            <a:ext cx="749300" cy="651812"/>
          </a:xfrm>
        </p:spPr>
        <p:txBody>
          <a:bodyPr/>
          <a:lstStyle/>
          <a:p>
            <a:endParaRPr lang="en-US"/>
          </a:p>
        </p:txBody>
      </p:sp>
      <p:sp>
        <p:nvSpPr>
          <p:cNvPr id="55" name="Picture Placeholder 39">
            <a:extLst>
              <a:ext uri="{FF2B5EF4-FFF2-40B4-BE49-F238E27FC236}">
                <a16:creationId xmlns:a16="http://schemas.microsoft.com/office/drawing/2014/main" id="{C443748E-3CF3-ABBE-59DA-A6DF6B60138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593790" y="2214852"/>
            <a:ext cx="749300" cy="651812"/>
          </a:xfrm>
        </p:spPr>
        <p:txBody>
          <a:bodyPr/>
          <a:lstStyle/>
          <a:p>
            <a:endParaRPr lang="en-US"/>
          </a:p>
        </p:txBody>
      </p:sp>
      <p:sp>
        <p:nvSpPr>
          <p:cNvPr id="56" name="Text Placeholder 42">
            <a:extLst>
              <a:ext uri="{FF2B5EF4-FFF2-40B4-BE49-F238E27FC236}">
                <a16:creationId xmlns:a16="http://schemas.microsoft.com/office/drawing/2014/main" id="{6B9C71F5-575E-9C29-88F2-A3CF3C11F0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08760" y="3027990"/>
            <a:ext cx="1486370" cy="54179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57" name="Text Placeholder 42">
            <a:extLst>
              <a:ext uri="{FF2B5EF4-FFF2-40B4-BE49-F238E27FC236}">
                <a16:creationId xmlns:a16="http://schemas.microsoft.com/office/drawing/2014/main" id="{ADC7C95E-3DD4-6D35-F8F7-DB03D1476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9709" y="2994142"/>
            <a:ext cx="1486370" cy="54179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58" name="Text Placeholder 42">
            <a:extLst>
              <a:ext uri="{FF2B5EF4-FFF2-40B4-BE49-F238E27FC236}">
                <a16:creationId xmlns:a16="http://schemas.microsoft.com/office/drawing/2014/main" id="{6BD3EB7B-656E-4113-F929-2D46BC9F3E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9517" y="2994142"/>
            <a:ext cx="1486370" cy="54179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59" name="Text Placeholder 42">
            <a:extLst>
              <a:ext uri="{FF2B5EF4-FFF2-40B4-BE49-F238E27FC236}">
                <a16:creationId xmlns:a16="http://schemas.microsoft.com/office/drawing/2014/main" id="{6FAE14F2-9A26-2FAC-D217-84DF08D1B99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92550" y="2994142"/>
            <a:ext cx="1486370" cy="54179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Text5</a:t>
            </a:r>
          </a:p>
        </p:txBody>
      </p:sp>
      <p:sp>
        <p:nvSpPr>
          <p:cNvPr id="60" name="Text Placeholder 42">
            <a:extLst>
              <a:ext uri="{FF2B5EF4-FFF2-40B4-BE49-F238E27FC236}">
                <a16:creationId xmlns:a16="http://schemas.microsoft.com/office/drawing/2014/main" id="{80618687-3CFE-64A1-BFED-720A4C746C9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25952" y="2994142"/>
            <a:ext cx="1486370" cy="54179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Text6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6C0DAC1-484E-D895-CFE6-030EE7624187}"/>
              </a:ext>
            </a:extLst>
          </p:cNvPr>
          <p:cNvCxnSpPr/>
          <p:nvPr userDrawn="1"/>
        </p:nvCxnSpPr>
        <p:spPr>
          <a:xfrm>
            <a:off x="3179574" y="3569783"/>
            <a:ext cx="0" cy="1126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0923516-780D-0D12-21D5-5C67E0DFFC88}"/>
              </a:ext>
            </a:extLst>
          </p:cNvPr>
          <p:cNvCxnSpPr>
            <a:cxnSpLocks/>
          </p:cNvCxnSpPr>
          <p:nvPr userDrawn="1"/>
        </p:nvCxnSpPr>
        <p:spPr>
          <a:xfrm>
            <a:off x="5072894" y="3569783"/>
            <a:ext cx="0" cy="1105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74F1A30-7F54-CADA-44DA-D28416071A9D}"/>
              </a:ext>
            </a:extLst>
          </p:cNvPr>
          <p:cNvCxnSpPr>
            <a:cxnSpLocks/>
          </p:cNvCxnSpPr>
          <p:nvPr userDrawn="1"/>
        </p:nvCxnSpPr>
        <p:spPr>
          <a:xfrm>
            <a:off x="7065067" y="3580118"/>
            <a:ext cx="0" cy="1105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1277534-60AC-D534-A356-51E6D215C3DE}"/>
              </a:ext>
            </a:extLst>
          </p:cNvPr>
          <p:cNvCxnSpPr>
            <a:cxnSpLocks/>
          </p:cNvCxnSpPr>
          <p:nvPr userDrawn="1"/>
        </p:nvCxnSpPr>
        <p:spPr>
          <a:xfrm>
            <a:off x="9038100" y="3590454"/>
            <a:ext cx="0" cy="1105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342A38A-7F7B-50DA-C176-B635580B34D8}"/>
              </a:ext>
            </a:extLst>
          </p:cNvPr>
          <p:cNvCxnSpPr>
            <a:cxnSpLocks/>
          </p:cNvCxnSpPr>
          <p:nvPr userDrawn="1"/>
        </p:nvCxnSpPr>
        <p:spPr>
          <a:xfrm>
            <a:off x="10968440" y="3535935"/>
            <a:ext cx="0" cy="1105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48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60EF8BE-FD3A-76CD-9935-AE488E3DB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170" y="1720546"/>
            <a:ext cx="4197350" cy="2953054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ED667F07-D836-7B1D-9568-8C53006A47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89018" y="731007"/>
            <a:ext cx="817965" cy="65356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FCC12AD-E5F3-C0E5-7C13-8EA7104662B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37751" y="821703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C7B020B-90CF-2EB0-4669-88B7D8223A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49817" y="1754364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F8D55511-1EF7-2B59-A968-004ABB761E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37750" y="2612900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6BC40306-6509-3F5F-ECDB-1464114306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49817" y="3526649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60214FD-C724-319D-2669-1F5C000BFA53}"/>
              </a:ext>
            </a:extLst>
          </p:cNvPr>
          <p:cNvSpPr/>
          <p:nvPr userDrawn="1"/>
        </p:nvSpPr>
        <p:spPr>
          <a:xfrm>
            <a:off x="5902960" y="274319"/>
            <a:ext cx="5944870" cy="5974701"/>
          </a:xfrm>
          <a:prstGeom prst="roundRect">
            <a:avLst/>
          </a:prstGeom>
          <a:noFill/>
          <a:ln w="22225">
            <a:gradFill flip="none" rotWithShape="1">
              <a:gsLst>
                <a:gs pos="0">
                  <a:schemeClr val="tx1"/>
                </a:gs>
                <a:gs pos="29000">
                  <a:schemeClr val="accent1"/>
                </a:gs>
                <a:gs pos="66000">
                  <a:schemeClr val="accent3"/>
                </a:gs>
                <a:gs pos="99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1B34D903-774C-7F3E-CDC8-0886F3CFDB3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489018" y="1617138"/>
            <a:ext cx="817965" cy="65356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1604FA3E-42A9-63E3-FFD9-55461CB8E3B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489018" y="2475674"/>
            <a:ext cx="817965" cy="653560"/>
          </a:xfrm>
        </p:spPr>
        <p:txBody>
          <a:bodyPr/>
          <a:lstStyle/>
          <a:p>
            <a:endParaRPr lang="en-US"/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AFF8BAEB-F4E8-65C5-C16C-1E1B1618CA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489018" y="3361805"/>
            <a:ext cx="817965" cy="65356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273C1BA8-58C6-AB1A-1D86-B9E37EB1C2A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489019" y="5097273"/>
            <a:ext cx="817965" cy="653560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1764E822-52E0-B9BA-D375-297F92C2CFD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489018" y="4229539"/>
            <a:ext cx="817965" cy="65356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880DED42-D1BF-85AA-BB7B-8F36FACD6DD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37748" y="4320750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4AB70596-A41F-B74C-315D-37E5680734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37749" y="5234499"/>
            <a:ext cx="389064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</p:spTree>
    <p:extLst>
      <p:ext uri="{BB962C8B-B14F-4D97-AF65-F5344CB8AC3E}">
        <p14:creationId xmlns:p14="http://schemas.microsoft.com/office/powerpoint/2010/main" val="256686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DB3A1-ADA2-8C32-0090-228C7FB3F0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A27CE32-A229-ED85-C99A-0C9B2223C9E4}"/>
              </a:ext>
            </a:extLst>
          </p:cNvPr>
          <p:cNvSpPr txBox="1">
            <a:spLocks/>
          </p:cNvSpPr>
          <p:nvPr userDrawn="1"/>
        </p:nvSpPr>
        <p:spPr>
          <a:xfrm>
            <a:off x="9267825" y="6601329"/>
            <a:ext cx="1773238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914400" rtl="0" eaLnBrk="1" latinLnBrk="0" hangingPunct="1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D60FDCE-CFD8-2E79-686F-2B773B77503D}"/>
              </a:ext>
            </a:extLst>
          </p:cNvPr>
          <p:cNvCxnSpPr>
            <a:cxnSpLocks/>
          </p:cNvCxnSpPr>
          <p:nvPr userDrawn="1"/>
        </p:nvCxnSpPr>
        <p:spPr>
          <a:xfrm flipV="1">
            <a:off x="2306320" y="1188720"/>
            <a:ext cx="0" cy="2978331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34000">
                  <a:schemeClr val="accent1"/>
                </a:gs>
                <a:gs pos="67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CFC75F0-ECD6-016E-5BFC-A09054CC7D11}"/>
              </a:ext>
            </a:extLst>
          </p:cNvPr>
          <p:cNvCxnSpPr>
            <a:cxnSpLocks/>
          </p:cNvCxnSpPr>
          <p:nvPr userDrawn="1"/>
        </p:nvCxnSpPr>
        <p:spPr>
          <a:xfrm flipV="1">
            <a:off x="3820160" y="1188720"/>
            <a:ext cx="0" cy="2978331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74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F15F037-48E5-12EE-078C-7412B73B4C29}"/>
              </a:ext>
            </a:extLst>
          </p:cNvPr>
          <p:cNvCxnSpPr>
            <a:cxnSpLocks/>
          </p:cNvCxnSpPr>
          <p:nvPr userDrawn="1"/>
        </p:nvCxnSpPr>
        <p:spPr>
          <a:xfrm flipV="1">
            <a:off x="5334000" y="1188720"/>
            <a:ext cx="0" cy="2978331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26000">
                  <a:schemeClr val="accent1"/>
                </a:gs>
                <a:gs pos="67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166F3B4-015D-3685-BC55-DAE55A9CD2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858000" y="1188720"/>
            <a:ext cx="0" cy="2978331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22000">
                  <a:schemeClr val="accent1"/>
                </a:gs>
                <a:gs pos="62000">
                  <a:schemeClr val="accent3"/>
                </a:gs>
                <a:gs pos="92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323D988-6971-AC3C-AA73-C812156E9FAA}"/>
              </a:ext>
            </a:extLst>
          </p:cNvPr>
          <p:cNvCxnSpPr>
            <a:cxnSpLocks/>
          </p:cNvCxnSpPr>
          <p:nvPr userDrawn="1"/>
        </p:nvCxnSpPr>
        <p:spPr>
          <a:xfrm flipV="1">
            <a:off x="8361680" y="1188720"/>
            <a:ext cx="0" cy="2978331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31000">
                  <a:schemeClr val="accent1"/>
                </a:gs>
                <a:gs pos="68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A7728C8-016C-9D66-D7FF-E0C4EDD1BCF0}"/>
              </a:ext>
            </a:extLst>
          </p:cNvPr>
          <p:cNvCxnSpPr>
            <a:cxnSpLocks/>
          </p:cNvCxnSpPr>
          <p:nvPr userDrawn="1"/>
        </p:nvCxnSpPr>
        <p:spPr>
          <a:xfrm flipV="1">
            <a:off x="9885680" y="1188720"/>
            <a:ext cx="0" cy="2978331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35000">
                  <a:schemeClr val="accent1"/>
                </a:gs>
                <a:gs pos="65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Picture Placeholder 66">
            <a:extLst>
              <a:ext uri="{FF2B5EF4-FFF2-40B4-BE49-F238E27FC236}">
                <a16:creationId xmlns:a16="http://schemas.microsoft.com/office/drawing/2014/main" id="{95399FF1-F261-5835-7C12-68BF28D7A3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78883" y="1310005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68" name="Picture Placeholder 66">
            <a:extLst>
              <a:ext uri="{FF2B5EF4-FFF2-40B4-BE49-F238E27FC236}">
                <a16:creationId xmlns:a16="http://schemas.microsoft.com/office/drawing/2014/main" id="{CE0EF075-F6AD-86BF-0522-14AD0C0A23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82562" y="1310005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69" name="Picture Placeholder 66">
            <a:extLst>
              <a:ext uri="{FF2B5EF4-FFF2-40B4-BE49-F238E27FC236}">
                <a16:creationId xmlns:a16="http://schemas.microsoft.com/office/drawing/2014/main" id="{0E2EC2EC-4CE2-9B62-AE31-BAECB254127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06562" y="1310004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70" name="Picture Placeholder 66">
            <a:extLst>
              <a:ext uri="{FF2B5EF4-FFF2-40B4-BE49-F238E27FC236}">
                <a16:creationId xmlns:a16="http://schemas.microsoft.com/office/drawing/2014/main" id="{67DF9C86-D631-6FC9-9D81-42A32BDC6CE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50562" y="1310004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71" name="Picture Placeholder 66">
            <a:extLst>
              <a:ext uri="{FF2B5EF4-FFF2-40B4-BE49-F238E27FC236}">
                <a16:creationId xmlns:a16="http://schemas.microsoft.com/office/drawing/2014/main" id="{C852AD36-E7E6-F109-5996-36AB853E1E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34242" y="1310004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72" name="Picture Placeholder 66">
            <a:extLst>
              <a:ext uri="{FF2B5EF4-FFF2-40B4-BE49-F238E27FC236}">
                <a16:creationId xmlns:a16="http://schemas.microsoft.com/office/drawing/2014/main" id="{D074FE27-DE8D-30C5-EA62-619A5C639D8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19508" y="1310003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73" name="Picture Placeholder 66">
            <a:extLst>
              <a:ext uri="{FF2B5EF4-FFF2-40B4-BE49-F238E27FC236}">
                <a16:creationId xmlns:a16="http://schemas.microsoft.com/office/drawing/2014/main" id="{934392BA-E613-CDA7-2C0A-D5943143C9B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261921" y="1310002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75" name="Text Placeholder 74">
            <a:extLst>
              <a:ext uri="{FF2B5EF4-FFF2-40B4-BE49-F238E27FC236}">
                <a16:creationId xmlns:a16="http://schemas.microsoft.com/office/drawing/2014/main" id="{E8A73A6A-36C5-F201-66C2-353FF4E8209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3934" y="2113280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76" name="Text Placeholder 74">
            <a:extLst>
              <a:ext uri="{FF2B5EF4-FFF2-40B4-BE49-F238E27FC236}">
                <a16:creationId xmlns:a16="http://schemas.microsoft.com/office/drawing/2014/main" id="{06BA5260-738D-6D0D-DC74-7310DC4C5B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77451" y="2113280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77" name="Text Placeholder 74">
            <a:extLst>
              <a:ext uri="{FF2B5EF4-FFF2-40B4-BE49-F238E27FC236}">
                <a16:creationId xmlns:a16="http://schemas.microsoft.com/office/drawing/2014/main" id="{D8A68F72-3A54-C39C-8171-DB7833360C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901451" y="2113280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78" name="Text Placeholder 74">
            <a:extLst>
              <a:ext uri="{FF2B5EF4-FFF2-40B4-BE49-F238E27FC236}">
                <a16:creationId xmlns:a16="http://schemas.microsoft.com/office/drawing/2014/main" id="{C8AA0E9A-2A7F-5490-3EF1-48A1C70B71E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05131" y="2113280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79" name="Text Placeholder 74">
            <a:extLst>
              <a:ext uri="{FF2B5EF4-FFF2-40B4-BE49-F238E27FC236}">
                <a16:creationId xmlns:a16="http://schemas.microsoft.com/office/drawing/2014/main" id="{A4AF0BA4-4655-B9B8-DACF-2EDB60A99C4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39291" y="2113280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0" name="Text Placeholder 74">
            <a:extLst>
              <a:ext uri="{FF2B5EF4-FFF2-40B4-BE49-F238E27FC236}">
                <a16:creationId xmlns:a16="http://schemas.microsoft.com/office/drawing/2014/main" id="{4EC88F31-A2BA-F56F-1493-F6DA525DE0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53131" y="2113280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1" name="Text Placeholder 74">
            <a:extLst>
              <a:ext uri="{FF2B5EF4-FFF2-40B4-BE49-F238E27FC236}">
                <a16:creationId xmlns:a16="http://schemas.microsoft.com/office/drawing/2014/main" id="{E3BC6609-7FAE-EB0A-A3FE-294CD186C0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956812" y="2103117"/>
            <a:ext cx="1361418" cy="176784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90" name="Terminator 89">
            <a:extLst>
              <a:ext uri="{FF2B5EF4-FFF2-40B4-BE49-F238E27FC236}">
                <a16:creationId xmlns:a16="http://schemas.microsoft.com/office/drawing/2014/main" id="{D448C0BC-44C5-FF23-E30E-ACE4F6A88F37}"/>
              </a:ext>
            </a:extLst>
          </p:cNvPr>
          <p:cNvSpPr/>
          <p:nvPr userDrawn="1"/>
        </p:nvSpPr>
        <p:spPr>
          <a:xfrm>
            <a:off x="313689" y="4597528"/>
            <a:ext cx="11554457" cy="985287"/>
          </a:xfrm>
          <a:prstGeom prst="flowChartTerminator">
            <a:avLst/>
          </a:prstGeom>
          <a:solidFill>
            <a:schemeClr val="tx1"/>
          </a:solidFill>
          <a:ln w="15875">
            <a:gradFill>
              <a:gsLst>
                <a:gs pos="0">
                  <a:schemeClr val="tx1"/>
                </a:gs>
                <a:gs pos="74000">
                  <a:schemeClr val="accent1"/>
                </a:gs>
                <a:gs pos="83000">
                  <a:schemeClr val="accent3"/>
                </a:gs>
                <a:gs pos="99000">
                  <a:schemeClr val="accent4"/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3" name="Text Placeholder 91">
            <a:extLst>
              <a:ext uri="{FF2B5EF4-FFF2-40B4-BE49-F238E27FC236}">
                <a16:creationId xmlns:a16="http://schemas.microsoft.com/office/drawing/2014/main" id="{423B8A84-D3DA-5C26-5851-CCA38939BC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386318" y="4854635"/>
            <a:ext cx="1343683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99" name="Text Placeholder 91">
            <a:extLst>
              <a:ext uri="{FF2B5EF4-FFF2-40B4-BE49-F238E27FC236}">
                <a16:creationId xmlns:a16="http://schemas.microsoft.com/office/drawing/2014/main" id="{153B2B4F-DF05-D7A3-648B-E3DC081DA68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9936" y="4815446"/>
            <a:ext cx="1343684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00" name="Text Placeholder 91">
            <a:extLst>
              <a:ext uri="{FF2B5EF4-FFF2-40B4-BE49-F238E27FC236}">
                <a16:creationId xmlns:a16="http://schemas.microsoft.com/office/drawing/2014/main" id="{99BF16F8-8E42-EEC9-B8CC-7E0D510BD7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931289" y="4854635"/>
            <a:ext cx="1343682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101" name="Text Placeholder 91">
            <a:extLst>
              <a:ext uri="{FF2B5EF4-FFF2-40B4-BE49-F238E27FC236}">
                <a16:creationId xmlns:a16="http://schemas.microsoft.com/office/drawing/2014/main" id="{EA41FDFC-1F21-12F4-FDE1-B9CC8E26804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25129" y="4854635"/>
            <a:ext cx="1343682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102" name="Text Placeholder 91">
            <a:extLst>
              <a:ext uri="{FF2B5EF4-FFF2-40B4-BE49-F238E27FC236}">
                <a16:creationId xmlns:a16="http://schemas.microsoft.com/office/drawing/2014/main" id="{B6491D70-70BF-E344-1C7B-0F36E1A962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57027" y="4843949"/>
            <a:ext cx="1343682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103" name="Text Placeholder 91">
            <a:extLst>
              <a:ext uri="{FF2B5EF4-FFF2-40B4-BE49-F238E27FC236}">
                <a16:creationId xmlns:a16="http://schemas.microsoft.com/office/drawing/2014/main" id="{9AC9F790-5760-75A9-C865-E760DB745C1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27652" y="4815446"/>
            <a:ext cx="1343682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  <p:sp>
        <p:nvSpPr>
          <p:cNvPr id="104" name="Text Placeholder 91">
            <a:extLst>
              <a:ext uri="{FF2B5EF4-FFF2-40B4-BE49-F238E27FC236}">
                <a16:creationId xmlns:a16="http://schemas.microsoft.com/office/drawing/2014/main" id="{3B030847-BCB0-FF35-B1B8-60D42FF455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56812" y="4795649"/>
            <a:ext cx="1343682" cy="49244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Title7</a:t>
            </a:r>
          </a:p>
        </p:txBody>
      </p:sp>
    </p:spTree>
    <p:extLst>
      <p:ext uri="{BB962C8B-B14F-4D97-AF65-F5344CB8AC3E}">
        <p14:creationId xmlns:p14="http://schemas.microsoft.com/office/powerpoint/2010/main" val="1407969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BB8E2AA-5FC1-C2FE-FA63-D9C0D6A8A4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291" y="199160"/>
            <a:ext cx="11544300" cy="1067937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36EA111-611B-D4B3-7DD1-99876F3670C1}"/>
              </a:ext>
            </a:extLst>
          </p:cNvPr>
          <p:cNvCxnSpPr>
            <a:cxnSpLocks/>
          </p:cNvCxnSpPr>
          <p:nvPr userDrawn="1"/>
        </p:nvCxnSpPr>
        <p:spPr>
          <a:xfrm flipV="1">
            <a:off x="2287325" y="2313189"/>
            <a:ext cx="0" cy="2240280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34000">
                  <a:schemeClr val="accent1"/>
                </a:gs>
                <a:gs pos="67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6A22B9A-4405-44DA-C19D-6644B8035991}"/>
              </a:ext>
            </a:extLst>
          </p:cNvPr>
          <p:cNvCxnSpPr>
            <a:cxnSpLocks/>
          </p:cNvCxnSpPr>
          <p:nvPr userDrawn="1"/>
        </p:nvCxnSpPr>
        <p:spPr>
          <a:xfrm flipV="1">
            <a:off x="3801165" y="2313189"/>
            <a:ext cx="0" cy="2240280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74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005F4BD-0311-BAB5-7B48-D6C07532CABE}"/>
              </a:ext>
            </a:extLst>
          </p:cNvPr>
          <p:cNvCxnSpPr>
            <a:cxnSpLocks/>
          </p:cNvCxnSpPr>
          <p:nvPr userDrawn="1"/>
        </p:nvCxnSpPr>
        <p:spPr>
          <a:xfrm flipV="1">
            <a:off x="5315005" y="2313189"/>
            <a:ext cx="0" cy="2240280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26000">
                  <a:schemeClr val="accent1"/>
                </a:gs>
                <a:gs pos="67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A1BE0D0-6114-9D64-357C-CCCCD15A70BB}"/>
              </a:ext>
            </a:extLst>
          </p:cNvPr>
          <p:cNvCxnSpPr>
            <a:cxnSpLocks/>
          </p:cNvCxnSpPr>
          <p:nvPr userDrawn="1"/>
        </p:nvCxnSpPr>
        <p:spPr>
          <a:xfrm flipV="1">
            <a:off x="6839005" y="2313189"/>
            <a:ext cx="0" cy="2240280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22000">
                  <a:schemeClr val="accent1"/>
                </a:gs>
                <a:gs pos="62000">
                  <a:schemeClr val="accent3"/>
                </a:gs>
                <a:gs pos="92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0888A9B-EE92-74ED-BD22-6CBFCA57F60B}"/>
              </a:ext>
            </a:extLst>
          </p:cNvPr>
          <p:cNvCxnSpPr>
            <a:cxnSpLocks/>
          </p:cNvCxnSpPr>
          <p:nvPr userDrawn="1"/>
        </p:nvCxnSpPr>
        <p:spPr>
          <a:xfrm flipV="1">
            <a:off x="8342685" y="2313189"/>
            <a:ext cx="0" cy="2240280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31000">
                  <a:schemeClr val="accent1"/>
                </a:gs>
                <a:gs pos="68000">
                  <a:schemeClr val="accent3"/>
                </a:gs>
                <a:gs pos="94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5AA458A-FC26-8AC5-03AC-272213423F4B}"/>
              </a:ext>
            </a:extLst>
          </p:cNvPr>
          <p:cNvCxnSpPr>
            <a:cxnSpLocks/>
          </p:cNvCxnSpPr>
          <p:nvPr userDrawn="1"/>
        </p:nvCxnSpPr>
        <p:spPr>
          <a:xfrm flipV="1">
            <a:off x="9866685" y="2313189"/>
            <a:ext cx="0" cy="2240280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35000">
                  <a:schemeClr val="accent1"/>
                </a:gs>
                <a:gs pos="65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66">
            <a:extLst>
              <a:ext uri="{FF2B5EF4-FFF2-40B4-BE49-F238E27FC236}">
                <a16:creationId xmlns:a16="http://schemas.microsoft.com/office/drawing/2014/main" id="{DD4371E0-66E2-3314-2C58-80C77037397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59888" y="2434474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Picture Placeholder 66">
            <a:extLst>
              <a:ext uri="{FF2B5EF4-FFF2-40B4-BE49-F238E27FC236}">
                <a16:creationId xmlns:a16="http://schemas.microsoft.com/office/drawing/2014/main" id="{BD409322-933D-E348-252D-4EC272BF91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63567" y="2434474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3" name="Picture Placeholder 66">
            <a:extLst>
              <a:ext uri="{FF2B5EF4-FFF2-40B4-BE49-F238E27FC236}">
                <a16:creationId xmlns:a16="http://schemas.microsoft.com/office/drawing/2014/main" id="{C8BD8792-5C4D-447B-05EA-F7A963E66D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87567" y="2434473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4" name="Picture Placeholder 66">
            <a:extLst>
              <a:ext uri="{FF2B5EF4-FFF2-40B4-BE49-F238E27FC236}">
                <a16:creationId xmlns:a16="http://schemas.microsoft.com/office/drawing/2014/main" id="{621776CB-3BA2-6770-F562-96BE518ACE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1567" y="2434473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5" name="Picture Placeholder 66">
            <a:extLst>
              <a:ext uri="{FF2B5EF4-FFF2-40B4-BE49-F238E27FC236}">
                <a16:creationId xmlns:a16="http://schemas.microsoft.com/office/drawing/2014/main" id="{14E90AD2-6EF3-6446-31EC-58172A9C0E4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5247" y="2434473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6" name="Picture Placeholder 66">
            <a:extLst>
              <a:ext uri="{FF2B5EF4-FFF2-40B4-BE49-F238E27FC236}">
                <a16:creationId xmlns:a16="http://schemas.microsoft.com/office/drawing/2014/main" id="{9CD5D356-6082-E0F9-8119-111E0486B14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513" y="2434472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7" name="Picture Placeholder 66">
            <a:extLst>
              <a:ext uri="{FF2B5EF4-FFF2-40B4-BE49-F238E27FC236}">
                <a16:creationId xmlns:a16="http://schemas.microsoft.com/office/drawing/2014/main" id="{4AD0C868-FB93-9AAC-6ADB-22A6709ECC9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242926" y="2434471"/>
            <a:ext cx="751196" cy="640715"/>
          </a:xfrm>
        </p:spPr>
        <p:txBody>
          <a:bodyPr/>
          <a:lstStyle/>
          <a:p>
            <a:endParaRPr lang="en-US"/>
          </a:p>
        </p:txBody>
      </p:sp>
      <p:sp>
        <p:nvSpPr>
          <p:cNvPr id="58" name="Text Placeholder 91">
            <a:extLst>
              <a:ext uri="{FF2B5EF4-FFF2-40B4-BE49-F238E27FC236}">
                <a16:creationId xmlns:a16="http://schemas.microsoft.com/office/drawing/2014/main" id="{C67E6C6C-A46E-3008-4AB0-FA6D66A0820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367323" y="3567558"/>
            <a:ext cx="1343683" cy="613852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59" name="Text Placeholder 91">
            <a:extLst>
              <a:ext uri="{FF2B5EF4-FFF2-40B4-BE49-F238E27FC236}">
                <a16:creationId xmlns:a16="http://schemas.microsoft.com/office/drawing/2014/main" id="{4451F6B0-483F-30C1-7D9B-BADA23265BA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3484" y="3572306"/>
            <a:ext cx="1343684" cy="609104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60" name="Text Placeholder 91">
            <a:extLst>
              <a:ext uri="{FF2B5EF4-FFF2-40B4-BE49-F238E27FC236}">
                <a16:creationId xmlns:a16="http://schemas.microsoft.com/office/drawing/2014/main" id="{B365703B-C243-A95D-6FDA-7BE5961FFA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881164" y="3556132"/>
            <a:ext cx="1343682" cy="625278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61" name="Text Placeholder 91">
            <a:extLst>
              <a:ext uri="{FF2B5EF4-FFF2-40B4-BE49-F238E27FC236}">
                <a16:creationId xmlns:a16="http://schemas.microsoft.com/office/drawing/2014/main" id="{D15C9649-01A5-AD68-24C5-17043C0B61C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05164" y="3540698"/>
            <a:ext cx="1343682" cy="640712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62" name="Text Placeholder 91">
            <a:extLst>
              <a:ext uri="{FF2B5EF4-FFF2-40B4-BE49-F238E27FC236}">
                <a16:creationId xmlns:a16="http://schemas.microsoft.com/office/drawing/2014/main" id="{3C8695E2-9B80-D022-C175-8F5A76B4C35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29164" y="3540697"/>
            <a:ext cx="1343682" cy="640713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63" name="Text Placeholder 91">
            <a:extLst>
              <a:ext uri="{FF2B5EF4-FFF2-40B4-BE49-F238E27FC236}">
                <a16:creationId xmlns:a16="http://schemas.microsoft.com/office/drawing/2014/main" id="{20AD3AD0-1AFC-12AC-F678-A62D3E4FA58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43005" y="3540696"/>
            <a:ext cx="1343682" cy="64071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  <p:sp>
        <p:nvSpPr>
          <p:cNvPr id="64" name="Text Placeholder 91">
            <a:extLst>
              <a:ext uri="{FF2B5EF4-FFF2-40B4-BE49-F238E27FC236}">
                <a16:creationId xmlns:a16="http://schemas.microsoft.com/office/drawing/2014/main" id="{5533FAE2-ABF8-2400-FA1D-851BAC2E196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83049" y="3540695"/>
            <a:ext cx="1343682" cy="640715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Title7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EAE93082-9ECA-9260-A763-6EF661613BD1}"/>
              </a:ext>
            </a:extLst>
          </p:cNvPr>
          <p:cNvSpPr/>
          <p:nvPr userDrawn="1"/>
        </p:nvSpPr>
        <p:spPr>
          <a:xfrm>
            <a:off x="451269" y="2160788"/>
            <a:ext cx="11286288" cy="2660469"/>
          </a:xfrm>
          <a:prstGeom prst="roundRect">
            <a:avLst/>
          </a:prstGeom>
          <a:noFill/>
          <a:ln w="25400">
            <a:gradFill flip="none" rotWithShape="1">
              <a:gsLst>
                <a:gs pos="0">
                  <a:schemeClr val="tx1"/>
                </a:gs>
                <a:gs pos="28000">
                  <a:schemeClr val="accent1"/>
                </a:gs>
                <a:gs pos="62000">
                  <a:schemeClr val="accent3"/>
                </a:gs>
                <a:gs pos="87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84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6A330-3CB7-4348-8C58-795F368AA0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58F2785-0CD5-0324-D64B-9F9C7787E55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3850" y="1044940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6CC04E24-2B15-3EE4-77B9-55BC9D4430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3850" y="2327278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EC330B1-9ABC-DB42-B844-48F95BA8B9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3850" y="3641771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7DE9E1C-4C8F-016E-5E06-C91CF62BFF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23850" y="4924109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2B595FE-7BE0-0D74-B9FD-71BE2D616A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19831" y="1025355"/>
            <a:ext cx="4356966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ABC9599-42B9-EDF3-CA59-85E1D01FF3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9831" y="2307693"/>
            <a:ext cx="438413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12" name="Text Placeholder 38">
            <a:extLst>
              <a:ext uri="{FF2B5EF4-FFF2-40B4-BE49-F238E27FC236}">
                <a16:creationId xmlns:a16="http://schemas.microsoft.com/office/drawing/2014/main" id="{69698014-070C-46FE-25F8-EA56558188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19831" y="1469535"/>
            <a:ext cx="4384135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Text1</a:t>
            </a:r>
          </a:p>
        </p:txBody>
      </p:sp>
      <p:sp>
        <p:nvSpPr>
          <p:cNvPr id="13" name="Text Placeholder 38">
            <a:extLst>
              <a:ext uri="{FF2B5EF4-FFF2-40B4-BE49-F238E27FC236}">
                <a16:creationId xmlns:a16="http://schemas.microsoft.com/office/drawing/2014/main" id="{FC690353-DAC8-074F-B807-A93E0BC249C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19831" y="2751873"/>
            <a:ext cx="4384135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Text2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141C05AD-FBE3-F308-82F4-4E508D5E70E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192662" y="4066366"/>
            <a:ext cx="4384135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Text3</a:t>
            </a:r>
          </a:p>
        </p:txBody>
      </p:sp>
      <p:sp>
        <p:nvSpPr>
          <p:cNvPr id="15" name="Text Placeholder 38">
            <a:extLst>
              <a:ext uri="{FF2B5EF4-FFF2-40B4-BE49-F238E27FC236}">
                <a16:creationId xmlns:a16="http://schemas.microsoft.com/office/drawing/2014/main" id="{81548DC9-1611-8DC4-A42B-5B28940EF17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92662" y="5380859"/>
            <a:ext cx="4411304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Text4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21F9DA5-95C7-860A-0FD8-D5BD3AC179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92662" y="3640612"/>
            <a:ext cx="4384135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94782B31-D867-F79B-8735-A2E76EF2AC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92661" y="4922950"/>
            <a:ext cx="4384136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5CB5995C-2E31-CDFC-F995-BF82C44518A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459039" y="1038328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1DF5DB3-3D25-D792-B2EE-ADABCF8F82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55020" y="999212"/>
            <a:ext cx="4513130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29" name="Text Placeholder 38">
            <a:extLst>
              <a:ext uri="{FF2B5EF4-FFF2-40B4-BE49-F238E27FC236}">
                <a16:creationId xmlns:a16="http://schemas.microsoft.com/office/drawing/2014/main" id="{70C4F6F9-C755-8082-14E0-22AFE42F5C5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40324" y="1411364"/>
            <a:ext cx="4527826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Text5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3CA01589-4187-0A0A-8856-F18F9196BAC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459039" y="2327324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4D742896-B87C-D0AE-E856-F1897ADF310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459039" y="3640612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D111FE8E-2CA6-FD6D-3A26-AAE45DB7992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459039" y="4937218"/>
            <a:ext cx="799556" cy="719046"/>
          </a:xfrm>
        </p:spPr>
        <p:txBody>
          <a:bodyPr/>
          <a:lstStyle/>
          <a:p>
            <a:endParaRPr 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C8C03FB4-1C5F-9F56-A267-961B3AD221A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340324" y="2307693"/>
            <a:ext cx="4479657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  <p:sp>
        <p:nvSpPr>
          <p:cNvPr id="34" name="Text Placeholder 38">
            <a:extLst>
              <a:ext uri="{FF2B5EF4-FFF2-40B4-BE49-F238E27FC236}">
                <a16:creationId xmlns:a16="http://schemas.microsoft.com/office/drawing/2014/main" id="{EBD8623E-4A30-DEBC-8B89-275D5ABEFCB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40324" y="2751873"/>
            <a:ext cx="4527826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Text6</a:t>
            </a:r>
          </a:p>
        </p:txBody>
      </p:sp>
      <p:sp>
        <p:nvSpPr>
          <p:cNvPr id="35" name="Text Placeholder 38">
            <a:extLst>
              <a:ext uri="{FF2B5EF4-FFF2-40B4-BE49-F238E27FC236}">
                <a16:creationId xmlns:a16="http://schemas.microsoft.com/office/drawing/2014/main" id="{9F7F22D2-3B78-EC34-D57A-7D5E6EB5739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40324" y="4069267"/>
            <a:ext cx="4527826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Text7</a:t>
            </a:r>
          </a:p>
        </p:txBody>
      </p:sp>
      <p:sp>
        <p:nvSpPr>
          <p:cNvPr id="36" name="Text Placeholder 38">
            <a:extLst>
              <a:ext uri="{FF2B5EF4-FFF2-40B4-BE49-F238E27FC236}">
                <a16:creationId xmlns:a16="http://schemas.microsoft.com/office/drawing/2014/main" id="{3C77F3D4-EC21-04C9-95AE-32AE86661B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340324" y="5324471"/>
            <a:ext cx="4527826" cy="588901"/>
          </a:xfrm>
          <a:noFill/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US" dirty="0"/>
              <a:t>Text8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198FE897-B76E-6186-432E-7871E18765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340323" y="3636855"/>
            <a:ext cx="4479658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Title7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7CA1BD9C-105B-DC57-C41B-981817AF46D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310093" y="4927149"/>
            <a:ext cx="4558057" cy="379108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78027AA-8653-8CA0-39B2-5B5426E1C027}"/>
              </a:ext>
            </a:extLst>
          </p:cNvPr>
          <p:cNvCxnSpPr>
            <a:cxnSpLocks/>
          </p:cNvCxnSpPr>
          <p:nvPr userDrawn="1"/>
        </p:nvCxnSpPr>
        <p:spPr>
          <a:xfrm flipV="1">
            <a:off x="323850" y="2160832"/>
            <a:ext cx="5409112" cy="10895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3C27DC-9612-88CC-9BC9-2B7112F559F8}"/>
              </a:ext>
            </a:extLst>
          </p:cNvPr>
          <p:cNvCxnSpPr>
            <a:cxnSpLocks/>
          </p:cNvCxnSpPr>
          <p:nvPr userDrawn="1"/>
        </p:nvCxnSpPr>
        <p:spPr>
          <a:xfrm flipV="1">
            <a:off x="323850" y="3476422"/>
            <a:ext cx="5409112" cy="10895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9B20E8C-C6E0-F138-88EE-92911141B24C}"/>
              </a:ext>
            </a:extLst>
          </p:cNvPr>
          <p:cNvCxnSpPr>
            <a:cxnSpLocks/>
          </p:cNvCxnSpPr>
          <p:nvPr userDrawn="1"/>
        </p:nvCxnSpPr>
        <p:spPr>
          <a:xfrm flipV="1">
            <a:off x="323850" y="4768595"/>
            <a:ext cx="5409112" cy="10895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15950C1-768F-2EAB-718F-55D090E4C448}"/>
              </a:ext>
            </a:extLst>
          </p:cNvPr>
          <p:cNvCxnSpPr>
            <a:cxnSpLocks/>
          </p:cNvCxnSpPr>
          <p:nvPr userDrawn="1"/>
        </p:nvCxnSpPr>
        <p:spPr>
          <a:xfrm flipV="1">
            <a:off x="6410869" y="2156860"/>
            <a:ext cx="5409112" cy="10895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2D98F54-13BA-1477-600C-1A86B1986E9C}"/>
              </a:ext>
            </a:extLst>
          </p:cNvPr>
          <p:cNvCxnSpPr>
            <a:cxnSpLocks/>
          </p:cNvCxnSpPr>
          <p:nvPr userDrawn="1"/>
        </p:nvCxnSpPr>
        <p:spPr>
          <a:xfrm flipV="1">
            <a:off x="6459039" y="3447039"/>
            <a:ext cx="5409112" cy="10895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A0A1A4-7123-0764-1A9A-9DF99B5DE7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410869" y="4781763"/>
            <a:ext cx="5409112" cy="10895"/>
          </a:xfrm>
          <a:prstGeom prst="line">
            <a:avLst/>
          </a:prstGeom>
          <a:ln w="22225">
            <a:gradFill flip="none" rotWithShape="1">
              <a:gsLst>
                <a:gs pos="0">
                  <a:schemeClr val="tx1"/>
                </a:gs>
                <a:gs pos="41000">
                  <a:schemeClr val="accent1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30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E383C62-A8FC-265C-084D-8F9D9E65D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0568" y="1231543"/>
            <a:ext cx="10981168" cy="4802971"/>
            <a:chOff x="570568" y="1231543"/>
            <a:chExt cx="10981168" cy="4802971"/>
          </a:xfrm>
          <a:solidFill>
            <a:schemeClr val="tx1"/>
          </a:solidFill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A5F236B-244B-6E39-C74B-FE79C9B51555}"/>
                </a:ext>
              </a:extLst>
            </p:cNvPr>
            <p:cNvSpPr/>
            <p:nvPr/>
          </p:nvSpPr>
          <p:spPr>
            <a:xfrm>
              <a:off x="570568" y="2488791"/>
              <a:ext cx="7309286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 flip="none" rotWithShape="1">
                <a:gsLst>
                  <a:gs pos="43000">
                    <a:schemeClr val="bg2">
                      <a:lumMod val="95000"/>
                    </a:schemeClr>
                  </a:gs>
                  <a:gs pos="80000">
                    <a:schemeClr val="bg1"/>
                  </a:gs>
                </a:gsLst>
                <a:lin ang="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0080" tIns="45720" rIns="2468880" bIns="45720" rtlCol="0" anchor="ctr"/>
            <a:lstStyle/>
            <a:p>
              <a:pPr marL="234950" indent="0" fontAlgn="b">
                <a:tabLst/>
                <a:defRPr/>
              </a:pPr>
              <a:endParaRPr lang="en-US" sz="2000">
                <a:solidFill>
                  <a:schemeClr val="bg2"/>
                </a:solidFill>
                <a:latin typeface="CiscoSansTT Light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C04B295E-B6E0-0379-523C-11AD84A66348}"/>
                </a:ext>
              </a:extLst>
            </p:cNvPr>
            <p:cNvSpPr/>
            <p:nvPr/>
          </p:nvSpPr>
          <p:spPr>
            <a:xfrm>
              <a:off x="5395935" y="2488791"/>
              <a:ext cx="6155801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>
                <a:gsLst>
                  <a:gs pos="7000">
                    <a:schemeClr val="accent4"/>
                  </a:gs>
                  <a:gs pos="29000">
                    <a:schemeClr val="accent1"/>
                  </a:gs>
                  <a:gs pos="96000">
                    <a:schemeClr val="tx1"/>
                  </a:gs>
                  <a:gs pos="82000">
                    <a:schemeClr val="accent3"/>
                  </a:gs>
                </a:gsLst>
                <a:lin ang="0" scaled="0"/>
              </a:gradFill>
            </a:ln>
            <a:effectLst>
              <a:outerShdw blurRad="76200" dist="25400" dir="10800000" algn="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2960" tIns="45720" rIns="45720" bIns="45720" rtlCol="0" anchor="ctr"/>
            <a:lstStyle/>
            <a:p>
              <a:pPr marL="182563" fontAlgn="b">
                <a:defRPr/>
              </a:pPr>
              <a:endParaRPr lang="en-US" sz="2000" dirty="0">
                <a:solidFill>
                  <a:schemeClr val="bg2"/>
                </a:solidFill>
                <a:latin typeface="CiscoSansTT Light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3B0B6F1-3527-F584-8F46-903FA098E288}"/>
                </a:ext>
              </a:extLst>
            </p:cNvPr>
            <p:cNvSpPr/>
            <p:nvPr/>
          </p:nvSpPr>
          <p:spPr>
            <a:xfrm>
              <a:off x="570568" y="5003288"/>
              <a:ext cx="7309286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 flip="none" rotWithShape="1">
                <a:gsLst>
                  <a:gs pos="43000">
                    <a:schemeClr val="bg2">
                      <a:lumMod val="95000"/>
                    </a:schemeClr>
                  </a:gs>
                  <a:gs pos="80000">
                    <a:schemeClr val="bg1"/>
                  </a:gs>
                </a:gsLst>
                <a:lin ang="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0080" tIns="45720" rIns="2468880" bIns="45720" rtlCol="0" anchor="ctr"/>
            <a:lstStyle/>
            <a:p>
              <a:pPr marL="234950" indent="0" fontAlgn="b">
                <a:tabLst/>
                <a:defRPr/>
              </a:pPr>
              <a:endParaRPr lang="en-US" sz="2000" dirty="0">
                <a:solidFill>
                  <a:schemeClr val="bg2"/>
                </a:solidFill>
                <a:latin typeface="CiscoSansTT Light"/>
              </a:endParaRP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088943FE-5553-3E21-B8BF-44B00CE23678}"/>
                </a:ext>
              </a:extLst>
            </p:cNvPr>
            <p:cNvSpPr/>
            <p:nvPr/>
          </p:nvSpPr>
          <p:spPr>
            <a:xfrm>
              <a:off x="5395935" y="5003288"/>
              <a:ext cx="6155801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>
                <a:gsLst>
                  <a:gs pos="7000">
                    <a:schemeClr val="accent4"/>
                  </a:gs>
                  <a:gs pos="29000">
                    <a:schemeClr val="accent1"/>
                  </a:gs>
                  <a:gs pos="96000">
                    <a:schemeClr val="tx1"/>
                  </a:gs>
                  <a:gs pos="82000">
                    <a:schemeClr val="accent3"/>
                  </a:gs>
                </a:gsLst>
                <a:lin ang="0" scaled="0"/>
              </a:gradFill>
            </a:ln>
            <a:effectLst>
              <a:outerShdw blurRad="76200" dist="25400" dir="10800000" algn="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2960" tIns="45720" rIns="45720" bIns="45720" rtlCol="0" anchor="ctr"/>
            <a:lstStyle/>
            <a:p>
              <a:pPr marL="182563" indent="0" fontAlgn="b">
                <a:tabLst/>
                <a:defRPr/>
              </a:pPr>
              <a:endParaRPr lang="en-US" sz="2000">
                <a:solidFill>
                  <a:schemeClr val="bg2"/>
                </a:solidFill>
                <a:latin typeface="CiscoSansTT Light"/>
              </a:endParaRP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AFD754AA-F648-5BC8-69B1-25C8DBE07A2A}"/>
                </a:ext>
              </a:extLst>
            </p:cNvPr>
            <p:cNvSpPr/>
            <p:nvPr/>
          </p:nvSpPr>
          <p:spPr>
            <a:xfrm>
              <a:off x="570568" y="3746039"/>
              <a:ext cx="7309286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 flip="none" rotWithShape="1">
                <a:gsLst>
                  <a:gs pos="43000">
                    <a:schemeClr val="bg2">
                      <a:lumMod val="95000"/>
                    </a:schemeClr>
                  </a:gs>
                  <a:gs pos="80000">
                    <a:schemeClr val="bg1"/>
                  </a:gs>
                </a:gsLst>
                <a:lin ang="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0080" tIns="45720" rIns="2468880" bIns="45720" rtlCol="0" anchor="ctr"/>
            <a:lstStyle/>
            <a:p>
              <a:pPr marL="234950" indent="0" fontAlgn="b">
                <a:tabLst/>
                <a:defRPr/>
              </a:pPr>
              <a:endParaRPr lang="en-US" sz="2000">
                <a:solidFill>
                  <a:schemeClr val="bg2"/>
                </a:solidFill>
                <a:latin typeface="CiscoSansTT Light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4250CD2-B935-E8B7-D8EE-8F33A1F078FB}"/>
                </a:ext>
              </a:extLst>
            </p:cNvPr>
            <p:cNvSpPr/>
            <p:nvPr/>
          </p:nvSpPr>
          <p:spPr>
            <a:xfrm>
              <a:off x="5395935" y="3746039"/>
              <a:ext cx="6155801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>
                <a:gsLst>
                  <a:gs pos="7000">
                    <a:schemeClr val="accent4"/>
                  </a:gs>
                  <a:gs pos="29000">
                    <a:schemeClr val="accent1"/>
                  </a:gs>
                  <a:gs pos="96000">
                    <a:schemeClr val="tx1"/>
                  </a:gs>
                  <a:gs pos="82000">
                    <a:schemeClr val="accent3"/>
                  </a:gs>
                </a:gsLst>
                <a:lin ang="0" scaled="0"/>
              </a:gradFill>
            </a:ln>
            <a:effectLst>
              <a:outerShdw blurRad="76200" dist="25400" dir="10800000" algn="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2960" tIns="45720" rIns="45720" bIns="45720" rtlCol="0" anchor="ctr"/>
            <a:lstStyle/>
            <a:p>
              <a:pPr marL="182563" fontAlgn="b">
                <a:defRPr/>
              </a:pPr>
              <a:endParaRPr lang="en-US" sz="2000">
                <a:solidFill>
                  <a:schemeClr val="bg2"/>
                </a:solidFill>
                <a:latin typeface="CiscoSansTT Light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721C5B2-1568-EB79-4EC7-207B19FAA319}"/>
                </a:ext>
              </a:extLst>
            </p:cNvPr>
            <p:cNvSpPr/>
            <p:nvPr/>
          </p:nvSpPr>
          <p:spPr>
            <a:xfrm>
              <a:off x="570568" y="1231543"/>
              <a:ext cx="7309286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 flip="none" rotWithShape="1">
                <a:gsLst>
                  <a:gs pos="43000">
                    <a:schemeClr val="bg2">
                      <a:lumMod val="95000"/>
                    </a:schemeClr>
                  </a:gs>
                  <a:gs pos="80000">
                    <a:schemeClr val="bg1"/>
                  </a:gs>
                </a:gsLst>
                <a:lin ang="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0080" tIns="45720" rIns="2468880" bIns="45720" rtlCol="0" anchor="ctr"/>
            <a:lstStyle/>
            <a:p>
              <a:pPr marL="234950" marR="0" lvl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CiscoSansTT Light"/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C5E01A29-7936-68EB-FD94-2F2225D9DE02}"/>
                </a:ext>
              </a:extLst>
            </p:cNvPr>
            <p:cNvSpPr/>
            <p:nvPr userDrawn="1"/>
          </p:nvSpPr>
          <p:spPr>
            <a:xfrm>
              <a:off x="5395935" y="1231543"/>
              <a:ext cx="6155801" cy="1031226"/>
            </a:xfrm>
            <a:prstGeom prst="roundRect">
              <a:avLst>
                <a:gd name="adj" fmla="val 50000"/>
              </a:avLst>
            </a:prstGeom>
            <a:grpFill/>
            <a:ln w="19050">
              <a:gradFill>
                <a:gsLst>
                  <a:gs pos="7000">
                    <a:schemeClr val="accent4"/>
                  </a:gs>
                  <a:gs pos="38000">
                    <a:schemeClr val="accent1"/>
                  </a:gs>
                  <a:gs pos="96000">
                    <a:schemeClr val="tx1"/>
                  </a:gs>
                  <a:gs pos="81000">
                    <a:schemeClr val="accent3"/>
                  </a:gs>
                </a:gsLst>
                <a:lin ang="0" scaled="0"/>
              </a:gradFill>
            </a:ln>
            <a:effectLst>
              <a:outerShdw blurRad="76200" dist="25400" dir="10800000" algn="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22960" tIns="45720" rIns="45720" bIns="45720" rtlCol="0" anchor="ctr"/>
            <a:lstStyle/>
            <a:p>
              <a:pPr marL="182563" marR="0" lvl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CiscoSansTT Light"/>
              </a:endParaRPr>
            </a:p>
          </p:txBody>
        </p:sp>
      </p:grp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BEB63D86-B3A4-E530-EBBB-D33A14B559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94886" y="1400987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72" name="Picture Placeholder 3071">
            <a:extLst>
              <a:ext uri="{FF2B5EF4-FFF2-40B4-BE49-F238E27FC236}">
                <a16:creationId xmlns:a16="http://schemas.microsoft.com/office/drawing/2014/main" id="{39791FDA-77CB-6E86-914C-E0A45FF34AF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13430" y="1360168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73" name="Picture Placeholder 3071">
            <a:extLst>
              <a:ext uri="{FF2B5EF4-FFF2-40B4-BE49-F238E27FC236}">
                <a16:creationId xmlns:a16="http://schemas.microsoft.com/office/drawing/2014/main" id="{3A820558-9472-39D1-11CC-68DE0E19090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13430" y="2617416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75" name="Picture Placeholder 3071">
            <a:extLst>
              <a:ext uri="{FF2B5EF4-FFF2-40B4-BE49-F238E27FC236}">
                <a16:creationId xmlns:a16="http://schemas.microsoft.com/office/drawing/2014/main" id="{B23F600B-E1A9-AAB5-8966-95B3DD42F23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3429" y="3874664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76" name="Picture Placeholder 3071">
            <a:extLst>
              <a:ext uri="{FF2B5EF4-FFF2-40B4-BE49-F238E27FC236}">
                <a16:creationId xmlns:a16="http://schemas.microsoft.com/office/drawing/2014/main" id="{4A5AD9A3-FBF8-2609-9B38-C38673D7CED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39310" y="5131913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77" name="Picture Placeholder 3071">
            <a:extLst>
              <a:ext uri="{FF2B5EF4-FFF2-40B4-BE49-F238E27FC236}">
                <a16:creationId xmlns:a16="http://schemas.microsoft.com/office/drawing/2014/main" id="{D3489E00-F837-403F-F4CC-62CFF1C8A37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51370" y="1360167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78" name="Picture Placeholder 3071">
            <a:extLst>
              <a:ext uri="{FF2B5EF4-FFF2-40B4-BE49-F238E27FC236}">
                <a16:creationId xmlns:a16="http://schemas.microsoft.com/office/drawing/2014/main" id="{B814B5AF-07D7-396F-60DD-7C835E98C6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51370" y="2617415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79" name="Picture Placeholder 3071">
            <a:extLst>
              <a:ext uri="{FF2B5EF4-FFF2-40B4-BE49-F238E27FC236}">
                <a16:creationId xmlns:a16="http://schemas.microsoft.com/office/drawing/2014/main" id="{76CC1737-02DC-3BAA-748C-4ED5C591F3D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51370" y="3874664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80" name="Picture Placeholder 3071">
            <a:extLst>
              <a:ext uri="{FF2B5EF4-FFF2-40B4-BE49-F238E27FC236}">
                <a16:creationId xmlns:a16="http://schemas.microsoft.com/office/drawing/2014/main" id="{AE70A7F1-E134-88AE-9705-76924C82073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51369" y="5131913"/>
            <a:ext cx="810623" cy="773975"/>
          </a:xfrm>
        </p:spPr>
        <p:txBody>
          <a:bodyPr/>
          <a:lstStyle/>
          <a:p>
            <a:endParaRPr lang="en-US"/>
          </a:p>
        </p:txBody>
      </p:sp>
      <p:sp>
        <p:nvSpPr>
          <p:cNvPr id="3081" name="Text Placeholder 61">
            <a:extLst>
              <a:ext uri="{FF2B5EF4-FFF2-40B4-BE49-F238E27FC236}">
                <a16:creationId xmlns:a16="http://schemas.microsoft.com/office/drawing/2014/main" id="{6CAEA55A-C043-3B5A-7657-A0F73D516CC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804538" y="1360167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2" name="Text Placeholder 61">
            <a:extLst>
              <a:ext uri="{FF2B5EF4-FFF2-40B4-BE49-F238E27FC236}">
                <a16:creationId xmlns:a16="http://schemas.microsoft.com/office/drawing/2014/main" id="{9E2CBBC1-2B35-5292-340C-6F0882E24F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04538" y="2617415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3" name="Text Placeholder 61">
            <a:extLst>
              <a:ext uri="{FF2B5EF4-FFF2-40B4-BE49-F238E27FC236}">
                <a16:creationId xmlns:a16="http://schemas.microsoft.com/office/drawing/2014/main" id="{8705FEB8-D8EE-9961-6A58-A827A6A00B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04538" y="3874664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4" name="Text Placeholder 61">
            <a:extLst>
              <a:ext uri="{FF2B5EF4-FFF2-40B4-BE49-F238E27FC236}">
                <a16:creationId xmlns:a16="http://schemas.microsoft.com/office/drawing/2014/main" id="{AB8C666A-A590-7A24-9E0A-A54FFE5C128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04538" y="5131913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5" name="Text Placeholder 61">
            <a:extLst>
              <a:ext uri="{FF2B5EF4-FFF2-40B4-BE49-F238E27FC236}">
                <a16:creationId xmlns:a16="http://schemas.microsoft.com/office/drawing/2014/main" id="{150F9E55-45EC-2B73-2D4A-D6AAC6F057C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94886" y="2655025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6" name="Text Placeholder 61">
            <a:extLst>
              <a:ext uri="{FF2B5EF4-FFF2-40B4-BE49-F238E27FC236}">
                <a16:creationId xmlns:a16="http://schemas.microsoft.com/office/drawing/2014/main" id="{602EB57D-3CE1-7206-6F5C-8112AD3222F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94886" y="3874664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7" name="Text Placeholder 61">
            <a:extLst>
              <a:ext uri="{FF2B5EF4-FFF2-40B4-BE49-F238E27FC236}">
                <a16:creationId xmlns:a16="http://schemas.microsoft.com/office/drawing/2014/main" id="{36C8818B-D860-D017-5002-91A06F619D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94886" y="5131913"/>
            <a:ext cx="3186566" cy="773975"/>
          </a:xfrm>
        </p:spPr>
        <p:txBody>
          <a:bodyPr/>
          <a:lstStyle>
            <a:lvl1pPr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3088" name="Title 1">
            <a:extLst>
              <a:ext uri="{FF2B5EF4-FFF2-40B4-BE49-F238E27FC236}">
                <a16:creationId xmlns:a16="http://schemas.microsoft.com/office/drawing/2014/main" id="{D812FE0E-636C-87BF-C8CC-C284F73EE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49" y="298146"/>
            <a:ext cx="11544299" cy="653966"/>
          </a:xfrm>
        </p:spPr>
        <p:txBody>
          <a:bodyPr/>
          <a:lstStyle/>
          <a:p>
            <a:pPr algn="l"/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4231784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7157F-7CA2-1E9F-804C-8F25671642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69305F-5FA7-03D7-150D-4EFB29D60FBF}"/>
              </a:ext>
            </a:extLst>
          </p:cNvPr>
          <p:cNvSpPr/>
          <p:nvPr userDrawn="1"/>
        </p:nvSpPr>
        <p:spPr>
          <a:xfrm>
            <a:off x="1162592" y="1325880"/>
            <a:ext cx="2442755" cy="169164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3E5A29-2B06-1A5B-4F71-23A506453786}"/>
              </a:ext>
            </a:extLst>
          </p:cNvPr>
          <p:cNvSpPr/>
          <p:nvPr userDrawn="1"/>
        </p:nvSpPr>
        <p:spPr>
          <a:xfrm>
            <a:off x="4661261" y="1325880"/>
            <a:ext cx="2442755" cy="169164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C69EE3-05F5-0233-B71A-6B85D72C2D2D}"/>
              </a:ext>
            </a:extLst>
          </p:cNvPr>
          <p:cNvSpPr/>
          <p:nvPr userDrawn="1"/>
        </p:nvSpPr>
        <p:spPr>
          <a:xfrm>
            <a:off x="8159930" y="1325880"/>
            <a:ext cx="2442755" cy="169164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2AE47C-F8D3-0A80-35D2-56E504ACFDB4}"/>
              </a:ext>
            </a:extLst>
          </p:cNvPr>
          <p:cNvSpPr/>
          <p:nvPr userDrawn="1"/>
        </p:nvSpPr>
        <p:spPr>
          <a:xfrm>
            <a:off x="323850" y="3161211"/>
            <a:ext cx="11544300" cy="2782392"/>
          </a:xfrm>
          <a:prstGeom prst="rect">
            <a:avLst/>
          </a:prstGeom>
          <a:noFill/>
          <a:ln w="22225">
            <a:gradFill>
              <a:gsLst>
                <a:gs pos="0">
                  <a:schemeClr val="accent1"/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34A279-88DA-66A8-94AD-46316F34AC2D}"/>
              </a:ext>
            </a:extLst>
          </p:cNvPr>
          <p:cNvCxnSpPr>
            <a:cxnSpLocks/>
          </p:cNvCxnSpPr>
          <p:nvPr userDrawn="1"/>
        </p:nvCxnSpPr>
        <p:spPr>
          <a:xfrm flipV="1">
            <a:off x="323850" y="1045029"/>
            <a:ext cx="11544300" cy="13062"/>
          </a:xfrm>
          <a:prstGeom prst="line">
            <a:avLst/>
          </a:prstGeom>
          <a:ln w="25400">
            <a:gradFill flip="none" rotWithShape="1">
              <a:gsLst>
                <a:gs pos="0">
                  <a:schemeClr val="tx1"/>
                </a:gs>
                <a:gs pos="36000">
                  <a:schemeClr val="accent1"/>
                </a:gs>
                <a:gs pos="72000">
                  <a:schemeClr val="accent3"/>
                </a:gs>
                <a:gs pos="100000">
                  <a:schemeClr val="accent4"/>
                </a:gs>
              </a:gsLst>
              <a:path path="circle">
                <a:fillToRect l="100000" t="100000"/>
              </a:path>
              <a:tileRect r="-100000" b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4BF8B44F-33F2-8D93-4BFA-8B0AD20EA9B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26769" y="1412925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Picture Placeholder 16">
            <a:extLst>
              <a:ext uri="{FF2B5EF4-FFF2-40B4-BE49-F238E27FC236}">
                <a16:creationId xmlns:a16="http://schemas.microsoft.com/office/drawing/2014/main" id="{0295BA66-06E5-C05A-69A7-BDBB20B72CA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25438" y="1406394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4082F3B-F62A-99BE-CE1A-B1309E95DB7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24107" y="1406394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2530D9C-428E-A612-E1E4-5C79898D1F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54034" y="2272769"/>
            <a:ext cx="2246812" cy="620939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Title1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007ACCEA-12DC-96FF-13B5-24B009B2BB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59232" y="2219597"/>
            <a:ext cx="2246812" cy="620939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Title2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86D98003-982C-081F-609D-28C8B09FC9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57901" y="2272769"/>
            <a:ext cx="2246812" cy="620939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A23EF9-6C90-3AEB-0E56-0F89E672F84C}"/>
              </a:ext>
            </a:extLst>
          </p:cNvPr>
          <p:cNvSpPr/>
          <p:nvPr userDrawn="1"/>
        </p:nvSpPr>
        <p:spPr>
          <a:xfrm>
            <a:off x="493638" y="3248542"/>
            <a:ext cx="2096592" cy="2584026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E946E3-9467-37F4-1A3F-E7AA0FF2984E}"/>
              </a:ext>
            </a:extLst>
          </p:cNvPr>
          <p:cNvSpPr/>
          <p:nvPr userDrawn="1"/>
        </p:nvSpPr>
        <p:spPr>
          <a:xfrm>
            <a:off x="2757863" y="3264024"/>
            <a:ext cx="2096592" cy="2584026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F4E3AA-15E7-D575-C53F-16E4CA12FCFB}"/>
              </a:ext>
            </a:extLst>
          </p:cNvPr>
          <p:cNvSpPr/>
          <p:nvPr userDrawn="1"/>
        </p:nvSpPr>
        <p:spPr>
          <a:xfrm>
            <a:off x="5048781" y="3264024"/>
            <a:ext cx="2096592" cy="2584026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C8D3E7-8E4F-A43A-BC5C-D291171DF145}"/>
              </a:ext>
            </a:extLst>
          </p:cNvPr>
          <p:cNvSpPr/>
          <p:nvPr userDrawn="1"/>
        </p:nvSpPr>
        <p:spPr>
          <a:xfrm>
            <a:off x="7337547" y="3264024"/>
            <a:ext cx="2096592" cy="2584026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F78934-6EBC-37DE-6EC7-922D1A1F1875}"/>
              </a:ext>
            </a:extLst>
          </p:cNvPr>
          <p:cNvSpPr/>
          <p:nvPr userDrawn="1"/>
        </p:nvSpPr>
        <p:spPr>
          <a:xfrm>
            <a:off x="9601770" y="3248542"/>
            <a:ext cx="2096592" cy="2584026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E6535AB6-433F-B12D-557D-E1556590228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12369" y="3429000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30" name="Picture Placeholder 16">
            <a:extLst>
              <a:ext uri="{FF2B5EF4-FFF2-40B4-BE49-F238E27FC236}">
                <a16:creationId xmlns:a16="http://schemas.microsoft.com/office/drawing/2014/main" id="{8374CF27-C185-905D-FD84-FB35D579C3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316288" y="3395990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Picture Placeholder 16">
            <a:extLst>
              <a:ext uri="{FF2B5EF4-FFF2-40B4-BE49-F238E27FC236}">
                <a16:creationId xmlns:a16="http://schemas.microsoft.com/office/drawing/2014/main" id="{F72A4371-A417-9A7B-1562-83ADEF1B651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614260" y="3385890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32" name="Picture Placeholder 16">
            <a:extLst>
              <a:ext uri="{FF2B5EF4-FFF2-40B4-BE49-F238E27FC236}">
                <a16:creationId xmlns:a16="http://schemas.microsoft.com/office/drawing/2014/main" id="{00FE0A18-8624-47BA-0FDE-FCFC1EF1685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905178" y="3385890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33" name="Picture Placeholder 16">
            <a:extLst>
              <a:ext uri="{FF2B5EF4-FFF2-40B4-BE49-F238E27FC236}">
                <a16:creationId xmlns:a16="http://schemas.microsoft.com/office/drawing/2014/main" id="{C32FCFD3-403F-838C-B02D-206B9085ECE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193944" y="3385890"/>
            <a:ext cx="914400" cy="696726"/>
          </a:xfrm>
        </p:spPr>
        <p:txBody>
          <a:bodyPr/>
          <a:lstStyle/>
          <a:p>
            <a:endParaRPr lang="en-US"/>
          </a:p>
        </p:txBody>
      </p:sp>
      <p:sp>
        <p:nvSpPr>
          <p:cNvPr id="34" name="Text Placeholder 20">
            <a:extLst>
              <a:ext uri="{FF2B5EF4-FFF2-40B4-BE49-F238E27FC236}">
                <a16:creationId xmlns:a16="http://schemas.microsoft.com/office/drawing/2014/main" id="{027526E8-8765-3B8A-8A2F-D827013E39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8457" y="4375889"/>
            <a:ext cx="1698172" cy="115623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Title4</a:t>
            </a: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6F39B980-2263-BC18-AC18-0B7F667AEE3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963089" y="4392267"/>
            <a:ext cx="1698172" cy="115623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Title5</a:t>
            </a:r>
          </a:p>
        </p:txBody>
      </p:sp>
      <p:sp>
        <p:nvSpPr>
          <p:cNvPr id="36" name="Text Placeholder 20">
            <a:extLst>
              <a:ext uri="{FF2B5EF4-FFF2-40B4-BE49-F238E27FC236}">
                <a16:creationId xmlns:a16="http://schemas.microsoft.com/office/drawing/2014/main" id="{A457BB0B-E116-5E1B-2158-601F1933D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246914" y="4375888"/>
            <a:ext cx="1698172" cy="115623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Title6</a:t>
            </a:r>
          </a:p>
        </p:txBody>
      </p:sp>
      <p:sp>
        <p:nvSpPr>
          <p:cNvPr id="37" name="Text Placeholder 20">
            <a:extLst>
              <a:ext uri="{FF2B5EF4-FFF2-40B4-BE49-F238E27FC236}">
                <a16:creationId xmlns:a16="http://schemas.microsoft.com/office/drawing/2014/main" id="{FFC1FE82-1FE8-39DE-C15C-1E23231CAB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30739" y="4342307"/>
            <a:ext cx="1698172" cy="115623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Title7</a:t>
            </a:r>
          </a:p>
        </p:txBody>
      </p:sp>
      <p:sp>
        <p:nvSpPr>
          <p:cNvPr id="38" name="Text Placeholder 20">
            <a:extLst>
              <a:ext uri="{FF2B5EF4-FFF2-40B4-BE49-F238E27FC236}">
                <a16:creationId xmlns:a16="http://schemas.microsoft.com/office/drawing/2014/main" id="{A56E2F1F-D173-0CD0-4512-856A572A7F4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00980" y="4329244"/>
            <a:ext cx="1698172" cy="1156231"/>
          </a:xfrm>
        </p:spPr>
        <p:txBody>
          <a:bodyPr/>
          <a:lstStyle>
            <a:lvl1pPr algn="ctr">
              <a:buNone/>
              <a:defRPr sz="1600" b="1"/>
            </a:lvl1pPr>
          </a:lstStyle>
          <a:p>
            <a:pPr lvl="0"/>
            <a:r>
              <a:rPr lang="en-US" dirty="0"/>
              <a:t>Sub Title8</a:t>
            </a:r>
          </a:p>
        </p:txBody>
      </p:sp>
    </p:spTree>
    <p:extLst>
      <p:ext uri="{BB962C8B-B14F-4D97-AF65-F5344CB8AC3E}">
        <p14:creationId xmlns:p14="http://schemas.microsoft.com/office/powerpoint/2010/main" val="304796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12" Type="http://schemas.openxmlformats.org/officeDocument/2006/relationships/slideLayout" Target="../slideLayouts/slideLayout112.xml"/><Relationship Id="rId16" Type="http://schemas.openxmlformats.org/officeDocument/2006/relationships/slideLayout" Target="../slideLayouts/slideLayout16.xml"/><Relationship Id="rId107" Type="http://schemas.openxmlformats.org/officeDocument/2006/relationships/slideLayout" Target="../slideLayouts/slideLayout107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113" Type="http://schemas.openxmlformats.org/officeDocument/2006/relationships/theme" Target="../theme/theme1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slideLayout" Target="../slideLayouts/slideLayout103.xml"/><Relationship Id="rId108" Type="http://schemas.openxmlformats.org/officeDocument/2006/relationships/slideLayout" Target="../slideLayouts/slideLayout108.xml"/><Relationship Id="rId54" Type="http://schemas.openxmlformats.org/officeDocument/2006/relationships/slideLayout" Target="../slideLayouts/slideLayout54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6" Type="http://schemas.openxmlformats.org/officeDocument/2006/relationships/slideLayout" Target="../slideLayouts/slideLayout106.xml"/><Relationship Id="rId114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109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slideLayout" Target="../slideLayouts/slideLayout104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110" Type="http://schemas.openxmlformats.org/officeDocument/2006/relationships/slideLayout" Target="../slideLayouts/slideLayout110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62" Type="http://schemas.openxmlformats.org/officeDocument/2006/relationships/slideLayout" Target="../slideLayouts/slideLayout62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111" Type="http://schemas.openxmlformats.org/officeDocument/2006/relationships/slideLayout" Target="../slideLayouts/slideLayout1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EF470789-1F06-92BB-3664-4D618A07C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F142873-32AF-44E6-69CC-FE1C274F0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754" y="1244599"/>
            <a:ext cx="11544396" cy="4835321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3FD93B-1B4B-5D3C-1610-6B73869C7784}"/>
              </a:ext>
            </a:extLst>
          </p:cNvPr>
          <p:cNvSpPr>
            <a:spLocks/>
          </p:cNvSpPr>
          <p:nvPr userDrawn="1"/>
        </p:nvSpPr>
        <p:spPr bwMode="ltGray">
          <a:xfrm>
            <a:off x="323850" y="6448930"/>
            <a:ext cx="3285935" cy="409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defTabSz="8143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rPr>
              <a:t>© 2026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rPr>
              <a:t>Cisco and/or its affiliates. All rights reserved.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DF3D85AE-D1BE-D5DF-C4FC-3A4CA934B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</a:lstStyle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B575C38B-898C-8167-C7D0-B6F5E7BE99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</a:lstStyle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4" name="Picture 7" descr="Cisco Logo">
            <a:extLst>
              <a:ext uri="{FF2B5EF4-FFF2-40B4-BE49-F238E27FC236}">
                <a16:creationId xmlns:a16="http://schemas.microsoft.com/office/drawing/2014/main" id="{F8C90EEF-EFFF-4719-D730-C85453565D3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4"/>
              </a:ext>
            </a:extLst>
          </a:blip>
          <a:srcRect/>
          <a:stretch/>
        </p:blipFill>
        <p:spPr>
          <a:xfrm>
            <a:off x="11520088" y="6354445"/>
            <a:ext cx="348061" cy="1828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A17DE44-7F5E-72A3-3814-89C7FD429FC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85550" y="6672580"/>
            <a:ext cx="765175" cy="10772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810597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3" r:id="rId1"/>
    <p:sldLayoutId id="2147483814" r:id="rId2"/>
    <p:sldLayoutId id="2147483815" r:id="rId3"/>
    <p:sldLayoutId id="2147483816" r:id="rId4"/>
    <p:sldLayoutId id="2147483817" r:id="rId5"/>
    <p:sldLayoutId id="2147483818" r:id="rId6"/>
    <p:sldLayoutId id="2147483819" r:id="rId7"/>
    <p:sldLayoutId id="2147483820" r:id="rId8"/>
    <p:sldLayoutId id="2147483821" r:id="rId9"/>
    <p:sldLayoutId id="2147483867" r:id="rId10"/>
    <p:sldLayoutId id="2147483822" r:id="rId11"/>
    <p:sldLayoutId id="2147483824" r:id="rId12"/>
    <p:sldLayoutId id="2147483825" r:id="rId13"/>
    <p:sldLayoutId id="2147483826" r:id="rId14"/>
    <p:sldLayoutId id="2147483827" r:id="rId15"/>
    <p:sldLayoutId id="2147483828" r:id="rId16"/>
    <p:sldLayoutId id="2147483829" r:id="rId17"/>
    <p:sldLayoutId id="2147483830" r:id="rId18"/>
    <p:sldLayoutId id="2147483831" r:id="rId19"/>
    <p:sldLayoutId id="2147483868" r:id="rId20"/>
    <p:sldLayoutId id="2147483869" r:id="rId21"/>
    <p:sldLayoutId id="2147483832" r:id="rId22"/>
    <p:sldLayoutId id="2147483833" r:id="rId23"/>
    <p:sldLayoutId id="2147483834" r:id="rId24"/>
    <p:sldLayoutId id="2147483835" r:id="rId25"/>
    <p:sldLayoutId id="2147483836" r:id="rId26"/>
    <p:sldLayoutId id="2147483837" r:id="rId27"/>
    <p:sldLayoutId id="2147483838" r:id="rId28"/>
    <p:sldLayoutId id="2147483839" r:id="rId29"/>
    <p:sldLayoutId id="2147483840" r:id="rId30"/>
    <p:sldLayoutId id="2147483841" r:id="rId31"/>
    <p:sldLayoutId id="2147483842" r:id="rId32"/>
    <p:sldLayoutId id="2147483843" r:id="rId33"/>
    <p:sldLayoutId id="2147483844" r:id="rId34"/>
    <p:sldLayoutId id="2147483845" r:id="rId35"/>
    <p:sldLayoutId id="2147483846" r:id="rId36"/>
    <p:sldLayoutId id="2147483847" r:id="rId37"/>
    <p:sldLayoutId id="2147483870" r:id="rId38"/>
    <p:sldLayoutId id="2147483871" r:id="rId39"/>
    <p:sldLayoutId id="2147483872" r:id="rId40"/>
    <p:sldLayoutId id="2147483848" r:id="rId41"/>
    <p:sldLayoutId id="2147483849" r:id="rId42"/>
    <p:sldLayoutId id="2147483850" r:id="rId43"/>
    <p:sldLayoutId id="2147483851" r:id="rId44"/>
    <p:sldLayoutId id="2147483852" r:id="rId45"/>
    <p:sldLayoutId id="2147483853" r:id="rId46"/>
    <p:sldLayoutId id="2147483854" r:id="rId47"/>
    <p:sldLayoutId id="2147483855" r:id="rId48"/>
    <p:sldLayoutId id="2147483856" r:id="rId49"/>
    <p:sldLayoutId id="2147483857" r:id="rId50"/>
    <p:sldLayoutId id="2147483858" r:id="rId51"/>
    <p:sldLayoutId id="2147483859" r:id="rId52"/>
    <p:sldLayoutId id="2147483860" r:id="rId53"/>
    <p:sldLayoutId id="2147483861" r:id="rId54"/>
    <p:sldLayoutId id="2147483862" r:id="rId55"/>
    <p:sldLayoutId id="2147483863" r:id="rId56"/>
    <p:sldLayoutId id="2147483864" r:id="rId57"/>
    <p:sldLayoutId id="2147483865" r:id="rId58"/>
    <p:sldLayoutId id="2147483866" r:id="rId59"/>
    <p:sldLayoutId id="2147483873" r:id="rId60"/>
    <p:sldLayoutId id="2147483874" r:id="rId61"/>
    <p:sldLayoutId id="2147483875" r:id="rId62"/>
    <p:sldLayoutId id="2147483876" r:id="rId63"/>
    <p:sldLayoutId id="2147483884" r:id="rId64"/>
    <p:sldLayoutId id="2147483877" r:id="rId65"/>
    <p:sldLayoutId id="2147483885" r:id="rId66"/>
    <p:sldLayoutId id="2147483878" r:id="rId67"/>
    <p:sldLayoutId id="2147483879" r:id="rId68"/>
    <p:sldLayoutId id="2147483880" r:id="rId69"/>
    <p:sldLayoutId id="2147483881" r:id="rId70"/>
    <p:sldLayoutId id="2147483882" r:id="rId71"/>
    <p:sldLayoutId id="2147483883" r:id="rId72"/>
    <p:sldLayoutId id="2147483886" r:id="rId73"/>
    <p:sldLayoutId id="2147483887" r:id="rId74"/>
    <p:sldLayoutId id="2147483889" r:id="rId75"/>
    <p:sldLayoutId id="2147483890" r:id="rId76"/>
    <p:sldLayoutId id="2147483891" r:id="rId77"/>
    <p:sldLayoutId id="2147483892" r:id="rId78"/>
    <p:sldLayoutId id="2147483893" r:id="rId79"/>
    <p:sldLayoutId id="2147483894" r:id="rId80"/>
    <p:sldLayoutId id="2147483897" r:id="rId81"/>
    <p:sldLayoutId id="2147483898" r:id="rId82"/>
    <p:sldLayoutId id="2147483895" r:id="rId83"/>
    <p:sldLayoutId id="2147483896" r:id="rId84"/>
    <p:sldLayoutId id="2147483901" r:id="rId85"/>
    <p:sldLayoutId id="2147483914" r:id="rId86"/>
    <p:sldLayoutId id="2147483924" r:id="rId87"/>
    <p:sldLayoutId id="2147483905" r:id="rId88"/>
    <p:sldLayoutId id="2147483900" r:id="rId89"/>
    <p:sldLayoutId id="2147483913" r:id="rId90"/>
    <p:sldLayoutId id="2147483899" r:id="rId91"/>
    <p:sldLayoutId id="2147483911" r:id="rId92"/>
    <p:sldLayoutId id="2147483925" r:id="rId93"/>
    <p:sldLayoutId id="2147483915" r:id="rId94"/>
    <p:sldLayoutId id="2147483910" r:id="rId95"/>
    <p:sldLayoutId id="2147483927" r:id="rId96"/>
    <p:sldLayoutId id="2147483928" r:id="rId97"/>
    <p:sldLayoutId id="2147483909" r:id="rId98"/>
    <p:sldLayoutId id="2147483907" r:id="rId99"/>
    <p:sldLayoutId id="2147483912" r:id="rId100"/>
    <p:sldLayoutId id="2147483926" r:id="rId101"/>
    <p:sldLayoutId id="2147483908" r:id="rId102"/>
    <p:sldLayoutId id="2147483906" r:id="rId103"/>
    <p:sldLayoutId id="2147483902" r:id="rId104"/>
    <p:sldLayoutId id="2147483923" r:id="rId105"/>
    <p:sldLayoutId id="2147483904" r:id="rId106"/>
    <p:sldLayoutId id="2147483916" r:id="rId107"/>
    <p:sldLayoutId id="2147483918" r:id="rId108"/>
    <p:sldLayoutId id="2147483920" r:id="rId109"/>
    <p:sldLayoutId id="2147483919" r:id="rId110"/>
    <p:sldLayoutId id="2147483917" r:id="rId111"/>
    <p:sldLayoutId id="2147483921" r:id="rId1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marL="0" indent="0" algn="l" defTabSz="912276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Tx/>
        <a:buSzPct val="70000"/>
        <a:buFont typeface="Arial" panose="020B0604020202020204" pitchFamily="34" charset="0"/>
        <a:buNone/>
        <a:defRPr lang="en-US" sz="3200" b="0" i="0" u="none" kern="1200" dirty="0">
          <a:solidFill>
            <a:schemeClr val="bg1"/>
          </a:solidFill>
          <a:latin typeface="+mj-lt"/>
          <a:ea typeface="CiscoSansTT Thin" charset="0"/>
          <a:cs typeface="CiscoSansTT Thin" charset="0"/>
        </a:defRPr>
      </a:lvl1pPr>
      <a:lvl2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2pPr>
      <a:lvl3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3pPr>
      <a:lvl4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4pPr>
      <a:lvl5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5pPr>
      <a:lvl6pPr marL="609595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6pPr>
      <a:lvl7pPr marL="1219190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7pPr>
      <a:lvl8pPr marL="1828785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8pPr>
      <a:lvl9pPr marL="2438379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267">
          <a:solidFill>
            <a:srgbClr val="676767"/>
          </a:solidFill>
          <a:latin typeface="Arial" charset="0"/>
          <a:ea typeface="ＭＳ Ｐゴシック" charset="0"/>
        </a:defRPr>
      </a:lvl9pPr>
    </p:titleStyle>
    <p:bodyStyle>
      <a:lvl1pPr marL="18288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1pPr>
      <a:lvl2pPr marL="36576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8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2pPr>
      <a:lvl3pPr marL="54864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3pPr>
      <a:lvl4pPr marL="73152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4pPr>
      <a:lvl5pPr marL="91440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lang="en-US" sz="12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5pPr>
      <a:lvl6pPr marL="1151798" indent="-228592" algn="l" defTabSz="914362" rtl="0" eaLnBrk="1" latinLnBrk="0" hangingPunct="1">
        <a:spcBef>
          <a:spcPts val="800"/>
        </a:spcBef>
        <a:buFont typeface="Arial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247781" indent="-228561" algn="l" defTabSz="914362" rtl="0" eaLnBrk="1" latinLnBrk="0" hangingPunct="1">
        <a:spcBef>
          <a:spcPts val="800"/>
        </a:spcBef>
        <a:buFont typeface="Arial" pitchFamily="34" charset="0"/>
        <a:buChar char="•"/>
        <a:defRPr sz="106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267" indent="0" algn="l" defTabSz="91436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38" indent="-228592" algn="l" defTabSz="91436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62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2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5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3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3086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267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0" algn="l" defTabSz="914362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04" userDrawn="1">
          <p15:clr>
            <a:srgbClr val="F26B43"/>
          </p15:clr>
        </p15:guide>
        <p15:guide id="3" pos="7476" userDrawn="1">
          <p15:clr>
            <a:srgbClr val="F26B43"/>
          </p15:clr>
        </p15:guide>
        <p15:guide id="6" pos="3840" userDrawn="1">
          <p15:clr>
            <a:srgbClr val="F26B43"/>
          </p15:clr>
        </p15:guide>
        <p15:guide id="9" orient="horz" pos="3827" userDrawn="1">
          <p15:clr>
            <a:srgbClr val="9FCC3B"/>
          </p15:clr>
        </p15:guide>
        <p15:guide id="10" orient="horz" pos="202" userDrawn="1">
          <p15:clr>
            <a:srgbClr val="F26B43"/>
          </p15:clr>
        </p15:guide>
        <p15:guide id="11" orient="horz" pos="2160">
          <p15:clr>
            <a:srgbClr val="F26B43"/>
          </p15:clr>
        </p15:guide>
        <p15:guide id="12" orient="horz" pos="392" userDrawn="1">
          <p15:clr>
            <a:srgbClr val="A4A3A4"/>
          </p15:clr>
        </p15:guide>
        <p15:guide id="13" orient="horz" pos="2552" userDrawn="1">
          <p15:clr>
            <a:srgbClr val="A4A3A4"/>
          </p15:clr>
        </p15:guide>
        <p15:guide id="14" orient="horz" pos="600" userDrawn="1">
          <p15:clr>
            <a:srgbClr val="A4A3A4"/>
          </p15:clr>
        </p15:guide>
        <p15:guide id="15" orient="horz" pos="1766" userDrawn="1">
          <p15:clr>
            <a:srgbClr val="A4A3A4"/>
          </p15:clr>
        </p15:guide>
        <p15:guide id="16" orient="horz" pos="2355" userDrawn="1">
          <p15:clr>
            <a:srgbClr val="A4A3A4"/>
          </p15:clr>
        </p15:guide>
        <p15:guide id="18" orient="horz" pos="4118" userDrawn="1">
          <p15:clr>
            <a:srgbClr val="F26B43"/>
          </p15:clr>
        </p15:guide>
        <p15:guide id="19" orient="horz" pos="1178" userDrawn="1">
          <p15:clr>
            <a:srgbClr val="A4A3A4"/>
          </p15:clr>
        </p15:guide>
        <p15:guide id="20" orient="horz" pos="1374" userDrawn="1">
          <p15:clr>
            <a:srgbClr val="A4A3A4"/>
          </p15:clr>
        </p15:guide>
        <p15:guide id="21" orient="horz" pos="1570" userDrawn="1">
          <p15:clr>
            <a:srgbClr val="A4A3A4"/>
          </p15:clr>
        </p15:guide>
        <p15:guide id="22" pos="703" userDrawn="1">
          <p15:clr>
            <a:srgbClr val="A4A3A4"/>
          </p15:clr>
        </p15:guide>
        <p15:guide id="23" pos="820" userDrawn="1">
          <p15:clr>
            <a:srgbClr val="A4A3A4"/>
          </p15:clr>
        </p15:guide>
        <p15:guide id="24" pos="1321" userDrawn="1">
          <p15:clr>
            <a:srgbClr val="A4A3A4"/>
          </p15:clr>
        </p15:guide>
        <p15:guide id="25" pos="1435" userDrawn="1">
          <p15:clr>
            <a:srgbClr val="A4A3A4"/>
          </p15:clr>
        </p15:guide>
        <p15:guide id="26" pos="1936" userDrawn="1">
          <p15:clr>
            <a:srgbClr val="A4A3A4"/>
          </p15:clr>
        </p15:guide>
        <p15:guide id="27" pos="2051" userDrawn="1">
          <p15:clr>
            <a:srgbClr val="A4A3A4"/>
          </p15:clr>
        </p15:guide>
        <p15:guide id="28" pos="2551" userDrawn="1">
          <p15:clr>
            <a:srgbClr val="A4A3A4"/>
          </p15:clr>
        </p15:guide>
        <p15:guide id="29" pos="2665" userDrawn="1">
          <p15:clr>
            <a:srgbClr val="A4A3A4"/>
          </p15:clr>
        </p15:guide>
        <p15:guide id="30" pos="3167" userDrawn="1">
          <p15:clr>
            <a:srgbClr val="A4A3A4"/>
          </p15:clr>
        </p15:guide>
        <p15:guide id="31" pos="3281" userDrawn="1">
          <p15:clr>
            <a:srgbClr val="A4A3A4"/>
          </p15:clr>
        </p15:guide>
        <p15:guide id="32" pos="3783" userDrawn="1">
          <p15:clr>
            <a:srgbClr val="A4A3A4"/>
          </p15:clr>
        </p15:guide>
        <p15:guide id="33" pos="3896" userDrawn="1">
          <p15:clr>
            <a:srgbClr val="A4A3A4"/>
          </p15:clr>
        </p15:guide>
        <p15:guide id="34" pos="4397" userDrawn="1">
          <p15:clr>
            <a:srgbClr val="A4A3A4"/>
          </p15:clr>
        </p15:guide>
        <p15:guide id="35" pos="4512" userDrawn="1">
          <p15:clr>
            <a:srgbClr val="A4A3A4"/>
          </p15:clr>
        </p15:guide>
        <p15:guide id="36" pos="5013" userDrawn="1">
          <p15:clr>
            <a:srgbClr val="A4A3A4"/>
          </p15:clr>
        </p15:guide>
        <p15:guide id="37" pos="5128" userDrawn="1">
          <p15:clr>
            <a:srgbClr val="A4A3A4"/>
          </p15:clr>
        </p15:guide>
        <p15:guide id="38" pos="5629" userDrawn="1">
          <p15:clr>
            <a:srgbClr val="A4A3A4"/>
          </p15:clr>
        </p15:guide>
        <p15:guide id="39" pos="5742" userDrawn="1">
          <p15:clr>
            <a:srgbClr val="A4A3A4"/>
          </p15:clr>
        </p15:guide>
        <p15:guide id="40" pos="6244" userDrawn="1">
          <p15:clr>
            <a:srgbClr val="A4A3A4"/>
          </p15:clr>
        </p15:guide>
        <p15:guide id="41" pos="6359" userDrawn="1">
          <p15:clr>
            <a:srgbClr val="A4A3A4"/>
          </p15:clr>
        </p15:guide>
        <p15:guide id="42" pos="6859" userDrawn="1">
          <p15:clr>
            <a:srgbClr val="A4A3A4"/>
          </p15:clr>
        </p15:guide>
        <p15:guide id="43" pos="6975" userDrawn="1">
          <p15:clr>
            <a:srgbClr val="A4A3A4"/>
          </p15:clr>
        </p15:guide>
        <p15:guide id="44" orient="horz" pos="784" userDrawn="1">
          <p15:clr>
            <a:srgbClr val="A4A3A4"/>
          </p15:clr>
        </p15:guide>
        <p15:guide id="45" orient="horz" pos="980" userDrawn="1">
          <p15:clr>
            <a:srgbClr val="A4A3A4"/>
          </p15:clr>
        </p15:guide>
        <p15:guide id="46" orient="horz" pos="1962" userDrawn="1">
          <p15:clr>
            <a:srgbClr val="A4A3A4"/>
          </p15:clr>
        </p15:guide>
        <p15:guide id="47" orient="horz" pos="2747" userDrawn="1">
          <p15:clr>
            <a:srgbClr val="A4A3A4"/>
          </p15:clr>
        </p15:guide>
        <p15:guide id="48" orient="horz" pos="2945" userDrawn="1">
          <p15:clr>
            <a:srgbClr val="A4A3A4"/>
          </p15:clr>
        </p15:guide>
        <p15:guide id="49" orient="horz" pos="3141" userDrawn="1">
          <p15:clr>
            <a:srgbClr val="A4A3A4"/>
          </p15:clr>
        </p15:guide>
        <p15:guide id="50" orient="horz" pos="3337" userDrawn="1">
          <p15:clr>
            <a:srgbClr val="A4A3A4"/>
          </p15:clr>
        </p15:guide>
        <p15:guide id="51" orient="horz" pos="3535" userDrawn="1">
          <p15:clr>
            <a:srgbClr val="A4A3A4"/>
          </p15:clr>
        </p15:guide>
        <p15:guide id="52" orient="horz" pos="3730" userDrawn="1">
          <p15:clr>
            <a:srgbClr val="A4A3A4"/>
          </p15:clr>
        </p15:guide>
        <p15:guide id="53" orient="horz" pos="3936" userDrawn="1">
          <p15:clr>
            <a:srgbClr val="A4A3A4"/>
          </p15:clr>
        </p15:guide>
        <p15:guide id="54" orient="horz" pos="187" userDrawn="1">
          <p15:clr>
            <a:srgbClr val="9FCC3B"/>
          </p15:clr>
        </p15:guide>
        <p15:guide id="55" pos="455" userDrawn="1">
          <p15:clr>
            <a:srgbClr val="9FCC3B"/>
          </p15:clr>
        </p15:guide>
        <p15:guide id="56" pos="1069" userDrawn="1">
          <p15:clr>
            <a:srgbClr val="9FCC3B"/>
          </p15:clr>
        </p15:guide>
        <p15:guide id="57" pos="1685" userDrawn="1">
          <p15:clr>
            <a:srgbClr val="9FCC3B"/>
          </p15:clr>
        </p15:guide>
        <p15:guide id="58" pos="2301" userDrawn="1">
          <p15:clr>
            <a:srgbClr val="9FCC3B"/>
          </p15:clr>
        </p15:guide>
        <p15:guide id="59" pos="2915" userDrawn="1">
          <p15:clr>
            <a:srgbClr val="9FCC3B"/>
          </p15:clr>
        </p15:guide>
        <p15:guide id="60" pos="3531" userDrawn="1">
          <p15:clr>
            <a:srgbClr val="9FCC3B"/>
          </p15:clr>
        </p15:guide>
        <p15:guide id="61" pos="4146" userDrawn="1">
          <p15:clr>
            <a:srgbClr val="9FCC3B"/>
          </p15:clr>
        </p15:guide>
        <p15:guide id="62" pos="4762" userDrawn="1">
          <p15:clr>
            <a:srgbClr val="9FCC3B"/>
          </p15:clr>
        </p15:guide>
        <p15:guide id="63" pos="5378" userDrawn="1">
          <p15:clr>
            <a:srgbClr val="9FCC3B"/>
          </p15:clr>
        </p15:guide>
        <p15:guide id="64" pos="5992" userDrawn="1">
          <p15:clr>
            <a:srgbClr val="9FCC3B"/>
          </p15:clr>
        </p15:guide>
        <p15:guide id="65" pos="6609" userDrawn="1">
          <p15:clr>
            <a:srgbClr val="9FCC3B"/>
          </p15:clr>
        </p15:guide>
        <p15:guide id="66" pos="7225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0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CBDC004-C42D-1CF7-F671-E195067E53FD}"/>
              </a:ext>
            </a:extLst>
          </p:cNvPr>
          <p:cNvSpPr txBox="1">
            <a:spLocks/>
          </p:cNvSpPr>
          <p:nvPr/>
        </p:nvSpPr>
        <p:spPr>
          <a:xfrm>
            <a:off x="323850" y="4205945"/>
            <a:ext cx="6016660" cy="457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  <a:defRPr lang="en-US" sz="1400" kern="120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 marL="36576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2pPr>
            <a:lvl3pPr marL="54864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3pPr>
            <a:lvl4pPr marL="73152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4pPr>
            <a:lvl5pPr marL="91440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5pPr>
            <a:lvl6pPr marL="1151798" indent="-228592" algn="l" defTabSz="914362" rtl="0" eaLnBrk="1" latinLnBrk="0" hangingPunct="1">
              <a:spcBef>
                <a:spcPts val="800"/>
              </a:spcBef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7781" indent="-228561" algn="l" defTabSz="914362" rtl="0" eaLnBrk="1" latinLnBrk="0" hangingPunct="1">
              <a:spcBef>
                <a:spcPts val="800"/>
              </a:spcBef>
              <a:buFont typeface="Arial" pitchFamily="34" charset="0"/>
              <a:buChar char="•"/>
              <a:defRPr sz="1067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67" indent="0" algn="l" defTabSz="914362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38" indent="-228592" algn="l" defTabSz="91436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Rich Pace, Customer Delivery Architect</a:t>
            </a:r>
          </a:p>
          <a:p>
            <a:endParaRPr lang="en-US" dirty="0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9CB7C03-4B26-2C22-0B29-6D17AF36C745}"/>
              </a:ext>
            </a:extLst>
          </p:cNvPr>
          <p:cNvSpPr txBox="1">
            <a:spLocks/>
          </p:cNvSpPr>
          <p:nvPr/>
        </p:nvSpPr>
        <p:spPr>
          <a:xfrm>
            <a:off x="323850" y="6364224"/>
            <a:ext cx="3906838" cy="493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  <a:defRPr lang="en-US" sz="1400" kern="1200">
                <a:solidFill>
                  <a:schemeClr val="bg2"/>
                </a:solidFill>
                <a:latin typeface="+mn-lt"/>
                <a:ea typeface="ＭＳ Ｐゴシック" charset="0"/>
                <a:cs typeface="CiscoSans"/>
              </a:defRPr>
            </a:lvl1pPr>
            <a:lvl2pPr marL="36576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2pPr>
            <a:lvl3pPr marL="54864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6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3pPr>
            <a:lvl4pPr marL="73152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4pPr>
            <a:lvl5pPr marL="91440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defRPr lang="en-US" sz="12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5pPr>
            <a:lvl6pPr marL="1151798" indent="-228592" algn="l" defTabSz="914362" rtl="0" eaLnBrk="1" latinLnBrk="0" hangingPunct="1">
              <a:spcBef>
                <a:spcPts val="800"/>
              </a:spcBef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7781" indent="-228561" algn="l" defTabSz="914362" rtl="0" eaLnBrk="1" latinLnBrk="0" hangingPunct="1">
              <a:spcBef>
                <a:spcPts val="800"/>
              </a:spcBef>
              <a:buFont typeface="Arial" pitchFamily="34" charset="0"/>
              <a:buChar char="•"/>
              <a:defRPr sz="1067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67" indent="0" algn="l" defTabSz="914362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38" indent="-228592" algn="l" defTabSz="91436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05-18-2026</a:t>
            </a:r>
            <a:endParaRPr lang="en-US" dirty="0"/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CBBFCA49-21E8-1747-C056-D2D606BD2A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50" y="3288494"/>
            <a:ext cx="6892496" cy="457200"/>
          </a:xfrm>
        </p:spPr>
        <p:txBody>
          <a:bodyPr/>
          <a:lstStyle/>
          <a:p>
            <a:r>
              <a:rPr lang="en-US" dirty="0"/>
              <a:t>Demystifying Git and GitHub Workflows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641A25-575C-374C-FEC0-FA44CE8C5F0E}"/>
              </a:ext>
            </a:extLst>
          </p:cNvPr>
          <p:cNvSpPr txBox="1"/>
          <p:nvPr/>
        </p:nvSpPr>
        <p:spPr>
          <a:xfrm>
            <a:off x="323850" y="2224216"/>
            <a:ext cx="8852807" cy="62997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sz="2400" b="1" dirty="0">
                <a:solidFill>
                  <a:schemeClr val="bg1"/>
                </a:solidFill>
                <a:ea typeface="ＭＳ Ｐゴシック" charset="0"/>
              </a:rPr>
              <a:t>SDWAN-as-Code Enablement Program</a:t>
            </a:r>
          </a:p>
        </p:txBody>
      </p:sp>
    </p:spTree>
    <p:extLst>
      <p:ext uri="{BB962C8B-B14F-4D97-AF65-F5344CB8AC3E}">
        <p14:creationId xmlns:p14="http://schemas.microsoft.com/office/powerpoint/2010/main" val="117854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995160" y="1188720"/>
            <a:ext cx="0" cy="4937760"/>
          </a:xfrm>
          <a:prstGeom prst="line">
            <a:avLst/>
          </a:prstGeom>
          <a:noFill/>
          <a:ln w="15875">
            <a:solidFill>
              <a:srgbClr val="525E6C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6217920" cy="914400"/>
          </a:xfrm>
          <a:prstGeom prst="roundRect">
            <a:avLst>
              <a:gd name="adj" fmla="val 10000"/>
            </a:avLst>
          </a:prstGeom>
          <a:solidFill>
            <a:srgbClr val="1A2A3D"/>
          </a:solidFill>
          <a:ln w="15875">
            <a:solidFill>
              <a:srgbClr val="525E6C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94360" cy="594360"/>
          </a:xfrm>
          <a:prstGeom prst="ellipse">
            <a:avLst/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1887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Core Concept (Engine vs. Platform)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6217920" cy="914400"/>
          </a:xfrm>
          <a:prstGeom prst="roundRect">
            <a:avLst>
              <a:gd name="adj" fmla="val 10000"/>
            </a:avLst>
          </a:prstGeom>
          <a:solidFill>
            <a:srgbClr val="1A2A3D"/>
          </a:solidFill>
          <a:ln w="15875">
            <a:solidFill>
              <a:srgbClr val="525E6C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594360" cy="594360"/>
          </a:xfrm>
          <a:prstGeom prst="ellipse">
            <a:avLst/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Lifecycle (How Files Move)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6217920" cy="914400"/>
          </a:xfrm>
          <a:prstGeom prst="roundRect">
            <a:avLst>
              <a:gd name="adj" fmla="val 10000"/>
            </a:avLst>
          </a:prstGeom>
          <a:solidFill>
            <a:srgbClr val="1A2A3D"/>
          </a:solidFill>
          <a:ln w="15875">
            <a:solidFill>
              <a:srgbClr val="525E6C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594360" cy="594360"/>
          </a:xfrm>
          <a:prstGeom prst="ellipse">
            <a:avLst/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4747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Branching (The Parallel Universe)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6217920" cy="914400"/>
          </a:xfrm>
          <a:prstGeom prst="roundRect">
            <a:avLst>
              <a:gd name="adj" fmla="val 10000"/>
            </a:avLst>
          </a:prstGeom>
          <a:solidFill>
            <a:srgbClr val="1A2A3D"/>
          </a:solidFill>
          <a:ln w="15875">
            <a:solidFill>
              <a:srgbClr val="525E6C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594360" cy="594360"/>
          </a:xfrm>
          <a:prstGeom prst="ellipse">
            <a:avLst/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" y="4800600"/>
            <a:ext cx="548640" cy="54864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6177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Pull Requests (The Peer Review)</a:t>
            </a:r>
            <a:endParaRPr lang="en-US" sz="1600" dirty="0"/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A83FD93B-1B4B-5D3C-1610-6B73869C7784}"/>
              </a:ext>
            </a:extLst>
          </p:cNvPr>
          <p:cNvSpPr>
            <a:spLocks/>
          </p:cNvSpPr>
          <p:nvPr/>
        </p:nvSpPr>
        <p:spPr bwMode="ltGray">
          <a:xfrm>
            <a:off x="323850" y="6448930"/>
            <a:ext cx="3285935" cy="409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defTabSz="8143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iscoSansTT"/>
                <a:ea typeface="ＭＳ Ｐゴシック" charset="0"/>
                <a:cs typeface="CiscoSansTT" panose="020B0503020201020303"/>
              </a:rPr>
              <a:t>© 2026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iscoSansTT"/>
                <a:ea typeface="ＭＳ Ｐゴシック" charset="0"/>
                <a:cs typeface="CiscoSansTT" panose="020B0503020201020303"/>
              </a:rPr>
              <a:t>Cisco and/or its affiliates. All rights reserved.</a:t>
            </a:r>
          </a:p>
        </p:txBody>
      </p:sp>
      <p:pic>
        <p:nvPicPr>
          <p:cNvPr id="21" name="Picture 7" descr="Cisco Logo">
            <a:extLst>
              <a:ext uri="{FF2B5EF4-FFF2-40B4-BE49-F238E27FC236}">
                <a16:creationId xmlns:a16="http://schemas.microsoft.com/office/drawing/2014/main" id="{F8C90EEF-EFFF-4719-D730-C85453565D3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520088" y="6354445"/>
            <a:ext cx="348061" cy="182880"/>
          </a:xfrm>
          <a:prstGeom prst="rect">
            <a:avLst/>
          </a:prstGeom>
        </p:spPr>
      </p:pic>
      <p:sp>
        <p:nvSpPr>
          <p:cNvPr id="22" name="TextBox 14">
            <a:extLst>
              <a:ext uri="{FF2B5EF4-FFF2-40B4-BE49-F238E27FC236}">
                <a16:creationId xmlns:a16="http://schemas.microsoft.com/office/drawing/2014/main" id="{8A17DE44-7F5E-72A3-3814-89C7FD429FC4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85550" y="6672580"/>
            <a:ext cx="765175" cy="10772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 dirty="0">
                <a:solidFill>
                  <a:srgbClr val="B4B9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Cisco Confidential</a:t>
            </a:r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188720"/>
            <a:ext cx="42976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The Core Concept: Engine vs. Platform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3850" y="952500"/>
          <a:ext cx="11544300" cy="51228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2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7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iscoSansTT"/>
                        </a:rPr>
                        <a:t>Feature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iscoSansTT"/>
                        </a:rPr>
                        <a:t>Description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573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Git (The Engine)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Installed locally on your laptop.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573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Git (The Engine)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Tracks changes and saves versions offline.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573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Git (The Engine)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Your personal workspace.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573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GitHub (The Platform)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Hosted in the cloud.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73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GitHub (The Platform)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The centralized Vault for the team.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573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GitHub (The Platform)</a:t>
                      </a:r>
                    </a:p>
                  </a:txBody>
                  <a:tcPr marL="282848" marR="282848" marT="60960" marB="60960" anchor="ctr"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CiscoSansTT"/>
                        </a:rPr>
                        <a:t>Where collaboration and peer review happen.</a:t>
                      </a:r>
                    </a:p>
                  </a:txBody>
                  <a:tcPr marL="282848" marR="282848" marT="60960" marB="6096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FAC32-454C-1BD8-B13D-51570D78A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Source of Truth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C563B-0171-0396-C7EA-1AD5CD4750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3851" y="1853282"/>
            <a:ext cx="5486400" cy="1868488"/>
          </a:xfrm>
        </p:spPr>
        <p:txBody>
          <a:bodyPr/>
          <a:lstStyle/>
          <a:p>
            <a:r>
              <a:rPr lang="en-US" dirty="0"/>
              <a:t>Legacy</a:t>
            </a:r>
          </a:p>
          <a:p>
            <a:pPr lvl="1"/>
            <a:r>
              <a:rPr lang="en-US" dirty="0"/>
              <a:t>Running configuration on network devices</a:t>
            </a:r>
          </a:p>
          <a:p>
            <a:pPr lvl="1"/>
            <a:r>
              <a:rPr lang="en-US" dirty="0"/>
              <a:t>For documentation or backup purposes, changes must be made in several locations</a:t>
            </a:r>
          </a:p>
          <a:p>
            <a:pPr lvl="1"/>
            <a:r>
              <a:rPr lang="en-US" dirty="0"/>
              <a:t>Manual changes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1D560E-EC3A-6914-64FB-E5C1B54233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1751" y="1855662"/>
            <a:ext cx="5486400" cy="1868488"/>
          </a:xfrm>
        </p:spPr>
        <p:txBody>
          <a:bodyPr/>
          <a:lstStyle/>
          <a:p>
            <a:r>
              <a:rPr lang="en-US" dirty="0"/>
              <a:t>As-Code</a:t>
            </a:r>
          </a:p>
          <a:p>
            <a:pPr lvl="1"/>
            <a:r>
              <a:rPr lang="en-US" dirty="0"/>
              <a:t>The main branch in GitHub is the source of all configurations</a:t>
            </a:r>
          </a:p>
          <a:p>
            <a:pPr lvl="1"/>
            <a:r>
              <a:rPr lang="en-US" dirty="0"/>
              <a:t>Deployment engines read from GitHub and push configuration to devices</a:t>
            </a:r>
          </a:p>
          <a:p>
            <a:pPr lvl="1"/>
            <a:r>
              <a:rPr lang="en-US" dirty="0"/>
              <a:t>Automated changes</a:t>
            </a:r>
          </a:p>
        </p:txBody>
      </p:sp>
    </p:spTree>
    <p:extLst>
      <p:ext uri="{BB962C8B-B14F-4D97-AF65-F5344CB8AC3E}">
        <p14:creationId xmlns:p14="http://schemas.microsoft.com/office/powerpoint/2010/main" val="256594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FFFFFF"/>
                </a:solidFill>
              </a:rPr>
              <a:t>The Lifecycle: How Files Move</a:t>
            </a:r>
          </a:p>
        </p:txBody>
      </p:sp>
      <p:sp>
        <p:nvSpPr>
          <p:cNvPr id="18" name="Shape 0"/>
          <p:cNvSpPr/>
          <p:nvPr/>
        </p:nvSpPr>
        <p:spPr>
          <a:xfrm>
            <a:off x="6382512" y="1097280"/>
            <a:ext cx="5486400" cy="1104138"/>
          </a:xfrm>
          <a:prstGeom prst="roundRect">
            <a:avLst>
              <a:gd name="adj" fmla="val 8282"/>
            </a:avLst>
          </a:prstGeom>
          <a:solidFill>
            <a:srgbClr val="1A2A3D"/>
          </a:solidFill>
          <a:ln w="15875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" name="Shape 1"/>
          <p:cNvSpPr/>
          <p:nvPr/>
        </p:nvSpPr>
        <p:spPr>
          <a:xfrm>
            <a:off x="6565392" y="1420749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" name="Text 2"/>
          <p:cNvSpPr/>
          <p:nvPr/>
        </p:nvSpPr>
        <p:spPr>
          <a:xfrm>
            <a:off x="6565392" y="1420749"/>
            <a:ext cx="457200" cy="45720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205472" y="1188720"/>
            <a:ext cx="4480560" cy="92125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Edit
</a:t>
            </a:r>
            <a:r>
              <a:rPr lang="en-US" sz="1400" dirty="0">
                <a:solidFill>
                  <a:srgbClr val="B4B9C0"/>
                </a:solidFill>
              </a:rPr>
              <a:t>Make changes to your configuration files in VS Code.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82512" y="2475738"/>
            <a:ext cx="5486400" cy="1104138"/>
          </a:xfrm>
          <a:prstGeom prst="roundRect">
            <a:avLst>
              <a:gd name="adj" fmla="val 8282"/>
            </a:avLst>
          </a:prstGeom>
          <a:solidFill>
            <a:srgbClr val="1A2A3D"/>
          </a:solidFill>
          <a:ln w="15875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" name="Shape 5"/>
          <p:cNvSpPr/>
          <p:nvPr/>
        </p:nvSpPr>
        <p:spPr>
          <a:xfrm>
            <a:off x="6565392" y="2799207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8" name="Text 6"/>
          <p:cNvSpPr/>
          <p:nvPr/>
        </p:nvSpPr>
        <p:spPr>
          <a:xfrm>
            <a:off x="6565392" y="2799207"/>
            <a:ext cx="457200" cy="45720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205472" y="2567178"/>
            <a:ext cx="4480560" cy="92125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Commit (Snapshot)
</a:t>
            </a:r>
            <a:r>
              <a:rPr lang="en-US" sz="1400" dirty="0">
                <a:solidFill>
                  <a:srgbClr val="B4B9C0"/>
                </a:solidFill>
              </a:rPr>
              <a:t>Tell local Git to take a permanent snapshot of those changes.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82512" y="3854196"/>
            <a:ext cx="5486400" cy="1104138"/>
          </a:xfrm>
          <a:prstGeom prst="roundRect">
            <a:avLst>
              <a:gd name="adj" fmla="val 8282"/>
            </a:avLst>
          </a:prstGeom>
          <a:solidFill>
            <a:srgbClr val="1A2A3D"/>
          </a:solidFill>
          <a:ln w="15875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1" name="Shape 9"/>
          <p:cNvSpPr/>
          <p:nvPr/>
        </p:nvSpPr>
        <p:spPr>
          <a:xfrm>
            <a:off x="6565392" y="4177665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2" name="Text 10"/>
          <p:cNvSpPr/>
          <p:nvPr/>
        </p:nvSpPr>
        <p:spPr>
          <a:xfrm>
            <a:off x="6565392" y="4177665"/>
            <a:ext cx="457200" cy="45720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05472" y="3945636"/>
            <a:ext cx="4480560" cy="92125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Commit Message
</a:t>
            </a:r>
            <a:r>
              <a:rPr lang="en-US" sz="1400" dirty="0">
                <a:solidFill>
                  <a:srgbClr val="B4B9C0"/>
                </a:solidFill>
              </a:rPr>
              <a:t>The Why.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82512" y="5232654"/>
            <a:ext cx="5486400" cy="1104138"/>
          </a:xfrm>
          <a:prstGeom prst="roundRect">
            <a:avLst>
              <a:gd name="adj" fmla="val 8282"/>
            </a:avLst>
          </a:prstGeom>
          <a:solidFill>
            <a:srgbClr val="1A2A3D"/>
          </a:solidFill>
          <a:ln w="15875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65392" y="5556123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02C8FF"/>
          </a:solidFill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6" name="Text 14"/>
          <p:cNvSpPr/>
          <p:nvPr/>
        </p:nvSpPr>
        <p:spPr>
          <a:xfrm>
            <a:off x="6565392" y="5556123"/>
            <a:ext cx="457200" cy="45720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 anchorCtr="1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7182D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05472" y="5324094"/>
            <a:ext cx="4480560" cy="92125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Push (Upload)
</a:t>
            </a:r>
            <a:r>
              <a:rPr lang="en-US" sz="1400" dirty="0">
                <a:solidFill>
                  <a:srgbClr val="B4B9C0"/>
                </a:solidFill>
              </a:rPr>
              <a:t>Send those local snapshots up to GitHub to establish the Single Source of Truth.</a:t>
            </a:r>
            <a:endParaRPr lang="en-US" sz="1800" dirty="0"/>
          </a:p>
        </p:txBody>
      </p:sp>
      <p:graphicFrame>
        <p:nvGraphicFramePr>
          <p:cNvPr id="101" name="Diagram 1">
            <a:extLst>
              <a:ext uri="{FF2B5EF4-FFF2-40B4-BE49-F238E27FC236}">
                <a16:creationId xmlns:a16="http://schemas.microsoft.com/office/drawing/2014/main" id="{0425EFA1-1E68-4F0A-9F4F-93F85BDFAD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9122943"/>
              </p:ext>
            </p:extLst>
          </p:nvPr>
        </p:nvGraphicFramePr>
        <p:xfrm>
          <a:off x="323850" y="1097280"/>
          <a:ext cx="5609590" cy="5242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Branching (The Parallel Universe)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0D2240"/>
          </a:solidFill>
          <a:ln w="19050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Branching allows teams to work in parallel, isolating changes from the production environment to ensure stability while enabling rapid experimentation.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0972800" cy="1005840"/>
          </a:xfrm>
          <a:prstGeom prst="roundRect">
            <a:avLst>
              <a:gd name="adj" fmla="val 9091"/>
            </a:avLst>
          </a:prstGeom>
          <a:noFill/>
          <a:ln w="12700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2C8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Main Branch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authoritative, production-ready configuration.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10972800" cy="1005840"/>
          </a:xfrm>
          <a:prstGeom prst="roundRect">
            <a:avLst>
              <a:gd name="adj" fmla="val 9091"/>
            </a:avLst>
          </a:prstGeom>
          <a:noFill/>
          <a:ln w="12700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2C8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Feature Branch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41148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An isolated, safe clone of Main.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937760"/>
            <a:ext cx="10972800" cy="1005840"/>
          </a:xfrm>
          <a:prstGeom prst="roundRect">
            <a:avLst>
              <a:gd name="adj" fmla="val 9091"/>
            </a:avLst>
          </a:prstGeom>
          <a:noFill/>
          <a:ln w="12700">
            <a:solidFill>
              <a:srgbClr val="02C8FF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2C8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Experimentation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Make changes, break things, and test without touching production.</a:t>
            </a:r>
            <a:endParaRPr lang="en-US" sz="1600" dirty="0"/>
          </a:p>
        </p:txBody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A83FD93B-1B4B-5D3C-1610-6B73869C7784}"/>
              </a:ext>
            </a:extLst>
          </p:cNvPr>
          <p:cNvSpPr>
            <a:spLocks/>
          </p:cNvSpPr>
          <p:nvPr/>
        </p:nvSpPr>
        <p:spPr bwMode="ltGray">
          <a:xfrm>
            <a:off x="323850" y="6448930"/>
            <a:ext cx="3285935" cy="409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defTabSz="8143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iscoSansTT"/>
                <a:ea typeface="ＭＳ Ｐゴシック" charset="0"/>
                <a:cs typeface="CiscoSansTT" panose="020B0503020201020303"/>
              </a:rPr>
              <a:t>© 2026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iscoSansTT"/>
                <a:ea typeface="ＭＳ Ｐゴシック" charset="0"/>
                <a:cs typeface="CiscoSansTT" panose="020B0503020201020303"/>
              </a:rPr>
              <a:t>Cisco and/or its affiliates. All rights reserved.</a:t>
            </a:r>
          </a:p>
        </p:txBody>
      </p:sp>
      <p:pic>
        <p:nvPicPr>
          <p:cNvPr id="15" name="Picture 7" descr="Cisco Logo">
            <a:extLst>
              <a:ext uri="{FF2B5EF4-FFF2-40B4-BE49-F238E27FC236}">
                <a16:creationId xmlns:a16="http://schemas.microsoft.com/office/drawing/2014/main" id="{F8C90EEF-EFFF-4719-D730-C85453565D3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520088" y="6354445"/>
            <a:ext cx="348061" cy="182880"/>
          </a:xfrm>
          <a:prstGeom prst="rect">
            <a:avLst/>
          </a:prstGeom>
        </p:spPr>
      </p:pic>
      <p:sp>
        <p:nvSpPr>
          <p:cNvPr id="16" name="TextBox 14">
            <a:extLst>
              <a:ext uri="{FF2B5EF4-FFF2-40B4-BE49-F238E27FC236}">
                <a16:creationId xmlns:a16="http://schemas.microsoft.com/office/drawing/2014/main" id="{8A17DE44-7F5E-72A3-3814-89C7FD429FC4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85550" y="6672580"/>
            <a:ext cx="765175" cy="10772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 dirty="0">
                <a:solidFill>
                  <a:srgbClr val="B4B9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>
                <a:solidFill>
                  <a:srgbClr val="FFFFFF"/>
                </a:solidFill>
              </a:rPr>
              <a:t>Pull Requests (The Peer Review)</a:t>
            </a:r>
          </a:p>
        </p:txBody>
      </p:sp>
      <p:sp>
        <p:nvSpPr>
          <p:cNvPr id="14" name="Shape 0"/>
          <p:cNvSpPr/>
          <p:nvPr/>
        </p:nvSpPr>
        <p:spPr>
          <a:xfrm>
            <a:off x="6382512" y="109728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0D2240"/>
          </a:solidFill>
          <a:ln w="15875">
            <a:solidFill>
              <a:srgbClr val="D6D6D6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" name="Shape 1"/>
          <p:cNvSpPr/>
          <p:nvPr/>
        </p:nvSpPr>
        <p:spPr>
          <a:xfrm>
            <a:off x="6382512" y="1097280"/>
            <a:ext cx="594360" cy="1005840"/>
          </a:xfrm>
          <a:prstGeom prst="rect">
            <a:avLst/>
          </a:prstGeom>
          <a:noFill/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4" name="Text 2"/>
          <p:cNvSpPr/>
          <p:nvPr/>
        </p:nvSpPr>
        <p:spPr>
          <a:xfrm>
            <a:off x="6537960" y="109728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Goal
</a:t>
            </a:r>
            <a:r>
              <a:rPr lang="en-US" sz="14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Merge your Branch back into Main.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82512" y="237744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0D2240"/>
          </a:solidFill>
          <a:ln w="15875">
            <a:solidFill>
              <a:srgbClr val="D6D6D6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6" name="Shape 4"/>
          <p:cNvSpPr/>
          <p:nvPr/>
        </p:nvSpPr>
        <p:spPr>
          <a:xfrm>
            <a:off x="6382512" y="2377440"/>
            <a:ext cx="594360" cy="1005840"/>
          </a:xfrm>
          <a:prstGeom prst="rect">
            <a:avLst/>
          </a:prstGeom>
          <a:noFill/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7" name="Text 5"/>
          <p:cNvSpPr/>
          <p:nvPr/>
        </p:nvSpPr>
        <p:spPr>
          <a:xfrm>
            <a:off x="6537960" y="237744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Pull Request (PR)
</a:t>
            </a:r>
            <a:r>
              <a:rPr lang="en-US" sz="14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A formal request for the team to review your code.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82512" y="365760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0D2240"/>
          </a:solidFill>
          <a:ln w="15875">
            <a:solidFill>
              <a:srgbClr val="D6D6D6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" name="Shape 7"/>
          <p:cNvSpPr/>
          <p:nvPr/>
        </p:nvSpPr>
        <p:spPr>
          <a:xfrm>
            <a:off x="6382512" y="3657600"/>
            <a:ext cx="594360" cy="1005840"/>
          </a:xfrm>
          <a:prstGeom prst="rect">
            <a:avLst/>
          </a:prstGeom>
          <a:noFill/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0" name="Text 8"/>
          <p:cNvSpPr/>
          <p:nvPr/>
        </p:nvSpPr>
        <p:spPr>
          <a:xfrm>
            <a:off x="6537960" y="365760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Payoff
</a:t>
            </a:r>
            <a:r>
              <a:rPr lang="en-US" sz="14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GitHub highlights exactly what changed.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82512" y="493776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0D2240"/>
          </a:solidFill>
          <a:ln w="15875">
            <a:solidFill>
              <a:srgbClr val="D6D6D6"/>
            </a:solidFill>
            <a:prstDash val="solid"/>
          </a:ln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382512" y="4937760"/>
            <a:ext cx="594360" cy="1005840"/>
          </a:xfrm>
          <a:prstGeom prst="rect">
            <a:avLst/>
          </a:prstGeom>
          <a:noFill/>
          <a:ln/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37960" y="4937760"/>
            <a:ext cx="525780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The Payoff
</a:t>
            </a:r>
            <a:r>
              <a:rPr lang="en-US" sz="1400" dirty="0">
                <a:solidFill>
                  <a:srgbClr val="FFFFFF"/>
                </a:solidFill>
                <a:latin typeface="CiscoSansTT" pitchFamily="34" charset="0"/>
                <a:ea typeface="CiscoSansTT" pitchFamily="34" charset="-122"/>
                <a:cs typeface="CiscoSansTT" pitchFamily="34" charset="-120"/>
              </a:rPr>
              <a:t>Approve or reject before it touches the network.</a:t>
            </a:r>
            <a:endParaRPr lang="en-US" sz="1800" dirty="0"/>
          </a:p>
        </p:txBody>
      </p:sp>
      <p:graphicFrame>
        <p:nvGraphicFramePr>
          <p:cNvPr id="102" name="Diagram 2">
            <a:extLst>
              <a:ext uri="{FF2B5EF4-FFF2-40B4-BE49-F238E27FC236}">
                <a16:creationId xmlns:a16="http://schemas.microsoft.com/office/drawing/2014/main" id="{4377B184-C86E-4089-B292-4A0CEE9657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9122946"/>
              </p:ext>
            </p:extLst>
          </p:nvPr>
        </p:nvGraphicFramePr>
        <p:xfrm>
          <a:off x="323850" y="1097280"/>
          <a:ext cx="5609590" cy="5242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35840-1669-2360-DCCA-9F3AF966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B2DD4-F119-644F-ACB0-47EF04EE09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idx="4294967295"/>
          </p:nvPr>
        </p:nvSpPr>
        <p:spPr>
          <a:xfrm>
            <a:off x="0" y="-685800"/>
            <a:ext cx="10972800" cy="685800"/>
          </a:xfrm>
          <a:noFill/>
        </p:spPr>
        <p:txBody>
          <a:bodyPr vert="horz" lIns="45720" tIns="0" rIns="45720" bIns="45720" rtlCol="0" anchor="b">
            <a:noAutofit/>
          </a:bodyPr>
          <a:lstStyle/>
          <a:p>
            <a:r>
              <a:rPr lang="en-US" sz="2400" dirty="0"/>
              <a:t>Cisco</a:t>
            </a:r>
          </a:p>
        </p:txBody>
      </p:sp>
    </p:spTree>
    <p:extLst>
      <p:ext uri="{BB962C8B-B14F-4D97-AF65-F5344CB8AC3E}">
        <p14:creationId xmlns:p14="http://schemas.microsoft.com/office/powerpoint/2010/main" val="2140164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3Z3N" val="a0738bea-56c2-49e1-aedd-1afc3494879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3Z3N" val="a0738bea-56c2-49e1-aedd-1afc3494879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3Z3N" val="a0738bea-56c2-49e1-aedd-1afc3494879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3Z3N" val="a0738bea-56c2-49e1-aedd-1afc34948794"/>
</p:tagLst>
</file>

<file path=ppt/theme/theme1.xml><?xml version="1.0" encoding="utf-8"?>
<a:theme xmlns:a="http://schemas.openxmlformats.org/drawingml/2006/main" name="Cisco Dark 05-12-2025">
  <a:themeElements>
    <a:clrScheme name="Cisco Dark 4-16-2025">
      <a:dk1>
        <a:srgbClr val="FFFFFF"/>
      </a:dk1>
      <a:lt1>
        <a:srgbClr val="07182D"/>
      </a:lt1>
      <a:dk2>
        <a:srgbClr val="B4B9C0"/>
      </a:dk2>
      <a:lt2>
        <a:srgbClr val="525E6C"/>
      </a:lt2>
      <a:accent1>
        <a:srgbClr val="02C8FF"/>
      </a:accent1>
      <a:accent2>
        <a:srgbClr val="0A60FF"/>
      </a:accent2>
      <a:accent3>
        <a:srgbClr val="FF007F"/>
      </a:accent3>
      <a:accent4>
        <a:srgbClr val="FF9000"/>
      </a:accent4>
      <a:accent5>
        <a:srgbClr val="D6D6D6"/>
      </a:accent5>
      <a:accent6>
        <a:srgbClr val="6B6B6B"/>
      </a:accent6>
      <a:hlink>
        <a:srgbClr val="FFFFFF"/>
      </a:hlink>
      <a:folHlink>
        <a:srgbClr val="C0C0C0"/>
      </a:folHlink>
    </a:clrScheme>
    <a:fontScheme name="Cisco PowerPoint 02-26-2025">
      <a:majorFont>
        <a:latin typeface="CiscoSansTT Medium"/>
        <a:ea typeface=""/>
        <a:cs typeface=""/>
      </a:majorFont>
      <a:minorFont>
        <a:latin typeface="CiscoSansT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5875">
          <a:solidFill>
            <a:schemeClr val="bg2"/>
          </a:solidFill>
        </a:ln>
        <a:effectLst/>
      </a:spPr>
      <a:bodyPr lIns="182880" tIns="182880" rIns="182880" bIns="18288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 defTabSz="912276" rtl="0" eaLnBrk="1" fontAlgn="base" hangingPunct="1">
          <a:lnSpc>
            <a:spcPct val="100000"/>
          </a:lnSpc>
          <a:spcBef>
            <a:spcPts val="0"/>
          </a:spcBef>
          <a:spcAft>
            <a:spcPts val="1000"/>
          </a:spcAft>
          <a:buClr>
            <a:schemeClr val="bg1"/>
          </a:buClr>
          <a:buSzPct val="100000"/>
          <a:defRPr sz="1600" kern="1200" dirty="0" err="1" smtClean="0">
            <a:solidFill>
              <a:schemeClr val="bg1"/>
            </a:solidFill>
            <a:latin typeface="+mn-lt"/>
            <a:ea typeface="ＭＳ Ｐゴシック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isco_PowerPoint_Template_DARK_05-12-2025.pptx" id="{B5CD15A8-F3D9-453F-8655-939EEB2411D6}" vid="{73D3AE95-1A6A-440D-9A7A-62C19D683A8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isco PowerPoint 02-26-2025">
      <a:majorFont>
        <a:latin typeface="CiscoSansTT Medium"/>
        <a:ea typeface=""/>
        <a:cs typeface=""/>
      </a:majorFont>
      <a:minorFont>
        <a:latin typeface="CiscoSansT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C60D967E7E4E468F8E77D5EFBE9D35" ma:contentTypeVersion="4" ma:contentTypeDescription="Create a new document." ma:contentTypeScope="" ma:versionID="9b14ea8ec98ccbb5511658db2d6c416c">
  <xsd:schema xmlns:xsd="http://www.w3.org/2001/XMLSchema" xmlns:xs="http://www.w3.org/2001/XMLSchema" xmlns:p="http://schemas.microsoft.com/office/2006/metadata/properties" xmlns:ns2="1acc131a-528c-4fcd-b881-62a2db5af9e6" targetNamespace="http://schemas.microsoft.com/office/2006/metadata/properties" ma:root="true" ma:fieldsID="003069ad2547fa00a236fde7bbac5986" ns2:_="">
    <xsd:import namespace="1acc131a-528c-4fcd-b881-62a2db5af9e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cc131a-528c-4fcd-b881-62a2db5af9e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C469DF5-524A-4FA2-9385-E891194F650C}">
  <ds:schemaRefs>
    <ds:schemaRef ds:uri="http://schemas.microsoft.com/office/2006/metadata/properties"/>
    <ds:schemaRef ds:uri="http://www.w3.org/XML/1998/namespace"/>
    <ds:schemaRef ds:uri="http://schemas.microsoft.com/office/2006/documentManagement/types"/>
    <ds:schemaRef ds:uri="1acc131a-528c-4fcd-b881-62a2db5af9e6"/>
    <ds:schemaRef ds:uri="http://schemas.microsoft.com/office/infopath/2007/PartnerControls"/>
    <ds:schemaRef ds:uri="http://purl.org/dc/elements/1.1/"/>
    <ds:schemaRef ds:uri="http://purl.org/dc/terms/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22B4E8D-47A3-41DE-BFAA-7473F7EF723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7252801-7D9E-4118-81D9-2250A35A05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cc131a-528c-4fcd-b881-62a2db5af9e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2827</TotalTime>
  <Words>398</Words>
  <Application>Microsoft Office PowerPoint</Application>
  <PresentationFormat>Widescreen</PresentationFormat>
  <Paragraphs>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CiscoSansTT</vt:lpstr>
      <vt:lpstr>Calibri</vt:lpstr>
      <vt:lpstr>CiscoSansTT ExtraLight</vt:lpstr>
      <vt:lpstr>MS PGothic</vt:lpstr>
      <vt:lpstr>CiscoSansTT Medium</vt:lpstr>
      <vt:lpstr>Arial</vt:lpstr>
      <vt:lpstr>CiscoSansTT Light</vt:lpstr>
      <vt:lpstr>Cisco Dark 05-12-2025</vt:lpstr>
      <vt:lpstr>PowerPoint Presentation</vt:lpstr>
      <vt:lpstr>PowerPoint Presentation</vt:lpstr>
      <vt:lpstr>The Core Concept: Engine vs. Platform</vt:lpstr>
      <vt:lpstr>Single Source of Truth</vt:lpstr>
      <vt:lpstr>The Lifecycle: How Files Move</vt:lpstr>
      <vt:lpstr>PowerPoint Presentation</vt:lpstr>
      <vt:lpstr>Pull Requests (The Peer Review)</vt:lpstr>
      <vt:lpstr>Cisco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Cisco Dark PowerPoint Template 05-01-2025</dc:title>
  <dc:subject/>
  <dc:creator>Adam Kinsman -X (akinsman - LIONBRIDGE TECHNOLOGIES LLC at Cisco)</dc:creator>
  <cp:keywords/>
  <dc:description/>
  <cp:lastModifiedBy>Rich Pace (rpace)</cp:lastModifiedBy>
  <cp:revision>205</cp:revision>
  <dcterms:created xsi:type="dcterms:W3CDTF">2025-05-12T20:17:03Z</dcterms:created>
  <dcterms:modified xsi:type="dcterms:W3CDTF">2026-05-18T18:56:04Z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f49a32-fde3-48a5-9266-b5b0972a22dc_Enabled">
    <vt:lpwstr>true</vt:lpwstr>
  </property>
  <property fmtid="{D5CDD505-2E9C-101B-9397-08002B2CF9AE}" pid="3" name="MSIP_Label_c8f49a32-fde3-48a5-9266-b5b0972a22dc_SetDate">
    <vt:lpwstr>2025-05-12T20:17:12Z</vt:lpwstr>
  </property>
  <property fmtid="{D5CDD505-2E9C-101B-9397-08002B2CF9AE}" pid="4" name="MSIP_Label_c8f49a32-fde3-48a5-9266-b5b0972a22dc_Method">
    <vt:lpwstr>Standard</vt:lpwstr>
  </property>
  <property fmtid="{D5CDD505-2E9C-101B-9397-08002B2CF9AE}" pid="5" name="MSIP_Label_c8f49a32-fde3-48a5-9266-b5b0972a22dc_Name">
    <vt:lpwstr>Cisco Confidential</vt:lpwstr>
  </property>
  <property fmtid="{D5CDD505-2E9C-101B-9397-08002B2CF9AE}" pid="6" name="MSIP_Label_c8f49a32-fde3-48a5-9266-b5b0972a22dc_SiteId">
    <vt:lpwstr>5ae1af62-9505-4097-a69a-c1553ef7840e</vt:lpwstr>
  </property>
  <property fmtid="{D5CDD505-2E9C-101B-9397-08002B2CF9AE}" pid="7" name="MSIP_Label_c8f49a32-fde3-48a5-9266-b5b0972a22dc_ActionId">
    <vt:lpwstr>c210d706-0385-476d-97fe-10f81f1423ea</vt:lpwstr>
  </property>
  <property fmtid="{D5CDD505-2E9C-101B-9397-08002B2CF9AE}" pid="8" name="MSIP_Label_c8f49a32-fde3-48a5-9266-b5b0972a22dc_ContentBits">
    <vt:lpwstr>2</vt:lpwstr>
  </property>
  <property fmtid="{D5CDD505-2E9C-101B-9397-08002B2CF9AE}" pid="9" name="MSIP_Label_c8f49a32-fde3-48a5-9266-b5b0972a22dc_Tag">
    <vt:lpwstr>10, 3, 0, 1</vt:lpwstr>
  </property>
  <property fmtid="{D5CDD505-2E9C-101B-9397-08002B2CF9AE}" pid="10" name="ClassificationContentMarkingFooterLocations">
    <vt:lpwstr>Cisco Dark 05-12-2025:8</vt:lpwstr>
  </property>
  <property fmtid="{D5CDD505-2E9C-101B-9397-08002B2CF9AE}" pid="11" name="ClassificationContentMarkingFooterText">
    <vt:lpwstr>Cisco Confidential</vt:lpwstr>
  </property>
  <property fmtid="{D5CDD505-2E9C-101B-9397-08002B2CF9AE}" pid="12" name="ContentTypeId">
    <vt:lpwstr>0x01010062C60D967E7E4E468F8E77D5EFBE9D35</vt:lpwstr>
  </property>
</Properties>
</file>